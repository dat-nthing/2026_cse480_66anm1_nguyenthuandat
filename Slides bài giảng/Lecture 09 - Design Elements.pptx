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y="6858000" cx="9144000"/>
  <p:notesSz cx="6858000" cy="9144000"/>
  <p:embeddedFontLst>
    <p:embeddedFont>
      <p:font typeface="Constantia"/>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7" roundtripDataSignature="AMtx7mhLOGJJKDqV5LtF3l75/BXIOkoO6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Constantia-regular.fntdata"/><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Constantia-italic.fntdata"/><Relationship Id="rId10" Type="http://schemas.openxmlformats.org/officeDocument/2006/relationships/slide" Target="slides/slide4.xml"/><Relationship Id="rId54" Type="http://schemas.openxmlformats.org/officeDocument/2006/relationships/font" Target="fonts/Constantia-bold.fntdata"/><Relationship Id="rId13" Type="http://schemas.openxmlformats.org/officeDocument/2006/relationships/slide" Target="slides/slide7.xml"/><Relationship Id="rId57" Type="http://customschemas.google.com/relationships/presentationmetadata" Target="metadata"/><Relationship Id="rId12" Type="http://schemas.openxmlformats.org/officeDocument/2006/relationships/slide" Target="slides/slide6.xml"/><Relationship Id="rId56" Type="http://schemas.openxmlformats.org/officeDocument/2006/relationships/font" Target="fonts/Constantia-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0" name="Google Shape;480;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7" name="Google Shape;487;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5" name="Google Shape;50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5" name="Google Shape;525;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0" name="Google Shape;600;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7" name="Google Shape;60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4" name="Google Shape;614;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9" name="Google Shape;669;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0" name="Google Shape;71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6" name="Google Shape;766;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9" name="Google Shape;869;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6" name="Google Shape;886;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3" name="Google Shape;893;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2" name="Google Shape;932;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6" name="Google Shape;986;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3" name="Google Shape;993;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1" name="Google Shape;1031;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8" name="Google Shape;1038;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5" name="Google Shape;1045;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2" name="Google Shape;1052;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9" name="Google Shape;1059;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5" name="Google Shape;1085;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2" name="Google Shape;1092;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0" name="Google Shape;1100;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0" name="Google Shape;1150;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7" name="Google Shape;1157;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5" name="Google Shape;1215;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3" name="Google Shape;1253;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8" name="Shape 1258"/>
        <p:cNvGrpSpPr/>
        <p:nvPr/>
      </p:nvGrpSpPr>
      <p:grpSpPr>
        <a:xfrm>
          <a:off x="0" y="0"/>
          <a:ext cx="0" cy="0"/>
          <a:chOff x="0" y="0"/>
          <a:chExt cx="0" cy="0"/>
        </a:xfrm>
      </p:grpSpPr>
      <p:sp>
        <p:nvSpPr>
          <p:cNvPr id="1259" name="Google Shape;1259;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0" name="Google Shape;1260;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7" name="Google Shape;1267;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7" name="Shape 1277"/>
        <p:cNvGrpSpPr/>
        <p:nvPr/>
      </p:nvGrpSpPr>
      <p:grpSpPr>
        <a:xfrm>
          <a:off x="0" y="0"/>
          <a:ext cx="0" cy="0"/>
          <a:chOff x="0" y="0"/>
          <a:chExt cx="0" cy="0"/>
        </a:xfrm>
      </p:grpSpPr>
      <p:sp>
        <p:nvSpPr>
          <p:cNvPr id="1278" name="Google Shape;1278;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9" name="Google Shape;1279;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6" name="Google Shape;1286;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7" name="Shape 1337"/>
        <p:cNvGrpSpPr/>
        <p:nvPr/>
      </p:nvGrpSpPr>
      <p:grpSpPr>
        <a:xfrm>
          <a:off x="0" y="0"/>
          <a:ext cx="0" cy="0"/>
          <a:chOff x="0" y="0"/>
          <a:chExt cx="0" cy="0"/>
        </a:xfrm>
      </p:grpSpPr>
      <p:sp>
        <p:nvSpPr>
          <p:cNvPr id="1338" name="Google Shape;1338;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9" name="Google Shape;1339;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3" name="Shape 1343"/>
        <p:cNvGrpSpPr/>
        <p:nvPr/>
      </p:nvGrpSpPr>
      <p:grpSpPr>
        <a:xfrm>
          <a:off x="0" y="0"/>
          <a:ext cx="0" cy="0"/>
          <a:chOff x="0" y="0"/>
          <a:chExt cx="0" cy="0"/>
        </a:xfrm>
      </p:grpSpPr>
      <p:sp>
        <p:nvSpPr>
          <p:cNvPr id="1344" name="Google Shape;1344;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5" name="Google Shape;1345;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2" name="Google Shape;1352;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3" name="Shape 1433"/>
        <p:cNvGrpSpPr/>
        <p:nvPr/>
      </p:nvGrpSpPr>
      <p:grpSpPr>
        <a:xfrm>
          <a:off x="0" y="0"/>
          <a:ext cx="0" cy="0"/>
          <a:chOff x="0" y="0"/>
          <a:chExt cx="0" cy="0"/>
        </a:xfrm>
      </p:grpSpPr>
      <p:sp>
        <p:nvSpPr>
          <p:cNvPr id="1434" name="Google Shape;1434;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5" name="Google Shape;1435;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5" name="Shape 1485"/>
        <p:cNvGrpSpPr/>
        <p:nvPr/>
      </p:nvGrpSpPr>
      <p:grpSpPr>
        <a:xfrm>
          <a:off x="0" y="0"/>
          <a:ext cx="0" cy="0"/>
          <a:chOff x="0" y="0"/>
          <a:chExt cx="0" cy="0"/>
        </a:xfrm>
      </p:grpSpPr>
      <p:sp>
        <p:nvSpPr>
          <p:cNvPr id="1486" name="Google Shape;1486;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7" name="Google Shape;1487;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9" name="Shape 1539"/>
        <p:cNvGrpSpPr/>
        <p:nvPr/>
      </p:nvGrpSpPr>
      <p:grpSpPr>
        <a:xfrm>
          <a:off x="0" y="0"/>
          <a:ext cx="0" cy="0"/>
          <a:chOff x="0" y="0"/>
          <a:chExt cx="0" cy="0"/>
        </a:xfrm>
      </p:grpSpPr>
      <p:sp>
        <p:nvSpPr>
          <p:cNvPr id="1540" name="Google Shape;1540;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1" name="Google Shape;1541;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7" name="Shape 1577"/>
        <p:cNvGrpSpPr/>
        <p:nvPr/>
      </p:nvGrpSpPr>
      <p:grpSpPr>
        <a:xfrm>
          <a:off x="0" y="0"/>
          <a:ext cx="0" cy="0"/>
          <a:chOff x="0" y="0"/>
          <a:chExt cx="0" cy="0"/>
        </a:xfrm>
      </p:grpSpPr>
      <p:sp>
        <p:nvSpPr>
          <p:cNvPr id="1578" name="Google Shape;1578;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9" name="Google Shape;1579;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20" name="Shape 20"/>
        <p:cNvGrpSpPr/>
        <p:nvPr/>
      </p:nvGrpSpPr>
      <p:grpSpPr>
        <a:xfrm>
          <a:off x="0" y="0"/>
          <a:ext cx="0" cy="0"/>
          <a:chOff x="0" y="0"/>
          <a:chExt cx="0" cy="0"/>
        </a:xfrm>
      </p:grpSpPr>
      <p:sp>
        <p:nvSpPr>
          <p:cNvPr id="21" name="Google Shape;21;p50"/>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50"/>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3" name="Google Shape;23;p5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5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5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51"/>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0" name="Google Shape;40;p5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43" name="Shape 43"/>
        <p:cNvGrpSpPr/>
        <p:nvPr/>
      </p:nvGrpSpPr>
      <p:grpSpPr>
        <a:xfrm>
          <a:off x="0" y="0"/>
          <a:ext cx="0" cy="0"/>
          <a:chOff x="0" y="0"/>
          <a:chExt cx="0" cy="0"/>
        </a:xfrm>
      </p:grpSpPr>
      <p:sp>
        <p:nvSpPr>
          <p:cNvPr id="44" name="Google Shape;44;p49"/>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49"/>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46" name="Google Shape;46;p4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rgbClr val="439FD7"/>
            </a:gs>
            <a:gs pos="25000">
              <a:srgbClr val="4397CA"/>
            </a:gs>
            <a:gs pos="100000">
              <a:srgbClr val="00466A"/>
            </a:gs>
          </a:gsLst>
          <a:path path="circle">
            <a:fillToRect b="50%" l="50%" r="50%" t="50%"/>
          </a:path>
          <a:tileRect/>
        </a:gradFill>
      </p:bgPr>
    </p:bg>
    <p:spTree>
      <p:nvGrpSpPr>
        <p:cNvPr id="49" name="Shape 49"/>
        <p:cNvGrpSpPr/>
        <p:nvPr/>
      </p:nvGrpSpPr>
      <p:grpSpPr>
        <a:xfrm>
          <a:off x="0" y="0"/>
          <a:ext cx="0" cy="0"/>
          <a:chOff x="0" y="0"/>
          <a:chExt cx="0" cy="0"/>
        </a:xfrm>
      </p:grpSpPr>
      <p:sp>
        <p:nvSpPr>
          <p:cNvPr id="50" name="Google Shape;50;p52"/>
          <p:cNvSpPr txBox="1"/>
          <p:nvPr>
            <p:ph type="title"/>
          </p:nvPr>
        </p:nvSpPr>
        <p:spPr>
          <a:xfrm>
            <a:off x="530352" y="1316736"/>
            <a:ext cx="7772400" cy="1362456"/>
          </a:xfrm>
          <a:prstGeom prst="rect">
            <a:avLst/>
          </a:prstGeom>
          <a:noFill/>
          <a:ln>
            <a:noFill/>
          </a:ln>
        </p:spPr>
        <p:txBody>
          <a:bodyPr anchorCtr="0" anchor="b" bIns="0" lIns="0" spcFirstLastPara="1" rIns="0" wrap="square" tIns="0">
            <a:noAutofit/>
          </a:bodyPr>
          <a:lstStyle>
            <a:lvl1pPr lvl="0" algn="l">
              <a:spcBef>
                <a:spcPts val="0"/>
              </a:spcBef>
              <a:spcAft>
                <a:spcPts val="0"/>
              </a:spcAft>
              <a:buClr>
                <a:srgbClr val="4AE3AC"/>
              </a:buClr>
              <a:buSzPts val="5600"/>
              <a:buFont typeface="Calibri"/>
              <a:buNone/>
              <a:defRPr b="1" sz="5600" cap="none">
                <a:solidFill>
                  <a:srgbClr val="4AE3AC"/>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2"/>
          <p:cNvSpPr txBox="1"/>
          <p:nvPr>
            <p:ph idx="1" type="body"/>
          </p:nvPr>
        </p:nvSpPr>
        <p:spPr>
          <a:xfrm>
            <a:off x="530352" y="2704664"/>
            <a:ext cx="7772400" cy="1509712"/>
          </a:xfrm>
          <a:prstGeom prst="rect">
            <a:avLst/>
          </a:prstGeom>
          <a:noFill/>
          <a:ln>
            <a:noFill/>
          </a:ln>
        </p:spPr>
        <p:txBody>
          <a:bodyPr anchorCtr="0" anchor="t" bIns="45700" lIns="45700" spcFirstLastPara="1" rIns="45700" wrap="square" tIns="45700">
            <a:normAutofit/>
          </a:bodyPr>
          <a:lstStyle>
            <a:lvl1pPr indent="-228600" lvl="0" marL="457200" algn="l">
              <a:spcBef>
                <a:spcPts val="440"/>
              </a:spcBef>
              <a:spcAft>
                <a:spcPts val="0"/>
              </a:spcAft>
              <a:buSzPts val="2090"/>
              <a:buNone/>
              <a:defRPr sz="2200">
                <a:solidFill>
                  <a:schemeClr val="lt1"/>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120"/>
              <a:buNone/>
              <a:defRPr sz="1600">
                <a:solidFill>
                  <a:schemeClr val="lt1"/>
                </a:solidFill>
              </a:defRPr>
            </a:lvl3pPr>
            <a:lvl4pPr indent="-228600" lvl="3" marL="1828800" algn="l">
              <a:spcBef>
                <a:spcPts val="280"/>
              </a:spcBef>
              <a:spcAft>
                <a:spcPts val="0"/>
              </a:spcAft>
              <a:buSzPts val="910"/>
              <a:buNone/>
              <a:defRPr sz="1400">
                <a:solidFill>
                  <a:schemeClr val="lt1"/>
                </a:solidFill>
              </a:defRPr>
            </a:lvl4pPr>
            <a:lvl5pPr indent="-228600" lvl="4" marL="2286000" algn="l">
              <a:spcBef>
                <a:spcPts val="280"/>
              </a:spcBef>
              <a:spcAft>
                <a:spcPts val="0"/>
              </a:spcAft>
              <a:buSzPts val="910"/>
              <a:buNone/>
              <a:defRPr sz="1400">
                <a:solidFill>
                  <a:schemeClr val="lt1"/>
                </a:solidFill>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2" name="Google Shape;52;p5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5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5" name="Shape 55"/>
        <p:cNvGrpSpPr/>
        <p:nvPr/>
      </p:nvGrpSpPr>
      <p:grpSpPr>
        <a:xfrm>
          <a:off x="0" y="0"/>
          <a:ext cx="0" cy="0"/>
          <a:chOff x="0" y="0"/>
          <a:chExt cx="0" cy="0"/>
        </a:xfrm>
      </p:grpSpPr>
      <p:sp>
        <p:nvSpPr>
          <p:cNvPr id="56" name="Google Shape;56;p5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53"/>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8" name="Google Shape;58;p53"/>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9" name="Google Shape;59;p5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5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5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54"/>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5" name="Google Shape;65;p54"/>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rm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6" name="Google Shape;66;p54"/>
          <p:cNvSpPr txBox="1"/>
          <p:nvPr>
            <p:ph idx="3" type="body"/>
          </p:nvPr>
        </p:nvSpPr>
        <p:spPr>
          <a:xfrm>
            <a:off x="457200" y="2514600"/>
            <a:ext cx="4040188"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7" name="Google Shape;67;p54"/>
          <p:cNvSpPr txBox="1"/>
          <p:nvPr>
            <p:ph idx="4" type="body"/>
          </p:nvPr>
        </p:nvSpPr>
        <p:spPr>
          <a:xfrm>
            <a:off x="4645025" y="2514600"/>
            <a:ext cx="4041775"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8" name="Google Shape;68;p5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5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55"/>
          <p:cNvSpPr txBox="1"/>
          <p:nvPr>
            <p:ph type="title"/>
          </p:nvPr>
        </p:nvSpPr>
        <p:spPr>
          <a:xfrm>
            <a:off x="457200" y="704088"/>
            <a:ext cx="83058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5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5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5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5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0" name="Shape 80"/>
        <p:cNvGrpSpPr/>
        <p:nvPr/>
      </p:nvGrpSpPr>
      <p:grpSpPr>
        <a:xfrm>
          <a:off x="0" y="0"/>
          <a:ext cx="0" cy="0"/>
          <a:chOff x="0" y="0"/>
          <a:chExt cx="0" cy="0"/>
        </a:xfrm>
      </p:grpSpPr>
      <p:sp>
        <p:nvSpPr>
          <p:cNvPr id="81" name="Google Shape;81;p57"/>
          <p:cNvSpPr txBox="1"/>
          <p:nvPr>
            <p:ph type="title"/>
          </p:nvPr>
        </p:nvSpPr>
        <p:spPr>
          <a:xfrm>
            <a:off x="685800" y="514352"/>
            <a:ext cx="2743200" cy="116205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57"/>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rm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3" name="Google Shape;83;p57"/>
          <p:cNvSpPr txBox="1"/>
          <p:nvPr>
            <p:ph idx="2" type="body"/>
          </p:nvPr>
        </p:nvSpPr>
        <p:spPr>
          <a:xfrm>
            <a:off x="3575050" y="1676400"/>
            <a:ext cx="5111750" cy="4572000"/>
          </a:xfrm>
          <a:prstGeom prst="rect">
            <a:avLst/>
          </a:prstGeom>
          <a:noFill/>
          <a:ln>
            <a:noFill/>
          </a:ln>
        </p:spPr>
        <p:txBody>
          <a:bodyPr anchorCtr="0" anchor="t" bIns="45700" lIns="91425" spcFirstLastPara="1" rIns="91425" wrap="square" tIns="0">
            <a:normAutofit/>
          </a:bodyPr>
          <a:lstStyle>
            <a:lvl1pPr indent="-397510" lvl="0" marL="457200" algn="l">
              <a:spcBef>
                <a:spcPts val="560"/>
              </a:spcBef>
              <a:spcAft>
                <a:spcPts val="0"/>
              </a:spcAft>
              <a:buSzPts val="2660"/>
              <a:buChar char="⚫"/>
              <a:defRPr sz="2800"/>
            </a:lvl1pPr>
            <a:lvl2pPr indent="-368935" lvl="1" marL="914400" algn="l">
              <a:spcBef>
                <a:spcPts val="520"/>
              </a:spcBef>
              <a:spcAft>
                <a:spcPts val="0"/>
              </a:spcAft>
              <a:buSzPts val="2210"/>
              <a:buChar char="⚫"/>
              <a:defRPr sz="2600"/>
            </a:lvl2pPr>
            <a:lvl3pPr indent="-335280" lvl="2" marL="1371600" algn="l">
              <a:spcBef>
                <a:spcPts val="480"/>
              </a:spcBef>
              <a:spcAft>
                <a:spcPts val="0"/>
              </a:spcAft>
              <a:buSzPts val="1680"/>
              <a:buChar char="⚫"/>
              <a:defRPr sz="2400"/>
            </a:lvl3pPr>
            <a:lvl4pPr indent="-311150" lvl="3" marL="1828800" algn="l">
              <a:spcBef>
                <a:spcPts val="400"/>
              </a:spcBef>
              <a:spcAft>
                <a:spcPts val="0"/>
              </a:spcAft>
              <a:buSzPts val="1300"/>
              <a:buChar char="⚫"/>
              <a:defRPr sz="20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4" name="Google Shape;84;p5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5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5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87" name="Shape 87"/>
        <p:cNvGrpSpPr/>
        <p:nvPr/>
      </p:nvGrpSpPr>
      <p:grpSpPr>
        <a:xfrm>
          <a:off x="0" y="0"/>
          <a:ext cx="0" cy="0"/>
          <a:chOff x="0" y="0"/>
          <a:chExt cx="0" cy="0"/>
        </a:xfrm>
      </p:grpSpPr>
      <p:sp>
        <p:nvSpPr>
          <p:cNvPr id="88" name="Google Shape;88;p58"/>
          <p:cNvSpPr/>
          <p:nvPr/>
        </p:nvSpPr>
        <p:spPr>
          <a:xfrm flipH="1" rot="-10380000">
            <a:off x="3165753" y="1108077"/>
            <a:ext cx="5257800" cy="4114800"/>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00" rotWithShape="0" algn="tl" dir="7500000" dist="38500" sy="100080">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89" name="Google Shape;89;p58"/>
          <p:cNvSpPr/>
          <p:nvPr/>
        </p:nvSpPr>
        <p:spPr>
          <a:xfrm flipH="1" rot="-10380000">
            <a:off x="8004134" y="5359769"/>
            <a:ext cx="155448" cy="155448"/>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666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90" name="Google Shape;90;p58"/>
          <p:cNvSpPr txBox="1"/>
          <p:nvPr>
            <p:ph type="title"/>
          </p:nvPr>
        </p:nvSpPr>
        <p:spPr>
          <a:xfrm>
            <a:off x="609600" y="1176996"/>
            <a:ext cx="2212848" cy="1582621"/>
          </a:xfrm>
          <a:prstGeom prst="rect">
            <a:avLst/>
          </a:prstGeom>
          <a:noFill/>
          <a:ln>
            <a:noFill/>
          </a:ln>
        </p:spPr>
        <p:txBody>
          <a:bodyPr anchorCtr="0" anchor="b" bIns="45700" lIns="45700" spcFirstLastPara="1" rIns="45700" wrap="square" tIns="45700">
            <a:normAutofit/>
          </a:bodyPr>
          <a:lstStyle>
            <a:lvl1pPr lvl="0" algn="l">
              <a:spcBef>
                <a:spcPts val="0"/>
              </a:spcBef>
              <a:spcAft>
                <a:spcPts val="0"/>
              </a:spcAft>
              <a:buClr>
                <a:schemeClr val="dk2"/>
              </a:buClr>
              <a:buSzPts val="2000"/>
              <a:buFont typeface="Calibri"/>
              <a:buNone/>
              <a:defRPr b="1" sz="2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58"/>
          <p:cNvSpPr txBox="1"/>
          <p:nvPr>
            <p:ph idx="1" type="body"/>
          </p:nvPr>
        </p:nvSpPr>
        <p:spPr>
          <a:xfrm>
            <a:off x="609600" y="2828785"/>
            <a:ext cx="2209800" cy="2179320"/>
          </a:xfrm>
          <a:prstGeom prst="rect">
            <a:avLst/>
          </a:prstGeom>
          <a:noFill/>
          <a:ln>
            <a:noFill/>
          </a:ln>
        </p:spPr>
        <p:txBody>
          <a:bodyPr anchorCtr="0" anchor="t" bIns="45700" lIns="64000" spcFirstLastPara="1" rIns="45700" wrap="square" tIns="45700">
            <a:normAutofit/>
          </a:bodyPr>
          <a:lstStyle>
            <a:lvl1pPr indent="-228600" lvl="0" marL="457200" algn="l">
              <a:spcBef>
                <a:spcPts val="250"/>
              </a:spcBef>
              <a:spcAft>
                <a:spcPts val="0"/>
              </a:spcAft>
              <a:buSzPts val="1235"/>
              <a:buFont typeface="Constantia"/>
              <a:buNone/>
              <a:defRPr sz="1300"/>
            </a:lvl1pPr>
            <a:lvl2pPr indent="-293369" lvl="1" marL="914400" algn="l">
              <a:spcBef>
                <a:spcPts val="240"/>
              </a:spcBef>
              <a:spcAft>
                <a:spcPts val="0"/>
              </a:spcAft>
              <a:buSzPts val="1020"/>
              <a:buChar char="⚫"/>
              <a:defRPr sz="1200"/>
            </a:lvl2pPr>
            <a:lvl3pPr indent="-273050" lvl="2" marL="1371600" algn="l">
              <a:spcBef>
                <a:spcPts val="200"/>
              </a:spcBef>
              <a:spcAft>
                <a:spcPts val="0"/>
              </a:spcAft>
              <a:buSzPts val="700"/>
              <a:buChar char="⚫"/>
              <a:defRPr sz="1000"/>
            </a:lvl3pPr>
            <a:lvl4pPr indent="-265747" lvl="3" marL="1828800" algn="l">
              <a:spcBef>
                <a:spcPts val="180"/>
              </a:spcBef>
              <a:spcAft>
                <a:spcPts val="0"/>
              </a:spcAft>
              <a:buSzPts val="585"/>
              <a:buChar char="⚫"/>
              <a:defRPr sz="900"/>
            </a:lvl4pPr>
            <a:lvl5pPr indent="-265747" lvl="4" marL="2286000" algn="l">
              <a:spcBef>
                <a:spcPts val="180"/>
              </a:spcBef>
              <a:spcAft>
                <a:spcPts val="0"/>
              </a:spcAft>
              <a:buSzPts val="585"/>
              <a:buChar char="⚫"/>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2" name="Google Shape;92;p5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5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58"/>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5" name="Google Shape;95;p58"/>
          <p:cNvSpPr/>
          <p:nvPr>
            <p:ph idx="2" type="pic"/>
          </p:nvPr>
        </p:nvSpPr>
        <p:spPr>
          <a:xfrm rot="420000">
            <a:off x="3485793" y="1199517"/>
            <a:ext cx="4617720" cy="3931920"/>
          </a:xfrm>
          <a:prstGeom prst="rect">
            <a:avLst/>
          </a:prstGeom>
          <a:solidFill>
            <a:schemeClr val="lt2"/>
          </a:solidFill>
          <a:ln cap="rnd" cmpd="sng" w="9525">
            <a:solidFill>
              <a:srgbClr val="C0C0C0"/>
            </a:solidFill>
            <a:prstDash val="solid"/>
            <a:round/>
            <a:headEnd len="sm" w="sm" type="none"/>
            <a:tailEnd len="sm" w="sm" type="none"/>
          </a:ln>
        </p:spPr>
        <p:txBody>
          <a:bodyPr anchorCtr="0" anchor="t" bIns="45700" lIns="91425" spcFirstLastPara="1" rIns="91425" wrap="square" tIns="45700">
            <a:normAutofit/>
          </a:bodyPr>
          <a:lstStyle>
            <a:lvl1pPr lvl="0" marR="0" rtl="0" algn="l">
              <a:spcBef>
                <a:spcPts val="640"/>
              </a:spcBef>
              <a:spcAft>
                <a:spcPts val="0"/>
              </a:spcAft>
              <a:buClr>
                <a:schemeClr val="accent3"/>
              </a:buClr>
              <a:buSzPts val="3040"/>
              <a:buFont typeface="Noto Sans Symbols"/>
              <a:buNone/>
              <a:defRPr b="0" i="0" sz="3200" u="none" cap="none" strike="noStrike">
                <a:solidFill>
                  <a:schemeClr val="dk1"/>
                </a:solidFill>
                <a:latin typeface="Constantia"/>
                <a:ea typeface="Constantia"/>
                <a:cs typeface="Constantia"/>
                <a:sym typeface="Constantia"/>
              </a:defRPr>
            </a:lvl1pPr>
            <a:lvl2pPr lvl="1"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lvl="2"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lvl="3"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lvl="4"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lvl="5"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lvl="6"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lvl="7"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lvl="8"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96" name="Google Shape;96;p58"/>
          <p:cNvSpPr/>
          <p:nvPr/>
        </p:nvSpPr>
        <p:spPr>
          <a:xfrm flipH="1" rot="10800000">
            <a:off x="-9525" y="5816600"/>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7" name="Google Shape;97;p58"/>
          <p:cNvSpPr/>
          <p:nvPr/>
        </p:nvSpPr>
        <p:spPr>
          <a:xfrm flipH="1" rot="10800000">
            <a:off x="4381500" y="6219825"/>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8" name="Shape 98"/>
        <p:cNvGrpSpPr/>
        <p:nvPr/>
      </p:nvGrpSpPr>
      <p:grpSpPr>
        <a:xfrm>
          <a:off x="0" y="0"/>
          <a:ext cx="0" cy="0"/>
          <a:chOff x="0" y="0"/>
          <a:chExt cx="0" cy="0"/>
        </a:xfrm>
      </p:grpSpPr>
      <p:sp>
        <p:nvSpPr>
          <p:cNvPr id="99" name="Google Shape;99;p5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59"/>
          <p:cNvSpPr txBox="1"/>
          <p:nvPr>
            <p:ph idx="1" type="body"/>
          </p:nvPr>
        </p:nvSpPr>
        <p:spPr>
          <a:xfrm rot="5400000">
            <a:off x="2377440" y="15240"/>
            <a:ext cx="4389120" cy="82296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1" name="Google Shape;101;p5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5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5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60"/>
          <p:cNvSpPr txBox="1"/>
          <p:nvPr>
            <p:ph type="title"/>
          </p:nvPr>
        </p:nvSpPr>
        <p:spPr>
          <a:xfrm rot="5400000">
            <a:off x="5052218" y="2491583"/>
            <a:ext cx="5211763" cy="20574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60"/>
          <p:cNvSpPr txBox="1"/>
          <p:nvPr>
            <p:ph idx="1" type="body"/>
          </p:nvPr>
        </p:nvSpPr>
        <p:spPr>
          <a:xfrm rot="5400000">
            <a:off x="861219" y="510383"/>
            <a:ext cx="5211763" cy="60198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7" name="Google Shape;107;p6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6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6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9" name="Shape 9"/>
        <p:cNvGrpSpPr/>
        <p:nvPr/>
      </p:nvGrpSpPr>
      <p:grpSpPr>
        <a:xfrm>
          <a:off x="0" y="0"/>
          <a:ext cx="0" cy="0"/>
          <a:chOff x="0" y="0"/>
          <a:chExt cx="0" cy="0"/>
        </a:xfrm>
      </p:grpSpPr>
      <p:sp>
        <p:nvSpPr>
          <p:cNvPr id="10" name="Google Shape;10;p48"/>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onstantia"/>
              <a:ea typeface="Constantia"/>
              <a:cs typeface="Constantia"/>
              <a:sym typeface="Constantia"/>
            </a:endParaRPr>
          </a:p>
        </p:txBody>
      </p:sp>
      <p:sp>
        <p:nvSpPr>
          <p:cNvPr id="11" name="Google Shape;11;p48"/>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onstantia"/>
              <a:ea typeface="Constantia"/>
              <a:cs typeface="Constantia"/>
              <a:sym typeface="Constantia"/>
            </a:endParaRPr>
          </a:p>
        </p:txBody>
      </p:sp>
      <p:sp>
        <p:nvSpPr>
          <p:cNvPr id="12" name="Google Shape;12;p4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lt2"/>
              </a:buClr>
              <a:buSzPts val="5000"/>
              <a:buFont typeface="Calibri"/>
              <a:buNone/>
              <a:defRPr b="0" i="0" sz="5000" u="none" cap="none" strike="noStrike">
                <a:solidFill>
                  <a:schemeClr val="lt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4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lt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lt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lt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lt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lt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lt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lt1"/>
                </a:solidFill>
                <a:latin typeface="Constantia"/>
                <a:ea typeface="Constantia"/>
                <a:cs typeface="Constantia"/>
                <a:sym typeface="Constantia"/>
              </a:defRPr>
            </a:lvl7pPr>
            <a:lvl8pPr indent="-330200" lvl="7" marL="3657600" marR="0" rtl="0" algn="l">
              <a:spcBef>
                <a:spcPts val="320"/>
              </a:spcBef>
              <a:spcAft>
                <a:spcPts val="0"/>
              </a:spcAft>
              <a:buClr>
                <a:schemeClr val="lt2"/>
              </a:buClr>
              <a:buSzPts val="1600"/>
              <a:buFont typeface="Constantia"/>
              <a:buChar char="•"/>
              <a:defRPr b="0" i="0" sz="1600" u="none" cap="none" strike="noStrike">
                <a:solidFill>
                  <a:schemeClr val="lt1"/>
                </a:solidFill>
                <a:latin typeface="Constantia"/>
                <a:ea typeface="Constantia"/>
                <a:cs typeface="Constantia"/>
                <a:sym typeface="Constantia"/>
              </a:defRPr>
            </a:lvl8pPr>
            <a:lvl9pPr indent="-317500" lvl="8" marL="4114800" marR="0" rtl="0" algn="l">
              <a:spcBef>
                <a:spcPts val="280"/>
              </a:spcBef>
              <a:spcAft>
                <a:spcPts val="0"/>
              </a:spcAft>
              <a:buClr>
                <a:schemeClr val="lt2"/>
              </a:buClr>
              <a:buSzPts val="1400"/>
              <a:buFont typeface="Constantia"/>
              <a:buChar char="•"/>
              <a:defRPr b="0" i="0" sz="1400" u="none" cap="none" strike="noStrike">
                <a:solidFill>
                  <a:schemeClr val="lt1"/>
                </a:solidFill>
                <a:latin typeface="Constantia"/>
                <a:ea typeface="Constantia"/>
                <a:cs typeface="Constantia"/>
                <a:sym typeface="Constantia"/>
              </a:defRPr>
            </a:lvl9pPr>
          </a:lstStyle>
          <a:p/>
        </p:txBody>
      </p:sp>
      <p:sp>
        <p:nvSpPr>
          <p:cNvPr id="14" name="Google Shape;14;p4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15" name="Google Shape;15;p4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16" name="Google Shape;16;p4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i="0" sz="1200" u="none" cap="none" strike="noStrike">
                <a:solidFill>
                  <a:srgbClr val="D0E9ED"/>
                </a:solidFill>
                <a:latin typeface="Constantia"/>
                <a:ea typeface="Constantia"/>
                <a:cs typeface="Constantia"/>
                <a:sym typeface="Constantia"/>
              </a:defRPr>
            </a:lvl1pPr>
            <a:lvl2pPr indent="0" lvl="1" marL="0" marR="0" rtl="0" algn="r">
              <a:spcBef>
                <a:spcPts val="0"/>
              </a:spcBef>
              <a:buNone/>
              <a:defRPr b="0" i="0" sz="1200" u="none" cap="none" strike="noStrike">
                <a:solidFill>
                  <a:srgbClr val="D0E9ED"/>
                </a:solidFill>
                <a:latin typeface="Constantia"/>
                <a:ea typeface="Constantia"/>
                <a:cs typeface="Constantia"/>
                <a:sym typeface="Constantia"/>
              </a:defRPr>
            </a:lvl2pPr>
            <a:lvl3pPr indent="0" lvl="2" marL="0" marR="0" rtl="0" algn="r">
              <a:spcBef>
                <a:spcPts val="0"/>
              </a:spcBef>
              <a:buNone/>
              <a:defRPr b="0" i="0" sz="1200" u="none" cap="none" strike="noStrike">
                <a:solidFill>
                  <a:srgbClr val="D0E9ED"/>
                </a:solidFill>
                <a:latin typeface="Constantia"/>
                <a:ea typeface="Constantia"/>
                <a:cs typeface="Constantia"/>
                <a:sym typeface="Constantia"/>
              </a:defRPr>
            </a:lvl3pPr>
            <a:lvl4pPr indent="0" lvl="3" marL="0" marR="0" rtl="0" algn="r">
              <a:spcBef>
                <a:spcPts val="0"/>
              </a:spcBef>
              <a:buNone/>
              <a:defRPr b="0" i="0" sz="1200" u="none" cap="none" strike="noStrike">
                <a:solidFill>
                  <a:srgbClr val="D0E9ED"/>
                </a:solidFill>
                <a:latin typeface="Constantia"/>
                <a:ea typeface="Constantia"/>
                <a:cs typeface="Constantia"/>
                <a:sym typeface="Constantia"/>
              </a:defRPr>
            </a:lvl4pPr>
            <a:lvl5pPr indent="0" lvl="4" marL="0" marR="0" rtl="0" algn="r">
              <a:spcBef>
                <a:spcPts val="0"/>
              </a:spcBef>
              <a:buNone/>
              <a:defRPr b="0" i="0" sz="1200" u="none" cap="none" strike="noStrike">
                <a:solidFill>
                  <a:srgbClr val="D0E9ED"/>
                </a:solidFill>
                <a:latin typeface="Constantia"/>
                <a:ea typeface="Constantia"/>
                <a:cs typeface="Constantia"/>
                <a:sym typeface="Constantia"/>
              </a:defRPr>
            </a:lvl5pPr>
            <a:lvl6pPr indent="0" lvl="5" marL="0" marR="0" rtl="0" algn="r">
              <a:spcBef>
                <a:spcPts val="0"/>
              </a:spcBef>
              <a:buNone/>
              <a:defRPr b="0" i="0" sz="1200" u="none" cap="none" strike="noStrike">
                <a:solidFill>
                  <a:srgbClr val="D0E9ED"/>
                </a:solidFill>
                <a:latin typeface="Constantia"/>
                <a:ea typeface="Constantia"/>
                <a:cs typeface="Constantia"/>
                <a:sym typeface="Constantia"/>
              </a:defRPr>
            </a:lvl6pPr>
            <a:lvl7pPr indent="0" lvl="6" marL="0" marR="0" rtl="0" algn="r">
              <a:spcBef>
                <a:spcPts val="0"/>
              </a:spcBef>
              <a:buNone/>
              <a:defRPr b="0" i="0" sz="1200" u="none" cap="none" strike="noStrike">
                <a:solidFill>
                  <a:srgbClr val="D0E9ED"/>
                </a:solidFill>
                <a:latin typeface="Constantia"/>
                <a:ea typeface="Constantia"/>
                <a:cs typeface="Constantia"/>
                <a:sym typeface="Constantia"/>
              </a:defRPr>
            </a:lvl7pPr>
            <a:lvl8pPr indent="0" lvl="7" marL="0" marR="0" rtl="0" algn="r">
              <a:spcBef>
                <a:spcPts val="0"/>
              </a:spcBef>
              <a:buNone/>
              <a:defRPr b="0" i="0" sz="1200" u="none" cap="none" strike="noStrike">
                <a:solidFill>
                  <a:srgbClr val="D0E9ED"/>
                </a:solidFill>
                <a:latin typeface="Constantia"/>
                <a:ea typeface="Constantia"/>
                <a:cs typeface="Constantia"/>
                <a:sym typeface="Constantia"/>
              </a:defRPr>
            </a:lvl8pPr>
            <a:lvl9pPr indent="0" lvl="8" marL="0" marR="0" rtl="0" algn="r">
              <a:spcBef>
                <a:spcPts val="0"/>
              </a:spcBef>
              <a:buNone/>
              <a:defRPr b="0" i="0" sz="1200" u="none" cap="none" strike="noStrike">
                <a:solidFill>
                  <a:srgbClr val="D0E9ED"/>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17" name="Google Shape;17;p48"/>
          <p:cNvGrpSpPr/>
          <p:nvPr/>
        </p:nvGrpSpPr>
        <p:grpSpPr>
          <a:xfrm>
            <a:off x="-29294" y="-16113"/>
            <a:ext cx="9198255" cy="1086266"/>
            <a:chOff x="-29322" y="-1971"/>
            <a:chExt cx="9198255" cy="1086266"/>
          </a:xfrm>
        </p:grpSpPr>
        <p:sp>
          <p:nvSpPr>
            <p:cNvPr id="18" name="Google Shape;18;p48"/>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19" name="Google Shape;19;p48"/>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4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26" name="Shape 26"/>
        <p:cNvGrpSpPr/>
        <p:nvPr/>
      </p:nvGrpSpPr>
      <p:grpSpPr>
        <a:xfrm>
          <a:off x="0" y="0"/>
          <a:ext cx="0" cy="0"/>
          <a:chOff x="0" y="0"/>
          <a:chExt cx="0" cy="0"/>
        </a:xfrm>
      </p:grpSpPr>
      <p:sp>
        <p:nvSpPr>
          <p:cNvPr id="27" name="Google Shape;27;p47"/>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8" name="Google Shape;28;p47"/>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9" name="Google Shape;29;p4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dk2"/>
              </a:buClr>
              <a:buSzPts val="5000"/>
              <a:buFont typeface="Calibri"/>
              <a:buNone/>
              <a:defRPr b="0" i="0" sz="5000" u="none" cap="none" strike="noStrik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0" name="Google Shape;30;p4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31" name="Google Shape;31;p4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32" name="Google Shape;32;p4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33" name="Google Shape;33;p4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sz="1200" u="none">
                <a:solidFill>
                  <a:srgbClr val="035C75"/>
                </a:solidFill>
                <a:latin typeface="Constantia"/>
                <a:ea typeface="Constantia"/>
                <a:cs typeface="Constantia"/>
                <a:sym typeface="Constantia"/>
              </a:defRPr>
            </a:lvl1pPr>
            <a:lvl2pPr indent="0" lvl="1" marL="0" marR="0" rtl="0" algn="r">
              <a:spcBef>
                <a:spcPts val="0"/>
              </a:spcBef>
              <a:buNone/>
              <a:defRPr b="0" sz="1200" u="none">
                <a:solidFill>
                  <a:srgbClr val="035C75"/>
                </a:solidFill>
                <a:latin typeface="Constantia"/>
                <a:ea typeface="Constantia"/>
                <a:cs typeface="Constantia"/>
                <a:sym typeface="Constantia"/>
              </a:defRPr>
            </a:lvl2pPr>
            <a:lvl3pPr indent="0" lvl="2" marL="0" marR="0" rtl="0" algn="r">
              <a:spcBef>
                <a:spcPts val="0"/>
              </a:spcBef>
              <a:buNone/>
              <a:defRPr b="0" sz="1200" u="none">
                <a:solidFill>
                  <a:srgbClr val="035C75"/>
                </a:solidFill>
                <a:latin typeface="Constantia"/>
                <a:ea typeface="Constantia"/>
                <a:cs typeface="Constantia"/>
                <a:sym typeface="Constantia"/>
              </a:defRPr>
            </a:lvl3pPr>
            <a:lvl4pPr indent="0" lvl="3" marL="0" marR="0" rtl="0" algn="r">
              <a:spcBef>
                <a:spcPts val="0"/>
              </a:spcBef>
              <a:buNone/>
              <a:defRPr b="0" sz="1200" u="none">
                <a:solidFill>
                  <a:srgbClr val="035C75"/>
                </a:solidFill>
                <a:latin typeface="Constantia"/>
                <a:ea typeface="Constantia"/>
                <a:cs typeface="Constantia"/>
                <a:sym typeface="Constantia"/>
              </a:defRPr>
            </a:lvl4pPr>
            <a:lvl5pPr indent="0" lvl="4" marL="0" marR="0" rtl="0" algn="r">
              <a:spcBef>
                <a:spcPts val="0"/>
              </a:spcBef>
              <a:buNone/>
              <a:defRPr b="0" sz="1200" u="none">
                <a:solidFill>
                  <a:srgbClr val="035C75"/>
                </a:solidFill>
                <a:latin typeface="Constantia"/>
                <a:ea typeface="Constantia"/>
                <a:cs typeface="Constantia"/>
                <a:sym typeface="Constantia"/>
              </a:defRPr>
            </a:lvl5pPr>
            <a:lvl6pPr indent="0" lvl="5" marL="0" marR="0" rtl="0" algn="r">
              <a:spcBef>
                <a:spcPts val="0"/>
              </a:spcBef>
              <a:buNone/>
              <a:defRPr b="0" sz="1200" u="none">
                <a:solidFill>
                  <a:srgbClr val="035C75"/>
                </a:solidFill>
                <a:latin typeface="Constantia"/>
                <a:ea typeface="Constantia"/>
                <a:cs typeface="Constantia"/>
                <a:sym typeface="Constantia"/>
              </a:defRPr>
            </a:lvl6pPr>
            <a:lvl7pPr indent="0" lvl="6" marL="0" marR="0" rtl="0" algn="r">
              <a:spcBef>
                <a:spcPts val="0"/>
              </a:spcBef>
              <a:buNone/>
              <a:defRPr b="0" sz="1200" u="none">
                <a:solidFill>
                  <a:srgbClr val="035C75"/>
                </a:solidFill>
                <a:latin typeface="Constantia"/>
                <a:ea typeface="Constantia"/>
                <a:cs typeface="Constantia"/>
                <a:sym typeface="Constantia"/>
              </a:defRPr>
            </a:lvl7pPr>
            <a:lvl8pPr indent="0" lvl="7" marL="0" marR="0" rtl="0" algn="r">
              <a:spcBef>
                <a:spcPts val="0"/>
              </a:spcBef>
              <a:buNone/>
              <a:defRPr b="0" sz="1200" u="none">
                <a:solidFill>
                  <a:srgbClr val="035C75"/>
                </a:solidFill>
                <a:latin typeface="Constantia"/>
                <a:ea typeface="Constantia"/>
                <a:cs typeface="Constantia"/>
                <a:sym typeface="Constantia"/>
              </a:defRPr>
            </a:lvl8pPr>
            <a:lvl9pPr indent="0" lvl="8" marL="0" marR="0" rtl="0" algn="r">
              <a:spcBef>
                <a:spcPts val="0"/>
              </a:spcBef>
              <a:buNone/>
              <a:defRPr b="0" sz="1200" u="non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34" name="Google Shape;34;p47"/>
          <p:cNvGrpSpPr/>
          <p:nvPr/>
        </p:nvGrpSpPr>
        <p:grpSpPr>
          <a:xfrm>
            <a:off x="-29294" y="-16113"/>
            <a:ext cx="9198255" cy="1086266"/>
            <a:chOff x="-29322" y="-1971"/>
            <a:chExt cx="9198255" cy="1086266"/>
          </a:xfrm>
        </p:grpSpPr>
        <p:sp>
          <p:nvSpPr>
            <p:cNvPr id="35" name="Google Shape;35;p47"/>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6" name="Google Shape;36;p47"/>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namnv@tlu.edu.v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p>
            <a:pPr indent="0" lvl="0" marL="0" rtl="0" algn="r">
              <a:spcBef>
                <a:spcPts val="0"/>
              </a:spcBef>
              <a:spcAft>
                <a:spcPts val="0"/>
              </a:spcAft>
              <a:buClr>
                <a:srgbClr val="4CE0EA"/>
              </a:buClr>
              <a:buSzPts val="5600"/>
              <a:buFont typeface="Calibri"/>
              <a:buNone/>
            </a:pPr>
            <a:r>
              <a:rPr lang="en-US"/>
              <a:t>Phân tích Thiết kế HTTT</a:t>
            </a:r>
            <a:endParaRPr/>
          </a:p>
        </p:txBody>
      </p:sp>
      <p:sp>
        <p:nvSpPr>
          <p:cNvPr id="115" name="Google Shape;115;p1"/>
          <p:cNvSpPr txBox="1"/>
          <p:nvPr>
            <p:ph idx="1" type="subTitle"/>
          </p:nvPr>
        </p:nvSpPr>
        <p:spPr>
          <a:xfrm>
            <a:off x="533400" y="4191000"/>
            <a:ext cx="7854696" cy="1905000"/>
          </a:xfrm>
          <a:prstGeom prst="rect">
            <a:avLst/>
          </a:prstGeom>
          <a:noFill/>
          <a:ln>
            <a:noFill/>
          </a:ln>
        </p:spPr>
        <p:txBody>
          <a:bodyPr anchorCtr="0" anchor="t" bIns="45700" lIns="0" spcFirstLastPara="1" rIns="18275" wrap="square" tIns="45700">
            <a:normAutofit/>
          </a:bodyPr>
          <a:lstStyle/>
          <a:p>
            <a:pPr indent="0" lvl="0" marL="0" marR="45720" rtl="0" algn="r">
              <a:spcBef>
                <a:spcPts val="0"/>
              </a:spcBef>
              <a:spcAft>
                <a:spcPts val="0"/>
              </a:spcAft>
              <a:buSzPts val="2470"/>
              <a:buNone/>
            </a:pPr>
            <a:r>
              <a:rPr lang="en-US"/>
              <a:t>Ths. Nguyễn Văn Nam</a:t>
            </a:r>
            <a:endParaRPr/>
          </a:p>
          <a:p>
            <a:pPr indent="0" lvl="0" marL="0" marR="45720" rtl="0" algn="r">
              <a:spcBef>
                <a:spcPts val="520"/>
              </a:spcBef>
              <a:spcAft>
                <a:spcPts val="0"/>
              </a:spcAft>
              <a:buSzPts val="2470"/>
              <a:buNone/>
            </a:pPr>
            <a:r>
              <a:rPr lang="en-US"/>
              <a:t>Email: </a:t>
            </a:r>
            <a:r>
              <a:rPr lang="en-US" u="sng">
                <a:solidFill>
                  <a:schemeClr val="hlink"/>
                </a:solidFill>
                <a:hlinkClick r:id="rId3"/>
              </a:rPr>
              <a:t>namnv@tlu.edu.vn</a:t>
            </a:r>
            <a:endParaRPr/>
          </a:p>
          <a:p>
            <a:pPr indent="0" lvl="0" marL="0" marR="45720" rtl="0" algn="r">
              <a:spcBef>
                <a:spcPts val="520"/>
              </a:spcBef>
              <a:spcAft>
                <a:spcPts val="0"/>
              </a:spcAft>
              <a:buSzPts val="2470"/>
              <a:buNone/>
            </a:pPr>
            <a:r>
              <a:rPr lang="en-US"/>
              <a:t>Website: namvannguyen.blogspot.com</a:t>
            </a:r>
            <a:endParaRPr/>
          </a:p>
          <a:p>
            <a:pPr indent="0" lvl="0" marL="0" marR="45720" rtl="0" algn="r">
              <a:spcBef>
                <a:spcPts val="520"/>
              </a:spcBef>
              <a:spcAft>
                <a:spcPts val="0"/>
              </a:spcAft>
              <a:buSzPts val="2470"/>
              <a:buNone/>
            </a:pPr>
            <a:r>
              <a:t/>
            </a:r>
            <a:endParaRPr/>
          </a:p>
        </p:txBody>
      </p:sp>
      <p:sp>
        <p:nvSpPr>
          <p:cNvPr id="116" name="Google Shape;116;p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17" name="Google Shape;117;p1"/>
          <p:cNvSpPr txBox="1"/>
          <p:nvPr/>
        </p:nvSpPr>
        <p:spPr>
          <a:xfrm>
            <a:off x="609600" y="3200400"/>
            <a:ext cx="7854696" cy="914400"/>
          </a:xfrm>
          <a:prstGeom prst="rect">
            <a:avLst/>
          </a:prstGeom>
          <a:noFill/>
          <a:ln>
            <a:noFill/>
          </a:ln>
        </p:spPr>
        <p:txBody>
          <a:bodyPr anchorCtr="0" anchor="t" bIns="45700" lIns="0" spcFirstLastPara="1" rIns="18275" wrap="square" tIns="45700">
            <a:normAutofit/>
          </a:bodyPr>
          <a:lstStyle/>
          <a:p>
            <a:pPr indent="0" lvl="0" marL="0" marR="45720" rtl="0" algn="r">
              <a:lnSpc>
                <a:spcPct val="100000"/>
              </a:lnSpc>
              <a:spcBef>
                <a:spcPts val="0"/>
              </a:spcBef>
              <a:spcAft>
                <a:spcPts val="0"/>
              </a:spcAft>
              <a:buClr>
                <a:schemeClr val="accent3"/>
              </a:buClr>
              <a:buSzPts val="3040"/>
              <a:buFont typeface="Noto Sans Symbols"/>
              <a:buNone/>
            </a:pPr>
            <a:r>
              <a:rPr lang="en-US" sz="3200">
                <a:solidFill>
                  <a:schemeClr val="lt1"/>
                </a:solidFill>
                <a:latin typeface="Constantia"/>
                <a:ea typeface="Constantia"/>
                <a:cs typeface="Constantia"/>
                <a:sym typeface="Constantia"/>
              </a:rPr>
              <a:t>P</a:t>
            </a:r>
            <a:r>
              <a:rPr b="0" i="0" lang="en-US" sz="3200" u="none" cap="none" strike="noStrike">
                <a:solidFill>
                  <a:schemeClr val="lt1"/>
                </a:solidFill>
                <a:latin typeface="Constantia"/>
                <a:ea typeface="Constantia"/>
                <a:cs typeface="Constantia"/>
                <a:sym typeface="Constantia"/>
              </a:rPr>
              <a:t>hần tử thi</a:t>
            </a:r>
            <a:r>
              <a:rPr lang="en-US" sz="3200">
                <a:solidFill>
                  <a:schemeClr val="lt1"/>
                </a:solidFill>
                <a:latin typeface="Constantia"/>
                <a:ea typeface="Constantia"/>
                <a:cs typeface="Constantia"/>
                <a:sym typeface="Constantia"/>
              </a:rPr>
              <a:t>ết kế</a:t>
            </a:r>
            <a:endParaRPr b="0" i="0" sz="3200" u="none" cap="none" strike="noStrike">
              <a:solidFill>
                <a:schemeClr val="lt1"/>
              </a:solidFill>
              <a:latin typeface="Constantia"/>
              <a:ea typeface="Constantia"/>
              <a:cs typeface="Constantia"/>
              <a:sym typeface="Constant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Nội dung</a:t>
            </a:r>
            <a:endParaRPr/>
          </a:p>
        </p:txBody>
      </p:sp>
      <p:sp>
        <p:nvSpPr>
          <p:cNvPr id="123" name="Google Shape;123;p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Xác định mục đích của hoạt động Xác định phần tử thiết kế và chỉ ra vị trí của hoạt động trong Vòng đời phát triển phần mềm</a:t>
            </a:r>
            <a:endParaRPr/>
          </a:p>
          <a:p>
            <a:pPr indent="-274320" lvl="0" marL="274320" rtl="0" algn="l">
              <a:spcBef>
                <a:spcPts val="520"/>
              </a:spcBef>
              <a:spcAft>
                <a:spcPts val="0"/>
              </a:spcAft>
              <a:buSzPts val="2470"/>
              <a:buChar char="⚫"/>
            </a:pPr>
            <a:r>
              <a:rPr lang="en-US"/>
              <a:t>Phân tích các tương tác của các Lớp phân tích (analysis classes) và xác định các phần tử Mô hình Thiết kế</a:t>
            </a:r>
            <a:endParaRPr/>
          </a:p>
          <a:p>
            <a:pPr indent="-246888" lvl="1" marL="640080" rtl="0" algn="l">
              <a:spcBef>
                <a:spcPts val="480"/>
              </a:spcBef>
              <a:spcAft>
                <a:spcPts val="0"/>
              </a:spcAft>
              <a:buSzPts val="2040"/>
              <a:buChar char="⚫"/>
            </a:pPr>
            <a:r>
              <a:rPr lang="en-US"/>
              <a:t>Lớp thiết kế (Design classes)</a:t>
            </a:r>
            <a:endParaRPr/>
          </a:p>
          <a:p>
            <a:pPr indent="-246888" lvl="1" marL="640080" rtl="0" algn="l">
              <a:spcBef>
                <a:spcPts val="480"/>
              </a:spcBef>
              <a:spcAft>
                <a:spcPts val="0"/>
              </a:spcAft>
              <a:buSzPts val="2040"/>
              <a:buChar char="⚫"/>
            </a:pPr>
            <a:r>
              <a:rPr i="1" lang="en-US"/>
              <a:t>Hệ thống con/thứ cấp (Subsystems)</a:t>
            </a:r>
            <a:endParaRPr/>
          </a:p>
          <a:p>
            <a:pPr indent="-246888" lvl="1" marL="640080" rtl="0" algn="l">
              <a:spcBef>
                <a:spcPts val="480"/>
              </a:spcBef>
              <a:spcAft>
                <a:spcPts val="0"/>
              </a:spcAft>
              <a:buSzPts val="2040"/>
              <a:buChar char="⚫"/>
            </a:pPr>
            <a:r>
              <a:rPr i="1" lang="en-US"/>
              <a:t>Giao diện của các hệ thống con (Subsystem interfaces)</a:t>
            </a:r>
            <a:endParaRPr/>
          </a:p>
        </p:txBody>
      </p:sp>
      <p:sp>
        <p:nvSpPr>
          <p:cNvPr id="124" name="Google Shape;124;p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3"/>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000"/>
              <a:buFont typeface="Calibri"/>
              <a:buNone/>
            </a:pPr>
            <a:r>
              <a:rPr lang="en-US" sz="4000"/>
              <a:t>Ngữ cảnh của việc Xác định Các phần tử Thiết kế</a:t>
            </a:r>
            <a:endParaRPr sz="4000"/>
          </a:p>
        </p:txBody>
      </p:sp>
      <p:sp>
        <p:nvSpPr>
          <p:cNvPr id="130" name="Google Shape;130;p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131" name="Google Shape;131;p3"/>
          <p:cNvGrpSpPr/>
          <p:nvPr/>
        </p:nvGrpSpPr>
        <p:grpSpPr>
          <a:xfrm>
            <a:off x="4495800" y="1282700"/>
            <a:ext cx="4013200" cy="5575300"/>
            <a:chOff x="1616" y="504"/>
            <a:chExt cx="2528" cy="3512"/>
          </a:xfrm>
        </p:grpSpPr>
        <p:sp>
          <p:nvSpPr>
            <p:cNvPr id="132" name="Google Shape;132;p3"/>
            <p:cNvSpPr/>
            <p:nvPr/>
          </p:nvSpPr>
          <p:spPr>
            <a:xfrm>
              <a:off x="1616" y="504"/>
              <a:ext cx="2528" cy="3512"/>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sp>
          <p:nvSpPr>
            <p:cNvPr id="133" name="Google Shape;133;p3"/>
            <p:cNvSpPr/>
            <p:nvPr/>
          </p:nvSpPr>
          <p:spPr>
            <a:xfrm>
              <a:off x="2728" y="569"/>
              <a:ext cx="111" cy="111"/>
            </a:xfrm>
            <a:prstGeom prst="ellipse">
              <a:avLst/>
            </a:prstGeom>
            <a:solidFill>
              <a:schemeClr val="lt2"/>
            </a:solidFill>
            <a:ln cap="flat" cmpd="sng" w="12700">
              <a:solidFill>
                <a:srgbClr val="FF9999"/>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grpSp>
          <p:nvGrpSpPr>
            <p:cNvPr id="134" name="Google Shape;134;p3"/>
            <p:cNvGrpSpPr/>
            <p:nvPr/>
          </p:nvGrpSpPr>
          <p:grpSpPr>
            <a:xfrm>
              <a:off x="3321" y="1631"/>
              <a:ext cx="153" cy="153"/>
              <a:chOff x="3317" y="1579"/>
              <a:chExt cx="153" cy="153"/>
            </a:xfrm>
          </p:grpSpPr>
          <p:sp>
            <p:nvSpPr>
              <p:cNvPr id="135" name="Google Shape;135;p3"/>
              <p:cNvSpPr/>
              <p:nvPr/>
            </p:nvSpPr>
            <p:spPr>
              <a:xfrm>
                <a:off x="3338" y="1600"/>
                <a:ext cx="111" cy="111"/>
              </a:xfrm>
              <a:prstGeom prst="ellipse">
                <a:avLst/>
              </a:prstGeom>
              <a:solidFill>
                <a:schemeClr val="lt2"/>
              </a:solidFill>
              <a:ln cap="flat" cmpd="sng" w="12700">
                <a:solidFill>
                  <a:srgbClr val="FF9999"/>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sp>
            <p:nvSpPr>
              <p:cNvPr id="136" name="Google Shape;136;p3"/>
              <p:cNvSpPr/>
              <p:nvPr/>
            </p:nvSpPr>
            <p:spPr>
              <a:xfrm>
                <a:off x="3317" y="1579"/>
                <a:ext cx="153" cy="153"/>
              </a:xfrm>
              <a:prstGeom prst="ellipse">
                <a:avLst/>
              </a:prstGeom>
              <a:noFill/>
              <a:ln cap="flat" cmpd="sng" w="12700">
                <a:solidFill>
                  <a:srgbClr val="FF9999"/>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grpSp>
        <p:grpSp>
          <p:nvGrpSpPr>
            <p:cNvPr id="137" name="Google Shape;137;p3"/>
            <p:cNvGrpSpPr/>
            <p:nvPr/>
          </p:nvGrpSpPr>
          <p:grpSpPr>
            <a:xfrm>
              <a:off x="2789" y="3781"/>
              <a:ext cx="153" cy="153"/>
              <a:chOff x="3317" y="1579"/>
              <a:chExt cx="153" cy="153"/>
            </a:xfrm>
          </p:grpSpPr>
          <p:sp>
            <p:nvSpPr>
              <p:cNvPr id="138" name="Google Shape;138;p3"/>
              <p:cNvSpPr/>
              <p:nvPr/>
            </p:nvSpPr>
            <p:spPr>
              <a:xfrm>
                <a:off x="3338" y="1600"/>
                <a:ext cx="111" cy="111"/>
              </a:xfrm>
              <a:prstGeom prst="ellipse">
                <a:avLst/>
              </a:prstGeom>
              <a:solidFill>
                <a:schemeClr val="lt2"/>
              </a:solidFill>
              <a:ln cap="flat" cmpd="sng" w="12700">
                <a:solidFill>
                  <a:srgbClr val="FF9999"/>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sp>
            <p:nvSpPr>
              <p:cNvPr id="139" name="Google Shape;139;p3"/>
              <p:cNvSpPr/>
              <p:nvPr/>
            </p:nvSpPr>
            <p:spPr>
              <a:xfrm>
                <a:off x="3317" y="1579"/>
                <a:ext cx="153" cy="153"/>
              </a:xfrm>
              <a:prstGeom prst="ellipse">
                <a:avLst/>
              </a:prstGeom>
              <a:noFill/>
              <a:ln cap="flat" cmpd="sng" w="12700">
                <a:solidFill>
                  <a:srgbClr val="FF9999"/>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grpSp>
        <p:grpSp>
          <p:nvGrpSpPr>
            <p:cNvPr id="140" name="Google Shape;140;p3"/>
            <p:cNvGrpSpPr/>
            <p:nvPr/>
          </p:nvGrpSpPr>
          <p:grpSpPr>
            <a:xfrm>
              <a:off x="2221" y="1000"/>
              <a:ext cx="302" cy="198"/>
              <a:chOff x="2263" y="970"/>
              <a:chExt cx="288" cy="189"/>
            </a:xfrm>
          </p:grpSpPr>
          <p:sp>
            <p:nvSpPr>
              <p:cNvPr id="141" name="Google Shape;141;p3"/>
              <p:cNvSpPr/>
              <p:nvPr/>
            </p:nvSpPr>
            <p:spPr>
              <a:xfrm>
                <a:off x="2263" y="970"/>
                <a:ext cx="288" cy="189"/>
              </a:xfrm>
              <a:prstGeom prst="roundRect">
                <a:avLst>
                  <a:gd fmla="val 16667" name="adj"/>
                </a:avLst>
              </a:prstGeom>
              <a:solidFill>
                <a:srgbClr val="8ECC8E"/>
              </a:solidFill>
              <a:ln cap="flat" cmpd="sng" w="9525">
                <a:solidFill>
                  <a:schemeClr val="lt2"/>
                </a:solidFill>
                <a:prstDash val="solid"/>
                <a:round/>
                <a:headEnd len="sm" w="sm" type="none"/>
                <a:tailEnd len="sm" w="sm" type="none"/>
              </a:ln>
              <a:effectLst>
                <a:outerShdw rotWithShape="0" algn="ctr" dir="3378596" dist="45791">
                  <a:srgbClr val="C0C0C0"/>
                </a:outerShdw>
              </a:effectLst>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grpSp>
            <p:nvGrpSpPr>
              <p:cNvPr id="142" name="Google Shape;142;p3"/>
              <p:cNvGrpSpPr/>
              <p:nvPr/>
            </p:nvGrpSpPr>
            <p:grpSpPr>
              <a:xfrm>
                <a:off x="2300" y="996"/>
                <a:ext cx="86" cy="128"/>
                <a:chOff x="2853" y="1773"/>
                <a:chExt cx="161" cy="237"/>
              </a:xfrm>
            </p:grpSpPr>
            <p:sp>
              <p:nvSpPr>
                <p:cNvPr id="143" name="Google Shape;143;p3"/>
                <p:cNvSpPr/>
                <p:nvPr/>
              </p:nvSpPr>
              <p:spPr>
                <a:xfrm>
                  <a:off x="2853" y="1880"/>
                  <a:ext cx="161" cy="130"/>
                </a:xfrm>
                <a:prstGeom prst="parallelogram">
                  <a:avLst>
                    <a:gd fmla="val 30962" name="adj"/>
                  </a:avLst>
                </a:prstGeom>
                <a:solidFill>
                  <a:srgbClr val="FFCC99"/>
                </a:solidFill>
                <a:ln cap="flat" cmpd="sng" w="9525">
                  <a:solidFill>
                    <a:schemeClr val="lt2"/>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sp>
              <p:nvSpPr>
                <p:cNvPr id="144" name="Google Shape;144;p3"/>
                <p:cNvSpPr/>
                <p:nvPr/>
              </p:nvSpPr>
              <p:spPr>
                <a:xfrm>
                  <a:off x="2915" y="1773"/>
                  <a:ext cx="87" cy="87"/>
                </a:xfrm>
                <a:prstGeom prst="ellipse">
                  <a:avLst/>
                </a:prstGeom>
                <a:solidFill>
                  <a:srgbClr val="FFCC99"/>
                </a:solidFill>
                <a:ln cap="flat" cmpd="sng" w="9525">
                  <a:solidFill>
                    <a:schemeClr val="lt2"/>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grpSp>
          <p:grpSp>
            <p:nvGrpSpPr>
              <p:cNvPr id="145" name="Google Shape;145;p3"/>
              <p:cNvGrpSpPr/>
              <p:nvPr/>
            </p:nvGrpSpPr>
            <p:grpSpPr>
              <a:xfrm>
                <a:off x="2373" y="985"/>
                <a:ext cx="65" cy="93"/>
                <a:chOff x="3387" y="1863"/>
                <a:chExt cx="122" cy="174"/>
              </a:xfrm>
            </p:grpSpPr>
            <p:sp>
              <p:nvSpPr>
                <p:cNvPr id="146" name="Google Shape;146;p3"/>
                <p:cNvSpPr/>
                <p:nvPr/>
              </p:nvSpPr>
              <p:spPr>
                <a:xfrm>
                  <a:off x="3387" y="1863"/>
                  <a:ext cx="122" cy="174"/>
                </a:xfrm>
                <a:custGeom>
                  <a:rect b="b" l="l" r="r" t="t"/>
                  <a:pathLst>
                    <a:path extrusionOk="0" h="174" w="122">
                      <a:moveTo>
                        <a:pt x="0" y="0"/>
                      </a:moveTo>
                      <a:lnTo>
                        <a:pt x="0" y="174"/>
                      </a:lnTo>
                      <a:lnTo>
                        <a:pt x="122" y="174"/>
                      </a:lnTo>
                      <a:lnTo>
                        <a:pt x="122" y="38"/>
                      </a:lnTo>
                      <a:lnTo>
                        <a:pt x="84" y="0"/>
                      </a:lnTo>
                      <a:lnTo>
                        <a:pt x="0" y="0"/>
                      </a:lnTo>
                      <a:close/>
                    </a:path>
                  </a:pathLst>
                </a:custGeom>
                <a:solidFill>
                  <a:srgbClr val="FF9966"/>
                </a:solidFill>
                <a:ln cap="flat" cmpd="sng" w="9525">
                  <a:solidFill>
                    <a:schemeClr val="lt2"/>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cxnSp>
              <p:nvCxnSpPr>
                <p:cNvPr id="147" name="Google Shape;147;p3"/>
                <p:cNvCxnSpPr/>
                <p:nvPr/>
              </p:nvCxnSpPr>
              <p:spPr>
                <a:xfrm>
                  <a:off x="3468" y="1863"/>
                  <a:ext cx="0" cy="41"/>
                </a:xfrm>
                <a:prstGeom prst="straightConnector1">
                  <a:avLst/>
                </a:prstGeom>
                <a:noFill/>
                <a:ln cap="flat" cmpd="sng" w="9525">
                  <a:solidFill>
                    <a:schemeClr val="lt2"/>
                  </a:solidFill>
                  <a:prstDash val="solid"/>
                  <a:round/>
                  <a:headEnd len="med" w="med" type="none"/>
                  <a:tailEnd len="med" w="med" type="none"/>
                </a:ln>
              </p:spPr>
            </p:cxnSp>
            <p:cxnSp>
              <p:nvCxnSpPr>
                <p:cNvPr id="148" name="Google Shape;148;p3"/>
                <p:cNvCxnSpPr/>
                <p:nvPr/>
              </p:nvCxnSpPr>
              <p:spPr>
                <a:xfrm rot="10800000">
                  <a:off x="3466" y="1904"/>
                  <a:ext cx="41" cy="0"/>
                </a:xfrm>
                <a:prstGeom prst="straightConnector1">
                  <a:avLst/>
                </a:prstGeom>
                <a:noFill/>
                <a:ln cap="flat" cmpd="sng" w="9525">
                  <a:solidFill>
                    <a:schemeClr val="lt2"/>
                  </a:solidFill>
                  <a:prstDash val="solid"/>
                  <a:round/>
                  <a:headEnd len="med" w="med" type="none"/>
                  <a:tailEnd len="med" w="med" type="none"/>
                </a:ln>
              </p:spPr>
            </p:cxnSp>
          </p:grpSp>
          <p:sp>
            <p:nvSpPr>
              <p:cNvPr id="149" name="Google Shape;149;p3"/>
              <p:cNvSpPr/>
              <p:nvPr/>
            </p:nvSpPr>
            <p:spPr>
              <a:xfrm>
                <a:off x="2400" y="1055"/>
                <a:ext cx="129" cy="74"/>
              </a:xfrm>
              <a:prstGeom prst="homePlate">
                <a:avLst>
                  <a:gd fmla="val 51571" name="adj"/>
                </a:avLst>
              </a:prstGeom>
              <a:solidFill>
                <a:srgbClr val="FFFFCC"/>
              </a:solidFill>
              <a:ln cap="flat" cmpd="sng" w="9525">
                <a:solidFill>
                  <a:schemeClr val="lt2"/>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grpSp>
        <p:grpSp>
          <p:nvGrpSpPr>
            <p:cNvPr id="150" name="Google Shape;150;p3"/>
            <p:cNvGrpSpPr/>
            <p:nvPr/>
          </p:nvGrpSpPr>
          <p:grpSpPr>
            <a:xfrm>
              <a:off x="3238" y="1000"/>
              <a:ext cx="302" cy="198"/>
              <a:chOff x="2263" y="970"/>
              <a:chExt cx="288" cy="189"/>
            </a:xfrm>
          </p:grpSpPr>
          <p:sp>
            <p:nvSpPr>
              <p:cNvPr id="151" name="Google Shape;151;p3"/>
              <p:cNvSpPr/>
              <p:nvPr/>
            </p:nvSpPr>
            <p:spPr>
              <a:xfrm>
                <a:off x="2263" y="970"/>
                <a:ext cx="288" cy="189"/>
              </a:xfrm>
              <a:prstGeom prst="roundRect">
                <a:avLst>
                  <a:gd fmla="val 16667" name="adj"/>
                </a:avLst>
              </a:prstGeom>
              <a:solidFill>
                <a:srgbClr val="8ECC8E"/>
              </a:solidFill>
              <a:ln cap="flat" cmpd="sng" w="9525">
                <a:solidFill>
                  <a:schemeClr val="lt2"/>
                </a:solidFill>
                <a:prstDash val="solid"/>
                <a:round/>
                <a:headEnd len="sm" w="sm" type="none"/>
                <a:tailEnd len="sm" w="sm" type="none"/>
              </a:ln>
              <a:effectLst>
                <a:outerShdw rotWithShape="0" algn="ctr" dir="3378596" dist="45791">
                  <a:srgbClr val="C0C0C0"/>
                </a:outerShdw>
              </a:effectLst>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grpSp>
            <p:nvGrpSpPr>
              <p:cNvPr id="152" name="Google Shape;152;p3"/>
              <p:cNvGrpSpPr/>
              <p:nvPr/>
            </p:nvGrpSpPr>
            <p:grpSpPr>
              <a:xfrm>
                <a:off x="2300" y="996"/>
                <a:ext cx="86" cy="128"/>
                <a:chOff x="2853" y="1773"/>
                <a:chExt cx="161" cy="237"/>
              </a:xfrm>
            </p:grpSpPr>
            <p:sp>
              <p:nvSpPr>
                <p:cNvPr id="153" name="Google Shape;153;p3"/>
                <p:cNvSpPr/>
                <p:nvPr/>
              </p:nvSpPr>
              <p:spPr>
                <a:xfrm>
                  <a:off x="2853" y="1880"/>
                  <a:ext cx="161" cy="130"/>
                </a:xfrm>
                <a:prstGeom prst="parallelogram">
                  <a:avLst>
                    <a:gd fmla="val 30962" name="adj"/>
                  </a:avLst>
                </a:prstGeom>
                <a:solidFill>
                  <a:srgbClr val="FFCC99"/>
                </a:solidFill>
                <a:ln cap="flat" cmpd="sng" w="9525">
                  <a:solidFill>
                    <a:schemeClr val="lt2"/>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sp>
              <p:nvSpPr>
                <p:cNvPr id="154" name="Google Shape;154;p3"/>
                <p:cNvSpPr/>
                <p:nvPr/>
              </p:nvSpPr>
              <p:spPr>
                <a:xfrm>
                  <a:off x="2915" y="1773"/>
                  <a:ext cx="87" cy="87"/>
                </a:xfrm>
                <a:prstGeom prst="ellipse">
                  <a:avLst/>
                </a:prstGeom>
                <a:solidFill>
                  <a:srgbClr val="FFCC99"/>
                </a:solidFill>
                <a:ln cap="flat" cmpd="sng" w="9525">
                  <a:solidFill>
                    <a:schemeClr val="lt2"/>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grpSp>
          <p:grpSp>
            <p:nvGrpSpPr>
              <p:cNvPr id="155" name="Google Shape;155;p3"/>
              <p:cNvGrpSpPr/>
              <p:nvPr/>
            </p:nvGrpSpPr>
            <p:grpSpPr>
              <a:xfrm>
                <a:off x="2373" y="985"/>
                <a:ext cx="65" cy="93"/>
                <a:chOff x="3387" y="1863"/>
                <a:chExt cx="122" cy="174"/>
              </a:xfrm>
            </p:grpSpPr>
            <p:sp>
              <p:nvSpPr>
                <p:cNvPr id="156" name="Google Shape;156;p3"/>
                <p:cNvSpPr/>
                <p:nvPr/>
              </p:nvSpPr>
              <p:spPr>
                <a:xfrm>
                  <a:off x="3387" y="1863"/>
                  <a:ext cx="122" cy="174"/>
                </a:xfrm>
                <a:custGeom>
                  <a:rect b="b" l="l" r="r" t="t"/>
                  <a:pathLst>
                    <a:path extrusionOk="0" h="174" w="122">
                      <a:moveTo>
                        <a:pt x="0" y="0"/>
                      </a:moveTo>
                      <a:lnTo>
                        <a:pt x="0" y="174"/>
                      </a:lnTo>
                      <a:lnTo>
                        <a:pt x="122" y="174"/>
                      </a:lnTo>
                      <a:lnTo>
                        <a:pt x="122" y="38"/>
                      </a:lnTo>
                      <a:lnTo>
                        <a:pt x="84" y="0"/>
                      </a:lnTo>
                      <a:lnTo>
                        <a:pt x="0" y="0"/>
                      </a:lnTo>
                      <a:close/>
                    </a:path>
                  </a:pathLst>
                </a:custGeom>
                <a:solidFill>
                  <a:srgbClr val="FF9966"/>
                </a:solidFill>
                <a:ln cap="flat" cmpd="sng" w="9525">
                  <a:solidFill>
                    <a:schemeClr val="lt2"/>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cxnSp>
              <p:nvCxnSpPr>
                <p:cNvPr id="157" name="Google Shape;157;p3"/>
                <p:cNvCxnSpPr/>
                <p:nvPr/>
              </p:nvCxnSpPr>
              <p:spPr>
                <a:xfrm>
                  <a:off x="3468" y="1863"/>
                  <a:ext cx="0" cy="41"/>
                </a:xfrm>
                <a:prstGeom prst="straightConnector1">
                  <a:avLst/>
                </a:prstGeom>
                <a:noFill/>
                <a:ln cap="flat" cmpd="sng" w="9525">
                  <a:solidFill>
                    <a:schemeClr val="lt2"/>
                  </a:solidFill>
                  <a:prstDash val="solid"/>
                  <a:round/>
                  <a:headEnd len="med" w="med" type="none"/>
                  <a:tailEnd len="med" w="med" type="none"/>
                </a:ln>
              </p:spPr>
            </p:cxnSp>
            <p:cxnSp>
              <p:nvCxnSpPr>
                <p:cNvPr id="158" name="Google Shape;158;p3"/>
                <p:cNvCxnSpPr/>
                <p:nvPr/>
              </p:nvCxnSpPr>
              <p:spPr>
                <a:xfrm rot="10800000">
                  <a:off x="3466" y="1904"/>
                  <a:ext cx="41" cy="0"/>
                </a:xfrm>
                <a:prstGeom prst="straightConnector1">
                  <a:avLst/>
                </a:prstGeom>
                <a:noFill/>
                <a:ln cap="flat" cmpd="sng" w="9525">
                  <a:solidFill>
                    <a:schemeClr val="lt2"/>
                  </a:solidFill>
                  <a:prstDash val="solid"/>
                  <a:round/>
                  <a:headEnd len="med" w="med" type="none"/>
                  <a:tailEnd len="med" w="med" type="none"/>
                </a:ln>
              </p:spPr>
            </p:cxnSp>
          </p:grpSp>
          <p:sp>
            <p:nvSpPr>
              <p:cNvPr id="159" name="Google Shape;159;p3"/>
              <p:cNvSpPr/>
              <p:nvPr/>
            </p:nvSpPr>
            <p:spPr>
              <a:xfrm>
                <a:off x="2400" y="1055"/>
                <a:ext cx="129" cy="74"/>
              </a:xfrm>
              <a:prstGeom prst="homePlate">
                <a:avLst>
                  <a:gd fmla="val 51571" name="adj"/>
                </a:avLst>
              </a:prstGeom>
              <a:solidFill>
                <a:srgbClr val="FFFFCC"/>
              </a:solidFill>
              <a:ln cap="flat" cmpd="sng" w="9525">
                <a:solidFill>
                  <a:schemeClr val="lt2"/>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grpSp>
        <p:grpSp>
          <p:nvGrpSpPr>
            <p:cNvPr id="160" name="Google Shape;160;p3"/>
            <p:cNvGrpSpPr/>
            <p:nvPr/>
          </p:nvGrpSpPr>
          <p:grpSpPr>
            <a:xfrm>
              <a:off x="2971" y="1882"/>
              <a:ext cx="302" cy="198"/>
              <a:chOff x="2263" y="970"/>
              <a:chExt cx="288" cy="189"/>
            </a:xfrm>
          </p:grpSpPr>
          <p:sp>
            <p:nvSpPr>
              <p:cNvPr id="161" name="Google Shape;161;p3"/>
              <p:cNvSpPr/>
              <p:nvPr/>
            </p:nvSpPr>
            <p:spPr>
              <a:xfrm>
                <a:off x="2263" y="970"/>
                <a:ext cx="288" cy="189"/>
              </a:xfrm>
              <a:prstGeom prst="roundRect">
                <a:avLst>
                  <a:gd fmla="val 16667" name="adj"/>
                </a:avLst>
              </a:prstGeom>
              <a:solidFill>
                <a:srgbClr val="8ECC8E"/>
              </a:solidFill>
              <a:ln cap="flat" cmpd="sng" w="9525">
                <a:solidFill>
                  <a:schemeClr val="lt2"/>
                </a:solidFill>
                <a:prstDash val="solid"/>
                <a:round/>
                <a:headEnd len="sm" w="sm" type="none"/>
                <a:tailEnd len="sm" w="sm" type="none"/>
              </a:ln>
              <a:effectLst>
                <a:outerShdw rotWithShape="0" algn="ctr" dir="3378596" dist="45791">
                  <a:srgbClr val="C0C0C0"/>
                </a:outerShdw>
              </a:effectLst>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grpSp>
            <p:nvGrpSpPr>
              <p:cNvPr id="162" name="Google Shape;162;p3"/>
              <p:cNvGrpSpPr/>
              <p:nvPr/>
            </p:nvGrpSpPr>
            <p:grpSpPr>
              <a:xfrm>
                <a:off x="2300" y="996"/>
                <a:ext cx="86" cy="128"/>
                <a:chOff x="2853" y="1773"/>
                <a:chExt cx="161" cy="237"/>
              </a:xfrm>
            </p:grpSpPr>
            <p:sp>
              <p:nvSpPr>
                <p:cNvPr id="163" name="Google Shape;163;p3"/>
                <p:cNvSpPr/>
                <p:nvPr/>
              </p:nvSpPr>
              <p:spPr>
                <a:xfrm>
                  <a:off x="2853" y="1880"/>
                  <a:ext cx="161" cy="130"/>
                </a:xfrm>
                <a:prstGeom prst="parallelogram">
                  <a:avLst>
                    <a:gd fmla="val 30962" name="adj"/>
                  </a:avLst>
                </a:prstGeom>
                <a:solidFill>
                  <a:srgbClr val="FFCC99"/>
                </a:solidFill>
                <a:ln cap="flat" cmpd="sng" w="9525">
                  <a:solidFill>
                    <a:schemeClr val="lt2"/>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sp>
              <p:nvSpPr>
                <p:cNvPr id="164" name="Google Shape;164;p3"/>
                <p:cNvSpPr/>
                <p:nvPr/>
              </p:nvSpPr>
              <p:spPr>
                <a:xfrm>
                  <a:off x="2915" y="1773"/>
                  <a:ext cx="87" cy="87"/>
                </a:xfrm>
                <a:prstGeom prst="ellipse">
                  <a:avLst/>
                </a:prstGeom>
                <a:solidFill>
                  <a:srgbClr val="FFCC99"/>
                </a:solidFill>
                <a:ln cap="flat" cmpd="sng" w="9525">
                  <a:solidFill>
                    <a:schemeClr val="lt2"/>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grpSp>
          <p:grpSp>
            <p:nvGrpSpPr>
              <p:cNvPr id="165" name="Google Shape;165;p3"/>
              <p:cNvGrpSpPr/>
              <p:nvPr/>
            </p:nvGrpSpPr>
            <p:grpSpPr>
              <a:xfrm>
                <a:off x="2373" y="985"/>
                <a:ext cx="65" cy="93"/>
                <a:chOff x="3387" y="1863"/>
                <a:chExt cx="122" cy="174"/>
              </a:xfrm>
            </p:grpSpPr>
            <p:sp>
              <p:nvSpPr>
                <p:cNvPr id="166" name="Google Shape;166;p3"/>
                <p:cNvSpPr/>
                <p:nvPr/>
              </p:nvSpPr>
              <p:spPr>
                <a:xfrm>
                  <a:off x="3387" y="1863"/>
                  <a:ext cx="122" cy="174"/>
                </a:xfrm>
                <a:custGeom>
                  <a:rect b="b" l="l" r="r" t="t"/>
                  <a:pathLst>
                    <a:path extrusionOk="0" h="174" w="122">
                      <a:moveTo>
                        <a:pt x="0" y="0"/>
                      </a:moveTo>
                      <a:lnTo>
                        <a:pt x="0" y="174"/>
                      </a:lnTo>
                      <a:lnTo>
                        <a:pt x="122" y="174"/>
                      </a:lnTo>
                      <a:lnTo>
                        <a:pt x="122" y="38"/>
                      </a:lnTo>
                      <a:lnTo>
                        <a:pt x="84" y="0"/>
                      </a:lnTo>
                      <a:lnTo>
                        <a:pt x="0" y="0"/>
                      </a:lnTo>
                      <a:close/>
                    </a:path>
                  </a:pathLst>
                </a:custGeom>
                <a:solidFill>
                  <a:srgbClr val="FF9966"/>
                </a:solidFill>
                <a:ln cap="flat" cmpd="sng" w="9525">
                  <a:solidFill>
                    <a:schemeClr val="lt2"/>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cxnSp>
              <p:nvCxnSpPr>
                <p:cNvPr id="167" name="Google Shape;167;p3"/>
                <p:cNvCxnSpPr/>
                <p:nvPr/>
              </p:nvCxnSpPr>
              <p:spPr>
                <a:xfrm>
                  <a:off x="3468" y="1863"/>
                  <a:ext cx="0" cy="41"/>
                </a:xfrm>
                <a:prstGeom prst="straightConnector1">
                  <a:avLst/>
                </a:prstGeom>
                <a:noFill/>
                <a:ln cap="flat" cmpd="sng" w="9525">
                  <a:solidFill>
                    <a:schemeClr val="lt2"/>
                  </a:solidFill>
                  <a:prstDash val="solid"/>
                  <a:round/>
                  <a:headEnd len="med" w="med" type="none"/>
                  <a:tailEnd len="med" w="med" type="none"/>
                </a:ln>
              </p:spPr>
            </p:cxnSp>
            <p:cxnSp>
              <p:nvCxnSpPr>
                <p:cNvPr id="168" name="Google Shape;168;p3"/>
                <p:cNvCxnSpPr/>
                <p:nvPr/>
              </p:nvCxnSpPr>
              <p:spPr>
                <a:xfrm rot="10800000">
                  <a:off x="3466" y="1904"/>
                  <a:ext cx="41" cy="0"/>
                </a:xfrm>
                <a:prstGeom prst="straightConnector1">
                  <a:avLst/>
                </a:prstGeom>
                <a:noFill/>
                <a:ln cap="flat" cmpd="sng" w="9525">
                  <a:solidFill>
                    <a:schemeClr val="lt2"/>
                  </a:solidFill>
                  <a:prstDash val="solid"/>
                  <a:round/>
                  <a:headEnd len="med" w="med" type="none"/>
                  <a:tailEnd len="med" w="med" type="none"/>
                </a:ln>
              </p:spPr>
            </p:cxnSp>
          </p:grpSp>
          <p:sp>
            <p:nvSpPr>
              <p:cNvPr id="169" name="Google Shape;169;p3"/>
              <p:cNvSpPr/>
              <p:nvPr/>
            </p:nvSpPr>
            <p:spPr>
              <a:xfrm>
                <a:off x="2400" y="1055"/>
                <a:ext cx="129" cy="74"/>
              </a:xfrm>
              <a:prstGeom prst="homePlate">
                <a:avLst>
                  <a:gd fmla="val 51571" name="adj"/>
                </a:avLst>
              </a:prstGeom>
              <a:solidFill>
                <a:srgbClr val="FFFFCC"/>
              </a:solidFill>
              <a:ln cap="flat" cmpd="sng" w="9525">
                <a:solidFill>
                  <a:schemeClr val="lt2"/>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grpSp>
        <p:grpSp>
          <p:nvGrpSpPr>
            <p:cNvPr id="170" name="Google Shape;170;p3"/>
            <p:cNvGrpSpPr/>
            <p:nvPr/>
          </p:nvGrpSpPr>
          <p:grpSpPr>
            <a:xfrm>
              <a:off x="2011" y="2209"/>
              <a:ext cx="302" cy="198"/>
              <a:chOff x="2263" y="970"/>
              <a:chExt cx="288" cy="189"/>
            </a:xfrm>
          </p:grpSpPr>
          <p:sp>
            <p:nvSpPr>
              <p:cNvPr id="171" name="Google Shape;171;p3"/>
              <p:cNvSpPr/>
              <p:nvPr/>
            </p:nvSpPr>
            <p:spPr>
              <a:xfrm>
                <a:off x="2263" y="970"/>
                <a:ext cx="288" cy="189"/>
              </a:xfrm>
              <a:prstGeom prst="roundRect">
                <a:avLst>
                  <a:gd fmla="val 16667" name="adj"/>
                </a:avLst>
              </a:prstGeom>
              <a:solidFill>
                <a:srgbClr val="8ECC8E"/>
              </a:solidFill>
              <a:ln cap="flat" cmpd="sng" w="9525">
                <a:solidFill>
                  <a:schemeClr val="lt2"/>
                </a:solidFill>
                <a:prstDash val="solid"/>
                <a:round/>
                <a:headEnd len="sm" w="sm" type="none"/>
                <a:tailEnd len="sm" w="sm" type="none"/>
              </a:ln>
              <a:effectLst>
                <a:outerShdw rotWithShape="0" algn="ctr" dir="3378596" dist="45791">
                  <a:srgbClr val="C0C0C0"/>
                </a:outerShdw>
              </a:effectLst>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grpSp>
            <p:nvGrpSpPr>
              <p:cNvPr id="172" name="Google Shape;172;p3"/>
              <p:cNvGrpSpPr/>
              <p:nvPr/>
            </p:nvGrpSpPr>
            <p:grpSpPr>
              <a:xfrm>
                <a:off x="2300" y="996"/>
                <a:ext cx="86" cy="128"/>
                <a:chOff x="2853" y="1773"/>
                <a:chExt cx="161" cy="237"/>
              </a:xfrm>
            </p:grpSpPr>
            <p:sp>
              <p:nvSpPr>
                <p:cNvPr id="173" name="Google Shape;173;p3"/>
                <p:cNvSpPr/>
                <p:nvPr/>
              </p:nvSpPr>
              <p:spPr>
                <a:xfrm>
                  <a:off x="2853" y="1880"/>
                  <a:ext cx="161" cy="130"/>
                </a:xfrm>
                <a:prstGeom prst="parallelogram">
                  <a:avLst>
                    <a:gd fmla="val 30962" name="adj"/>
                  </a:avLst>
                </a:prstGeom>
                <a:solidFill>
                  <a:srgbClr val="FFCC99"/>
                </a:solidFill>
                <a:ln cap="flat" cmpd="sng" w="9525">
                  <a:solidFill>
                    <a:schemeClr val="lt2"/>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sp>
              <p:nvSpPr>
                <p:cNvPr id="174" name="Google Shape;174;p3"/>
                <p:cNvSpPr/>
                <p:nvPr/>
              </p:nvSpPr>
              <p:spPr>
                <a:xfrm>
                  <a:off x="2915" y="1773"/>
                  <a:ext cx="87" cy="87"/>
                </a:xfrm>
                <a:prstGeom prst="ellipse">
                  <a:avLst/>
                </a:prstGeom>
                <a:solidFill>
                  <a:srgbClr val="FFCC99"/>
                </a:solidFill>
                <a:ln cap="flat" cmpd="sng" w="9525">
                  <a:solidFill>
                    <a:schemeClr val="lt2"/>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grpSp>
          <p:grpSp>
            <p:nvGrpSpPr>
              <p:cNvPr id="175" name="Google Shape;175;p3"/>
              <p:cNvGrpSpPr/>
              <p:nvPr/>
            </p:nvGrpSpPr>
            <p:grpSpPr>
              <a:xfrm>
                <a:off x="2373" y="985"/>
                <a:ext cx="65" cy="93"/>
                <a:chOff x="3387" y="1863"/>
                <a:chExt cx="122" cy="174"/>
              </a:xfrm>
            </p:grpSpPr>
            <p:sp>
              <p:nvSpPr>
                <p:cNvPr id="176" name="Google Shape;176;p3"/>
                <p:cNvSpPr/>
                <p:nvPr/>
              </p:nvSpPr>
              <p:spPr>
                <a:xfrm>
                  <a:off x="3387" y="1863"/>
                  <a:ext cx="122" cy="174"/>
                </a:xfrm>
                <a:custGeom>
                  <a:rect b="b" l="l" r="r" t="t"/>
                  <a:pathLst>
                    <a:path extrusionOk="0" h="174" w="122">
                      <a:moveTo>
                        <a:pt x="0" y="0"/>
                      </a:moveTo>
                      <a:lnTo>
                        <a:pt x="0" y="174"/>
                      </a:lnTo>
                      <a:lnTo>
                        <a:pt x="122" y="174"/>
                      </a:lnTo>
                      <a:lnTo>
                        <a:pt x="122" y="38"/>
                      </a:lnTo>
                      <a:lnTo>
                        <a:pt x="84" y="0"/>
                      </a:lnTo>
                      <a:lnTo>
                        <a:pt x="0" y="0"/>
                      </a:lnTo>
                      <a:close/>
                    </a:path>
                  </a:pathLst>
                </a:custGeom>
                <a:solidFill>
                  <a:srgbClr val="FF9966"/>
                </a:solidFill>
                <a:ln cap="flat" cmpd="sng" w="9525">
                  <a:solidFill>
                    <a:schemeClr val="lt2"/>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cxnSp>
              <p:nvCxnSpPr>
                <p:cNvPr id="177" name="Google Shape;177;p3"/>
                <p:cNvCxnSpPr/>
                <p:nvPr/>
              </p:nvCxnSpPr>
              <p:spPr>
                <a:xfrm>
                  <a:off x="3468" y="1863"/>
                  <a:ext cx="0" cy="41"/>
                </a:xfrm>
                <a:prstGeom prst="straightConnector1">
                  <a:avLst/>
                </a:prstGeom>
                <a:noFill/>
                <a:ln cap="flat" cmpd="sng" w="9525">
                  <a:solidFill>
                    <a:schemeClr val="lt2"/>
                  </a:solidFill>
                  <a:prstDash val="solid"/>
                  <a:round/>
                  <a:headEnd len="med" w="med" type="none"/>
                  <a:tailEnd len="med" w="med" type="none"/>
                </a:ln>
              </p:spPr>
            </p:cxnSp>
            <p:cxnSp>
              <p:nvCxnSpPr>
                <p:cNvPr id="178" name="Google Shape;178;p3"/>
                <p:cNvCxnSpPr/>
                <p:nvPr/>
              </p:nvCxnSpPr>
              <p:spPr>
                <a:xfrm rot="10800000">
                  <a:off x="3466" y="1904"/>
                  <a:ext cx="41" cy="0"/>
                </a:xfrm>
                <a:prstGeom prst="straightConnector1">
                  <a:avLst/>
                </a:prstGeom>
                <a:noFill/>
                <a:ln cap="flat" cmpd="sng" w="9525">
                  <a:solidFill>
                    <a:schemeClr val="lt2"/>
                  </a:solidFill>
                  <a:prstDash val="solid"/>
                  <a:round/>
                  <a:headEnd len="med" w="med" type="none"/>
                  <a:tailEnd len="med" w="med" type="none"/>
                </a:ln>
              </p:spPr>
            </p:cxnSp>
          </p:grpSp>
          <p:sp>
            <p:nvSpPr>
              <p:cNvPr id="179" name="Google Shape;179;p3"/>
              <p:cNvSpPr/>
              <p:nvPr/>
            </p:nvSpPr>
            <p:spPr>
              <a:xfrm>
                <a:off x="2400" y="1055"/>
                <a:ext cx="129" cy="74"/>
              </a:xfrm>
              <a:prstGeom prst="homePlate">
                <a:avLst>
                  <a:gd fmla="val 51571" name="adj"/>
                </a:avLst>
              </a:prstGeom>
              <a:solidFill>
                <a:srgbClr val="FFFFCC"/>
              </a:solidFill>
              <a:ln cap="flat" cmpd="sng" w="9525">
                <a:solidFill>
                  <a:schemeClr val="lt2"/>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grpSp>
        <p:grpSp>
          <p:nvGrpSpPr>
            <p:cNvPr id="180" name="Google Shape;180;p3"/>
            <p:cNvGrpSpPr/>
            <p:nvPr/>
          </p:nvGrpSpPr>
          <p:grpSpPr>
            <a:xfrm>
              <a:off x="2572" y="2725"/>
              <a:ext cx="302" cy="198"/>
              <a:chOff x="2263" y="970"/>
              <a:chExt cx="288" cy="189"/>
            </a:xfrm>
          </p:grpSpPr>
          <p:sp>
            <p:nvSpPr>
              <p:cNvPr id="181" name="Google Shape;181;p3"/>
              <p:cNvSpPr/>
              <p:nvPr/>
            </p:nvSpPr>
            <p:spPr>
              <a:xfrm>
                <a:off x="2263" y="970"/>
                <a:ext cx="288" cy="189"/>
              </a:xfrm>
              <a:prstGeom prst="roundRect">
                <a:avLst>
                  <a:gd fmla="val 16667" name="adj"/>
                </a:avLst>
              </a:prstGeom>
              <a:solidFill>
                <a:srgbClr val="8ECC8E"/>
              </a:solidFill>
              <a:ln cap="flat" cmpd="sng" w="9525">
                <a:solidFill>
                  <a:schemeClr val="lt2"/>
                </a:solidFill>
                <a:prstDash val="solid"/>
                <a:round/>
                <a:headEnd len="sm" w="sm" type="none"/>
                <a:tailEnd len="sm" w="sm" type="none"/>
              </a:ln>
              <a:effectLst>
                <a:outerShdw rotWithShape="0" algn="ctr" dir="3378596" dist="45791">
                  <a:srgbClr val="C0C0C0"/>
                </a:outerShdw>
              </a:effectLst>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grpSp>
            <p:nvGrpSpPr>
              <p:cNvPr id="182" name="Google Shape;182;p3"/>
              <p:cNvGrpSpPr/>
              <p:nvPr/>
            </p:nvGrpSpPr>
            <p:grpSpPr>
              <a:xfrm>
                <a:off x="2300" y="996"/>
                <a:ext cx="86" cy="128"/>
                <a:chOff x="2853" y="1773"/>
                <a:chExt cx="161" cy="237"/>
              </a:xfrm>
            </p:grpSpPr>
            <p:sp>
              <p:nvSpPr>
                <p:cNvPr id="183" name="Google Shape;183;p3"/>
                <p:cNvSpPr/>
                <p:nvPr/>
              </p:nvSpPr>
              <p:spPr>
                <a:xfrm>
                  <a:off x="2853" y="1880"/>
                  <a:ext cx="161" cy="130"/>
                </a:xfrm>
                <a:prstGeom prst="parallelogram">
                  <a:avLst>
                    <a:gd fmla="val 30962" name="adj"/>
                  </a:avLst>
                </a:prstGeom>
                <a:solidFill>
                  <a:srgbClr val="FFCC99"/>
                </a:solidFill>
                <a:ln cap="flat" cmpd="sng" w="9525">
                  <a:solidFill>
                    <a:schemeClr val="lt2"/>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sp>
              <p:nvSpPr>
                <p:cNvPr id="184" name="Google Shape;184;p3"/>
                <p:cNvSpPr/>
                <p:nvPr/>
              </p:nvSpPr>
              <p:spPr>
                <a:xfrm>
                  <a:off x="2915" y="1773"/>
                  <a:ext cx="87" cy="87"/>
                </a:xfrm>
                <a:prstGeom prst="ellipse">
                  <a:avLst/>
                </a:prstGeom>
                <a:solidFill>
                  <a:srgbClr val="FFCC99"/>
                </a:solidFill>
                <a:ln cap="flat" cmpd="sng" w="9525">
                  <a:solidFill>
                    <a:schemeClr val="lt2"/>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grpSp>
          <p:grpSp>
            <p:nvGrpSpPr>
              <p:cNvPr id="185" name="Google Shape;185;p3"/>
              <p:cNvGrpSpPr/>
              <p:nvPr/>
            </p:nvGrpSpPr>
            <p:grpSpPr>
              <a:xfrm>
                <a:off x="2373" y="985"/>
                <a:ext cx="65" cy="93"/>
                <a:chOff x="3387" y="1863"/>
                <a:chExt cx="122" cy="174"/>
              </a:xfrm>
            </p:grpSpPr>
            <p:sp>
              <p:nvSpPr>
                <p:cNvPr id="186" name="Google Shape;186;p3"/>
                <p:cNvSpPr/>
                <p:nvPr/>
              </p:nvSpPr>
              <p:spPr>
                <a:xfrm>
                  <a:off x="3387" y="1863"/>
                  <a:ext cx="122" cy="174"/>
                </a:xfrm>
                <a:custGeom>
                  <a:rect b="b" l="l" r="r" t="t"/>
                  <a:pathLst>
                    <a:path extrusionOk="0" h="174" w="122">
                      <a:moveTo>
                        <a:pt x="0" y="0"/>
                      </a:moveTo>
                      <a:lnTo>
                        <a:pt x="0" y="174"/>
                      </a:lnTo>
                      <a:lnTo>
                        <a:pt x="122" y="174"/>
                      </a:lnTo>
                      <a:lnTo>
                        <a:pt x="122" y="38"/>
                      </a:lnTo>
                      <a:lnTo>
                        <a:pt x="84" y="0"/>
                      </a:lnTo>
                      <a:lnTo>
                        <a:pt x="0" y="0"/>
                      </a:lnTo>
                      <a:close/>
                    </a:path>
                  </a:pathLst>
                </a:custGeom>
                <a:solidFill>
                  <a:srgbClr val="FF9966"/>
                </a:solidFill>
                <a:ln cap="flat" cmpd="sng" w="9525">
                  <a:solidFill>
                    <a:schemeClr val="lt2"/>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cxnSp>
              <p:nvCxnSpPr>
                <p:cNvPr id="187" name="Google Shape;187;p3"/>
                <p:cNvCxnSpPr/>
                <p:nvPr/>
              </p:nvCxnSpPr>
              <p:spPr>
                <a:xfrm>
                  <a:off x="3468" y="1863"/>
                  <a:ext cx="0" cy="41"/>
                </a:xfrm>
                <a:prstGeom prst="straightConnector1">
                  <a:avLst/>
                </a:prstGeom>
                <a:noFill/>
                <a:ln cap="flat" cmpd="sng" w="9525">
                  <a:solidFill>
                    <a:schemeClr val="lt2"/>
                  </a:solidFill>
                  <a:prstDash val="solid"/>
                  <a:round/>
                  <a:headEnd len="med" w="med" type="none"/>
                  <a:tailEnd len="med" w="med" type="none"/>
                </a:ln>
              </p:spPr>
            </p:cxnSp>
            <p:cxnSp>
              <p:nvCxnSpPr>
                <p:cNvPr id="188" name="Google Shape;188;p3"/>
                <p:cNvCxnSpPr/>
                <p:nvPr/>
              </p:nvCxnSpPr>
              <p:spPr>
                <a:xfrm rot="10800000">
                  <a:off x="3466" y="1904"/>
                  <a:ext cx="41" cy="0"/>
                </a:xfrm>
                <a:prstGeom prst="straightConnector1">
                  <a:avLst/>
                </a:prstGeom>
                <a:noFill/>
                <a:ln cap="flat" cmpd="sng" w="9525">
                  <a:solidFill>
                    <a:schemeClr val="lt2"/>
                  </a:solidFill>
                  <a:prstDash val="solid"/>
                  <a:round/>
                  <a:headEnd len="med" w="med" type="none"/>
                  <a:tailEnd len="med" w="med" type="none"/>
                </a:ln>
              </p:spPr>
            </p:cxnSp>
          </p:grpSp>
          <p:sp>
            <p:nvSpPr>
              <p:cNvPr id="189" name="Google Shape;189;p3"/>
              <p:cNvSpPr/>
              <p:nvPr/>
            </p:nvSpPr>
            <p:spPr>
              <a:xfrm>
                <a:off x="2400" y="1055"/>
                <a:ext cx="129" cy="74"/>
              </a:xfrm>
              <a:prstGeom prst="homePlate">
                <a:avLst>
                  <a:gd fmla="val 51571" name="adj"/>
                </a:avLst>
              </a:prstGeom>
              <a:solidFill>
                <a:srgbClr val="FFFFCC"/>
              </a:solidFill>
              <a:ln cap="flat" cmpd="sng" w="9525">
                <a:solidFill>
                  <a:schemeClr val="lt2"/>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grpSp>
        <p:grpSp>
          <p:nvGrpSpPr>
            <p:cNvPr id="190" name="Google Shape;190;p3"/>
            <p:cNvGrpSpPr/>
            <p:nvPr/>
          </p:nvGrpSpPr>
          <p:grpSpPr>
            <a:xfrm>
              <a:off x="3382" y="2725"/>
              <a:ext cx="302" cy="198"/>
              <a:chOff x="2263" y="970"/>
              <a:chExt cx="288" cy="189"/>
            </a:xfrm>
          </p:grpSpPr>
          <p:sp>
            <p:nvSpPr>
              <p:cNvPr id="191" name="Google Shape;191;p3"/>
              <p:cNvSpPr/>
              <p:nvPr/>
            </p:nvSpPr>
            <p:spPr>
              <a:xfrm>
                <a:off x="2263" y="970"/>
                <a:ext cx="288" cy="189"/>
              </a:xfrm>
              <a:prstGeom prst="roundRect">
                <a:avLst>
                  <a:gd fmla="val 16667" name="adj"/>
                </a:avLst>
              </a:prstGeom>
              <a:solidFill>
                <a:srgbClr val="8ECC8E"/>
              </a:solidFill>
              <a:ln cap="flat" cmpd="sng" w="9525">
                <a:solidFill>
                  <a:schemeClr val="lt2"/>
                </a:solidFill>
                <a:prstDash val="solid"/>
                <a:round/>
                <a:headEnd len="sm" w="sm" type="none"/>
                <a:tailEnd len="sm" w="sm" type="none"/>
              </a:ln>
              <a:effectLst>
                <a:outerShdw rotWithShape="0" algn="ctr" dir="3378596" dist="45791">
                  <a:srgbClr val="C0C0C0"/>
                </a:outerShdw>
              </a:effectLst>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grpSp>
            <p:nvGrpSpPr>
              <p:cNvPr id="192" name="Google Shape;192;p3"/>
              <p:cNvGrpSpPr/>
              <p:nvPr/>
            </p:nvGrpSpPr>
            <p:grpSpPr>
              <a:xfrm>
                <a:off x="2300" y="996"/>
                <a:ext cx="86" cy="128"/>
                <a:chOff x="2853" y="1773"/>
                <a:chExt cx="161" cy="237"/>
              </a:xfrm>
            </p:grpSpPr>
            <p:sp>
              <p:nvSpPr>
                <p:cNvPr id="193" name="Google Shape;193;p3"/>
                <p:cNvSpPr/>
                <p:nvPr/>
              </p:nvSpPr>
              <p:spPr>
                <a:xfrm>
                  <a:off x="2853" y="1880"/>
                  <a:ext cx="161" cy="130"/>
                </a:xfrm>
                <a:prstGeom prst="parallelogram">
                  <a:avLst>
                    <a:gd fmla="val 30962" name="adj"/>
                  </a:avLst>
                </a:prstGeom>
                <a:solidFill>
                  <a:srgbClr val="FFCC99"/>
                </a:solidFill>
                <a:ln cap="flat" cmpd="sng" w="9525">
                  <a:solidFill>
                    <a:schemeClr val="lt2"/>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sp>
              <p:nvSpPr>
                <p:cNvPr id="194" name="Google Shape;194;p3"/>
                <p:cNvSpPr/>
                <p:nvPr/>
              </p:nvSpPr>
              <p:spPr>
                <a:xfrm>
                  <a:off x="2915" y="1773"/>
                  <a:ext cx="87" cy="87"/>
                </a:xfrm>
                <a:prstGeom prst="ellipse">
                  <a:avLst/>
                </a:prstGeom>
                <a:solidFill>
                  <a:srgbClr val="FFCC99"/>
                </a:solidFill>
                <a:ln cap="flat" cmpd="sng" w="9525">
                  <a:solidFill>
                    <a:schemeClr val="lt2"/>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grpSp>
          <p:grpSp>
            <p:nvGrpSpPr>
              <p:cNvPr id="195" name="Google Shape;195;p3"/>
              <p:cNvGrpSpPr/>
              <p:nvPr/>
            </p:nvGrpSpPr>
            <p:grpSpPr>
              <a:xfrm>
                <a:off x="2373" y="985"/>
                <a:ext cx="65" cy="93"/>
                <a:chOff x="3387" y="1863"/>
                <a:chExt cx="122" cy="174"/>
              </a:xfrm>
            </p:grpSpPr>
            <p:sp>
              <p:nvSpPr>
                <p:cNvPr id="196" name="Google Shape;196;p3"/>
                <p:cNvSpPr/>
                <p:nvPr/>
              </p:nvSpPr>
              <p:spPr>
                <a:xfrm>
                  <a:off x="3387" y="1863"/>
                  <a:ext cx="122" cy="174"/>
                </a:xfrm>
                <a:custGeom>
                  <a:rect b="b" l="l" r="r" t="t"/>
                  <a:pathLst>
                    <a:path extrusionOk="0" h="174" w="122">
                      <a:moveTo>
                        <a:pt x="0" y="0"/>
                      </a:moveTo>
                      <a:lnTo>
                        <a:pt x="0" y="174"/>
                      </a:lnTo>
                      <a:lnTo>
                        <a:pt x="122" y="174"/>
                      </a:lnTo>
                      <a:lnTo>
                        <a:pt x="122" y="38"/>
                      </a:lnTo>
                      <a:lnTo>
                        <a:pt x="84" y="0"/>
                      </a:lnTo>
                      <a:lnTo>
                        <a:pt x="0" y="0"/>
                      </a:lnTo>
                      <a:close/>
                    </a:path>
                  </a:pathLst>
                </a:custGeom>
                <a:solidFill>
                  <a:srgbClr val="FF9966"/>
                </a:solidFill>
                <a:ln cap="flat" cmpd="sng" w="9525">
                  <a:solidFill>
                    <a:schemeClr val="lt2"/>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cxnSp>
              <p:nvCxnSpPr>
                <p:cNvPr id="197" name="Google Shape;197;p3"/>
                <p:cNvCxnSpPr/>
                <p:nvPr/>
              </p:nvCxnSpPr>
              <p:spPr>
                <a:xfrm>
                  <a:off x="3468" y="1863"/>
                  <a:ext cx="0" cy="41"/>
                </a:xfrm>
                <a:prstGeom prst="straightConnector1">
                  <a:avLst/>
                </a:prstGeom>
                <a:noFill/>
                <a:ln cap="flat" cmpd="sng" w="9525">
                  <a:solidFill>
                    <a:schemeClr val="lt2"/>
                  </a:solidFill>
                  <a:prstDash val="solid"/>
                  <a:round/>
                  <a:headEnd len="med" w="med" type="none"/>
                  <a:tailEnd len="med" w="med" type="none"/>
                </a:ln>
              </p:spPr>
            </p:cxnSp>
            <p:cxnSp>
              <p:nvCxnSpPr>
                <p:cNvPr id="198" name="Google Shape;198;p3"/>
                <p:cNvCxnSpPr/>
                <p:nvPr/>
              </p:nvCxnSpPr>
              <p:spPr>
                <a:xfrm rot="10800000">
                  <a:off x="3466" y="1904"/>
                  <a:ext cx="41" cy="0"/>
                </a:xfrm>
                <a:prstGeom prst="straightConnector1">
                  <a:avLst/>
                </a:prstGeom>
                <a:noFill/>
                <a:ln cap="flat" cmpd="sng" w="9525">
                  <a:solidFill>
                    <a:schemeClr val="lt2"/>
                  </a:solidFill>
                  <a:prstDash val="solid"/>
                  <a:round/>
                  <a:headEnd len="med" w="med" type="none"/>
                  <a:tailEnd len="med" w="med" type="none"/>
                </a:ln>
              </p:spPr>
            </p:cxnSp>
          </p:grpSp>
          <p:sp>
            <p:nvSpPr>
              <p:cNvPr id="199" name="Google Shape;199;p3"/>
              <p:cNvSpPr/>
              <p:nvPr/>
            </p:nvSpPr>
            <p:spPr>
              <a:xfrm>
                <a:off x="2400" y="1055"/>
                <a:ext cx="129" cy="74"/>
              </a:xfrm>
              <a:prstGeom prst="homePlate">
                <a:avLst>
                  <a:gd fmla="val 51571" name="adj"/>
                </a:avLst>
              </a:prstGeom>
              <a:solidFill>
                <a:srgbClr val="FFFFCC"/>
              </a:solidFill>
              <a:ln cap="flat" cmpd="sng" w="9525">
                <a:solidFill>
                  <a:schemeClr val="lt2"/>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grpSp>
        <p:sp>
          <p:nvSpPr>
            <p:cNvPr id="200" name="Google Shape;200;p3"/>
            <p:cNvSpPr txBox="1"/>
            <p:nvPr/>
          </p:nvSpPr>
          <p:spPr>
            <a:xfrm>
              <a:off x="1963" y="612"/>
              <a:ext cx="704" cy="301"/>
            </a:xfrm>
            <a:prstGeom prst="rect">
              <a:avLst/>
            </a:prstGeom>
            <a:noFill/>
            <a:ln>
              <a:noFill/>
            </a:ln>
          </p:spPr>
          <p:txBody>
            <a:bodyPr anchorCtr="0" anchor="t" bIns="53975" lIns="107950" spcFirstLastPara="1" rIns="107950" wrap="square" tIns="53975">
              <a:spAutoFit/>
            </a:bodyPr>
            <a:lstStyle/>
            <a:p>
              <a:pPr indent="0" lvl="0" marL="0" marR="0" rtl="0" algn="ctr">
                <a:lnSpc>
                  <a:spcPct val="35000"/>
                </a:lnSpc>
                <a:spcBef>
                  <a:spcPts val="0"/>
                </a:spcBef>
                <a:spcAft>
                  <a:spcPts val="0"/>
                </a:spcAft>
                <a:buNone/>
              </a:pPr>
              <a:r>
                <a:rPr lang="en-US" sz="1100">
                  <a:solidFill>
                    <a:schemeClr val="lt2"/>
                  </a:solidFill>
                  <a:latin typeface="Constantia"/>
                  <a:ea typeface="Constantia"/>
                  <a:cs typeface="Constantia"/>
                  <a:sym typeface="Constantia"/>
                </a:rPr>
                <a:t>[Early</a:t>
              </a:r>
              <a:endParaRPr/>
            </a:p>
            <a:p>
              <a:pPr indent="0" lvl="0" marL="0" marR="0" rtl="0" algn="ctr">
                <a:lnSpc>
                  <a:spcPct val="35000"/>
                </a:lnSpc>
                <a:spcBef>
                  <a:spcPts val="550"/>
                </a:spcBef>
                <a:spcAft>
                  <a:spcPts val="0"/>
                </a:spcAft>
                <a:buNone/>
              </a:pPr>
              <a:r>
                <a:rPr lang="en-US" sz="1100">
                  <a:solidFill>
                    <a:schemeClr val="lt2"/>
                  </a:solidFill>
                  <a:latin typeface="Constantia"/>
                  <a:ea typeface="Constantia"/>
                  <a:cs typeface="Constantia"/>
                  <a:sym typeface="Constantia"/>
                </a:rPr>
                <a:t>Elaboration</a:t>
              </a:r>
              <a:endParaRPr/>
            </a:p>
            <a:p>
              <a:pPr indent="0" lvl="0" marL="0" marR="0" rtl="0" algn="ctr">
                <a:lnSpc>
                  <a:spcPct val="35000"/>
                </a:lnSpc>
                <a:spcBef>
                  <a:spcPts val="550"/>
                </a:spcBef>
                <a:spcAft>
                  <a:spcPts val="0"/>
                </a:spcAft>
                <a:buNone/>
              </a:pPr>
              <a:r>
                <a:rPr lang="en-US" sz="1100">
                  <a:solidFill>
                    <a:schemeClr val="lt2"/>
                  </a:solidFill>
                  <a:latin typeface="Constantia"/>
                  <a:ea typeface="Constantia"/>
                  <a:cs typeface="Constantia"/>
                  <a:sym typeface="Constantia"/>
                </a:rPr>
                <a:t>  Iteration]</a:t>
              </a:r>
              <a:endParaRPr/>
            </a:p>
          </p:txBody>
        </p:sp>
        <p:sp>
          <p:nvSpPr>
            <p:cNvPr id="201" name="Google Shape;201;p3"/>
            <p:cNvSpPr txBox="1"/>
            <p:nvPr/>
          </p:nvSpPr>
          <p:spPr>
            <a:xfrm>
              <a:off x="2885" y="705"/>
              <a:ext cx="903" cy="211"/>
            </a:xfrm>
            <a:prstGeom prst="rect">
              <a:avLst/>
            </a:prstGeom>
            <a:noFill/>
            <a:ln>
              <a:noFill/>
            </a:ln>
          </p:spPr>
          <p:txBody>
            <a:bodyPr anchorCtr="0" anchor="t" bIns="53975" lIns="107950" spcFirstLastPara="1" rIns="107950" wrap="square" tIns="53975">
              <a:spAutoFit/>
            </a:bodyPr>
            <a:lstStyle/>
            <a:p>
              <a:pPr indent="0" lvl="0" marL="0" marR="0" rtl="0" algn="ctr">
                <a:lnSpc>
                  <a:spcPct val="35000"/>
                </a:lnSpc>
                <a:spcBef>
                  <a:spcPts val="0"/>
                </a:spcBef>
                <a:spcAft>
                  <a:spcPts val="0"/>
                </a:spcAft>
                <a:buNone/>
              </a:pPr>
              <a:r>
                <a:rPr lang="en-US" sz="1100">
                  <a:solidFill>
                    <a:schemeClr val="lt2"/>
                  </a:solidFill>
                  <a:latin typeface="Constantia"/>
                  <a:ea typeface="Constantia"/>
                  <a:cs typeface="Constantia"/>
                  <a:sym typeface="Constantia"/>
                </a:rPr>
                <a:t>[Inception</a:t>
              </a:r>
              <a:endParaRPr/>
            </a:p>
            <a:p>
              <a:pPr indent="0" lvl="0" marL="0" marR="0" rtl="0" algn="ctr">
                <a:lnSpc>
                  <a:spcPct val="35000"/>
                </a:lnSpc>
                <a:spcBef>
                  <a:spcPts val="550"/>
                </a:spcBef>
                <a:spcAft>
                  <a:spcPts val="0"/>
                </a:spcAft>
                <a:buNone/>
              </a:pPr>
              <a:r>
                <a:rPr lang="en-US" sz="1100">
                  <a:solidFill>
                    <a:schemeClr val="lt2"/>
                  </a:solidFill>
                  <a:latin typeface="Constantia"/>
                  <a:ea typeface="Constantia"/>
                  <a:cs typeface="Constantia"/>
                  <a:sym typeface="Constantia"/>
                </a:rPr>
                <a:t>  Iteration (Optional)]</a:t>
              </a:r>
              <a:endParaRPr/>
            </a:p>
          </p:txBody>
        </p:sp>
        <p:sp>
          <p:nvSpPr>
            <p:cNvPr id="202" name="Google Shape;202;p3"/>
            <p:cNvSpPr txBox="1"/>
            <p:nvPr/>
          </p:nvSpPr>
          <p:spPr>
            <a:xfrm>
              <a:off x="1925" y="1237"/>
              <a:ext cx="903" cy="197"/>
            </a:xfrm>
            <a:prstGeom prst="rect">
              <a:avLst/>
            </a:prstGeom>
            <a:noFill/>
            <a:ln>
              <a:noFill/>
            </a:ln>
          </p:spPr>
          <p:txBody>
            <a:bodyPr anchorCtr="0" anchor="t" bIns="53975" lIns="107950" spcFirstLastPara="1" rIns="107950" wrap="square" tIns="53975">
              <a:spAutoFit/>
            </a:bodyPr>
            <a:lstStyle/>
            <a:p>
              <a:pPr indent="0" lvl="0" marL="0" marR="0" rtl="0" algn="ctr">
                <a:lnSpc>
                  <a:spcPct val="35000"/>
                </a:lnSpc>
                <a:spcBef>
                  <a:spcPts val="0"/>
                </a:spcBef>
                <a:spcAft>
                  <a:spcPts val="0"/>
                </a:spcAft>
                <a:buNone/>
              </a:pPr>
              <a:r>
                <a:rPr lang="en-US" sz="1100">
                  <a:solidFill>
                    <a:schemeClr val="lt2"/>
                  </a:solidFill>
                  <a:latin typeface="Constantia"/>
                  <a:ea typeface="Constantia"/>
                  <a:cs typeface="Constantia"/>
                  <a:sym typeface="Constantia"/>
                </a:rPr>
                <a:t>Define a Candidate</a:t>
              </a:r>
              <a:endParaRPr/>
            </a:p>
            <a:p>
              <a:pPr indent="0" lvl="0" marL="0" marR="0" rtl="0" algn="ctr">
                <a:lnSpc>
                  <a:spcPct val="35000"/>
                </a:lnSpc>
                <a:spcBef>
                  <a:spcPts val="550"/>
                </a:spcBef>
                <a:spcAft>
                  <a:spcPts val="0"/>
                </a:spcAft>
                <a:buNone/>
              </a:pPr>
              <a:r>
                <a:rPr lang="en-US" sz="1100">
                  <a:solidFill>
                    <a:schemeClr val="lt2"/>
                  </a:solidFill>
                  <a:latin typeface="Constantia"/>
                  <a:ea typeface="Constantia"/>
                  <a:cs typeface="Constantia"/>
                  <a:sym typeface="Constantia"/>
                </a:rPr>
                <a:t>Architecture</a:t>
              </a:r>
              <a:endParaRPr/>
            </a:p>
          </p:txBody>
        </p:sp>
        <p:sp>
          <p:nvSpPr>
            <p:cNvPr id="203" name="Google Shape;203;p3"/>
            <p:cNvSpPr txBox="1"/>
            <p:nvPr/>
          </p:nvSpPr>
          <p:spPr>
            <a:xfrm>
              <a:off x="3035" y="1236"/>
              <a:ext cx="704" cy="301"/>
            </a:xfrm>
            <a:prstGeom prst="rect">
              <a:avLst/>
            </a:prstGeom>
            <a:noFill/>
            <a:ln>
              <a:noFill/>
            </a:ln>
          </p:spPr>
          <p:txBody>
            <a:bodyPr anchorCtr="0" anchor="t" bIns="53975" lIns="107950" spcFirstLastPara="1" rIns="107950" wrap="square" tIns="53975">
              <a:spAutoFit/>
            </a:bodyPr>
            <a:lstStyle/>
            <a:p>
              <a:pPr indent="0" lvl="0" marL="0" marR="0" rtl="0" algn="ctr">
                <a:lnSpc>
                  <a:spcPct val="35000"/>
                </a:lnSpc>
                <a:spcBef>
                  <a:spcPts val="0"/>
                </a:spcBef>
                <a:spcAft>
                  <a:spcPts val="0"/>
                </a:spcAft>
                <a:buNone/>
              </a:pPr>
              <a:r>
                <a:rPr lang="en-US" sz="1100">
                  <a:solidFill>
                    <a:schemeClr val="lt2"/>
                  </a:solidFill>
                  <a:latin typeface="Constantia"/>
                  <a:ea typeface="Constantia"/>
                  <a:cs typeface="Constantia"/>
                  <a:sym typeface="Constantia"/>
                </a:rPr>
                <a:t>Perform</a:t>
              </a:r>
              <a:endParaRPr/>
            </a:p>
            <a:p>
              <a:pPr indent="0" lvl="0" marL="0" marR="0" rtl="0" algn="ctr">
                <a:lnSpc>
                  <a:spcPct val="35000"/>
                </a:lnSpc>
                <a:spcBef>
                  <a:spcPts val="550"/>
                </a:spcBef>
                <a:spcAft>
                  <a:spcPts val="0"/>
                </a:spcAft>
                <a:buNone/>
              </a:pPr>
              <a:r>
                <a:rPr lang="en-US" sz="1100">
                  <a:solidFill>
                    <a:schemeClr val="lt2"/>
                  </a:solidFill>
                  <a:latin typeface="Constantia"/>
                  <a:ea typeface="Constantia"/>
                  <a:cs typeface="Constantia"/>
                  <a:sym typeface="Constantia"/>
                </a:rPr>
                <a:t>Architectural</a:t>
              </a:r>
              <a:endParaRPr/>
            </a:p>
            <a:p>
              <a:pPr indent="0" lvl="0" marL="0" marR="0" rtl="0" algn="ctr">
                <a:lnSpc>
                  <a:spcPct val="35000"/>
                </a:lnSpc>
                <a:spcBef>
                  <a:spcPts val="550"/>
                </a:spcBef>
                <a:spcAft>
                  <a:spcPts val="0"/>
                </a:spcAft>
                <a:buNone/>
              </a:pPr>
              <a:r>
                <a:rPr lang="en-US" sz="1100">
                  <a:solidFill>
                    <a:schemeClr val="lt2"/>
                  </a:solidFill>
                  <a:latin typeface="Constantia"/>
                  <a:ea typeface="Constantia"/>
                  <a:cs typeface="Constantia"/>
                  <a:sym typeface="Constantia"/>
                </a:rPr>
                <a:t>Synthesis</a:t>
              </a:r>
              <a:endParaRPr/>
            </a:p>
          </p:txBody>
        </p:sp>
        <p:sp>
          <p:nvSpPr>
            <p:cNvPr id="204" name="Google Shape;204;p3"/>
            <p:cNvSpPr txBox="1"/>
            <p:nvPr/>
          </p:nvSpPr>
          <p:spPr>
            <a:xfrm>
              <a:off x="2745" y="2118"/>
              <a:ext cx="762" cy="106"/>
            </a:xfrm>
            <a:prstGeom prst="rect">
              <a:avLst/>
            </a:prstGeom>
            <a:noFill/>
            <a:ln>
              <a:noFill/>
            </a:ln>
          </p:spPr>
          <p:txBody>
            <a:bodyPr anchorCtr="0" anchor="t" bIns="53975" lIns="107950" spcFirstLastPara="1" rIns="107950" wrap="square" tIns="53975">
              <a:spAutoFit/>
            </a:bodyPr>
            <a:lstStyle/>
            <a:p>
              <a:pPr indent="0" lvl="0" marL="0" marR="0" rtl="0" algn="ctr">
                <a:lnSpc>
                  <a:spcPct val="35000"/>
                </a:lnSpc>
                <a:spcBef>
                  <a:spcPts val="0"/>
                </a:spcBef>
                <a:spcAft>
                  <a:spcPts val="0"/>
                </a:spcAft>
                <a:buNone/>
              </a:pPr>
              <a:r>
                <a:rPr lang="en-US" sz="1100">
                  <a:solidFill>
                    <a:schemeClr val="lt2"/>
                  </a:solidFill>
                  <a:latin typeface="Constantia"/>
                  <a:ea typeface="Constantia"/>
                  <a:cs typeface="Constantia"/>
                  <a:sym typeface="Constantia"/>
                </a:rPr>
                <a:t>Analyze Behavior</a:t>
              </a:r>
              <a:endParaRPr/>
            </a:p>
          </p:txBody>
        </p:sp>
        <p:sp>
          <p:nvSpPr>
            <p:cNvPr id="205" name="Google Shape;205;p3"/>
            <p:cNvSpPr txBox="1"/>
            <p:nvPr/>
          </p:nvSpPr>
          <p:spPr>
            <a:xfrm>
              <a:off x="1880" y="2445"/>
              <a:ext cx="570" cy="234"/>
            </a:xfrm>
            <a:prstGeom prst="rect">
              <a:avLst/>
            </a:prstGeom>
            <a:noFill/>
            <a:ln>
              <a:noFill/>
            </a:ln>
          </p:spPr>
          <p:txBody>
            <a:bodyPr anchorCtr="0" anchor="t" bIns="53975" lIns="107950" spcFirstLastPara="1" rIns="107950" wrap="square" tIns="53975">
              <a:spAutoFit/>
            </a:bodyPr>
            <a:lstStyle/>
            <a:p>
              <a:pPr indent="0" lvl="0" marL="0" marR="0" rtl="0" algn="ctr">
                <a:lnSpc>
                  <a:spcPct val="35000"/>
                </a:lnSpc>
                <a:spcBef>
                  <a:spcPts val="0"/>
                </a:spcBef>
                <a:spcAft>
                  <a:spcPts val="0"/>
                </a:spcAft>
                <a:buNone/>
              </a:pPr>
              <a:r>
                <a:rPr lang="en-US" sz="1100">
                  <a:solidFill>
                    <a:schemeClr val="lt2"/>
                  </a:solidFill>
                  <a:latin typeface="Constantia"/>
                  <a:ea typeface="Constantia"/>
                  <a:cs typeface="Constantia"/>
                  <a:sym typeface="Constantia"/>
                </a:rPr>
                <a:t>Refine the</a:t>
              </a:r>
              <a:endParaRPr/>
            </a:p>
            <a:p>
              <a:pPr indent="0" lvl="0" marL="0" marR="0" rtl="0" algn="ctr">
                <a:lnSpc>
                  <a:spcPct val="35000"/>
                </a:lnSpc>
                <a:spcBef>
                  <a:spcPts val="550"/>
                </a:spcBef>
                <a:spcAft>
                  <a:spcPts val="0"/>
                </a:spcAft>
                <a:buNone/>
              </a:pPr>
              <a:r>
                <a:rPr lang="en-US" sz="1100">
                  <a:solidFill>
                    <a:schemeClr val="lt2"/>
                  </a:solidFill>
                  <a:latin typeface="Constantia"/>
                  <a:ea typeface="Constantia"/>
                  <a:cs typeface="Constantia"/>
                  <a:sym typeface="Constantia"/>
                </a:rPr>
                <a:t>Architecture</a:t>
              </a:r>
              <a:endParaRPr/>
            </a:p>
          </p:txBody>
        </p:sp>
        <p:sp>
          <p:nvSpPr>
            <p:cNvPr id="206" name="Google Shape;206;p3"/>
            <p:cNvSpPr txBox="1"/>
            <p:nvPr/>
          </p:nvSpPr>
          <p:spPr>
            <a:xfrm>
              <a:off x="2424" y="2962"/>
              <a:ext cx="598" cy="197"/>
            </a:xfrm>
            <a:prstGeom prst="rect">
              <a:avLst/>
            </a:prstGeom>
            <a:noFill/>
            <a:ln>
              <a:noFill/>
            </a:ln>
          </p:spPr>
          <p:txBody>
            <a:bodyPr anchorCtr="0" anchor="t" bIns="53975" lIns="107950" spcFirstLastPara="1" rIns="107950" wrap="square" tIns="53975">
              <a:spAutoFit/>
            </a:bodyPr>
            <a:lstStyle/>
            <a:p>
              <a:pPr indent="0" lvl="0" marL="0" marR="0" rtl="0" algn="ctr">
                <a:lnSpc>
                  <a:spcPct val="35000"/>
                </a:lnSpc>
                <a:spcBef>
                  <a:spcPts val="0"/>
                </a:spcBef>
                <a:spcAft>
                  <a:spcPts val="0"/>
                </a:spcAft>
                <a:buNone/>
              </a:pPr>
              <a:r>
                <a:rPr lang="en-US" sz="1100">
                  <a:solidFill>
                    <a:schemeClr val="lt2"/>
                  </a:solidFill>
                  <a:latin typeface="Constantia"/>
                  <a:ea typeface="Constantia"/>
                  <a:cs typeface="Constantia"/>
                  <a:sym typeface="Constantia"/>
                </a:rPr>
                <a:t>Define</a:t>
              </a:r>
              <a:endParaRPr/>
            </a:p>
            <a:p>
              <a:pPr indent="0" lvl="0" marL="0" marR="0" rtl="0" algn="ctr">
                <a:lnSpc>
                  <a:spcPct val="35000"/>
                </a:lnSpc>
                <a:spcBef>
                  <a:spcPts val="550"/>
                </a:spcBef>
                <a:spcAft>
                  <a:spcPts val="0"/>
                </a:spcAft>
                <a:buNone/>
              </a:pPr>
              <a:r>
                <a:rPr lang="en-US" sz="1100">
                  <a:solidFill>
                    <a:schemeClr val="lt2"/>
                  </a:solidFill>
                  <a:latin typeface="Constantia"/>
                  <a:ea typeface="Constantia"/>
                  <a:cs typeface="Constantia"/>
                  <a:sym typeface="Constantia"/>
                </a:rPr>
                <a:t>Components</a:t>
              </a:r>
              <a:endParaRPr/>
            </a:p>
          </p:txBody>
        </p:sp>
        <p:sp>
          <p:nvSpPr>
            <p:cNvPr id="207" name="Google Shape;207;p3"/>
            <p:cNvSpPr txBox="1"/>
            <p:nvPr/>
          </p:nvSpPr>
          <p:spPr>
            <a:xfrm>
              <a:off x="3240" y="2962"/>
              <a:ext cx="598" cy="197"/>
            </a:xfrm>
            <a:prstGeom prst="rect">
              <a:avLst/>
            </a:prstGeom>
            <a:noFill/>
            <a:ln>
              <a:noFill/>
            </a:ln>
          </p:spPr>
          <p:txBody>
            <a:bodyPr anchorCtr="0" anchor="t" bIns="53975" lIns="107950" spcFirstLastPara="1" rIns="107950" wrap="square" tIns="53975">
              <a:spAutoFit/>
            </a:bodyPr>
            <a:lstStyle/>
            <a:p>
              <a:pPr indent="0" lvl="0" marL="0" marR="0" rtl="0" algn="ctr">
                <a:lnSpc>
                  <a:spcPct val="35000"/>
                </a:lnSpc>
                <a:spcBef>
                  <a:spcPts val="0"/>
                </a:spcBef>
                <a:spcAft>
                  <a:spcPts val="0"/>
                </a:spcAft>
                <a:buNone/>
              </a:pPr>
              <a:r>
                <a:rPr lang="en-US" sz="1100">
                  <a:solidFill>
                    <a:schemeClr val="lt2"/>
                  </a:solidFill>
                  <a:latin typeface="Constantia"/>
                  <a:ea typeface="Constantia"/>
                  <a:cs typeface="Constantia"/>
                  <a:sym typeface="Constantia"/>
                </a:rPr>
                <a:t>Design the</a:t>
              </a:r>
              <a:endParaRPr/>
            </a:p>
            <a:p>
              <a:pPr indent="0" lvl="0" marL="0" marR="0" rtl="0" algn="ctr">
                <a:lnSpc>
                  <a:spcPct val="35000"/>
                </a:lnSpc>
                <a:spcBef>
                  <a:spcPts val="550"/>
                </a:spcBef>
                <a:spcAft>
                  <a:spcPts val="0"/>
                </a:spcAft>
                <a:buNone/>
              </a:pPr>
              <a:r>
                <a:rPr lang="en-US" sz="1100">
                  <a:solidFill>
                    <a:schemeClr val="lt2"/>
                  </a:solidFill>
                  <a:latin typeface="Constantia"/>
                  <a:ea typeface="Constantia"/>
                  <a:cs typeface="Constantia"/>
                  <a:sym typeface="Constantia"/>
                </a:rPr>
                <a:t>Database</a:t>
              </a:r>
              <a:endParaRPr/>
            </a:p>
          </p:txBody>
        </p:sp>
        <p:sp>
          <p:nvSpPr>
            <p:cNvPr id="208" name="Google Shape;208;p3"/>
            <p:cNvSpPr txBox="1"/>
            <p:nvPr/>
          </p:nvSpPr>
          <p:spPr>
            <a:xfrm>
              <a:off x="3494" y="2387"/>
              <a:ext cx="488" cy="143"/>
            </a:xfrm>
            <a:prstGeom prst="rect">
              <a:avLst/>
            </a:prstGeom>
            <a:noFill/>
            <a:ln>
              <a:noFill/>
            </a:ln>
          </p:spPr>
          <p:txBody>
            <a:bodyPr anchorCtr="0" anchor="t" bIns="53975" lIns="107950" spcFirstLastPara="1" rIns="107950" wrap="square" tIns="53975">
              <a:spAutoFit/>
            </a:bodyPr>
            <a:lstStyle/>
            <a:p>
              <a:pPr indent="0" lvl="0" marL="0" marR="0" rtl="0" algn="ctr">
                <a:lnSpc>
                  <a:spcPct val="35000"/>
                </a:lnSpc>
                <a:spcBef>
                  <a:spcPts val="0"/>
                </a:spcBef>
                <a:spcAft>
                  <a:spcPts val="0"/>
                </a:spcAft>
                <a:buNone/>
              </a:pPr>
              <a:r>
                <a:rPr lang="en-US" sz="1100">
                  <a:solidFill>
                    <a:schemeClr val="lt2"/>
                  </a:solidFill>
                  <a:latin typeface="Constantia"/>
                  <a:ea typeface="Constantia"/>
                  <a:cs typeface="Constantia"/>
                  <a:sym typeface="Constantia"/>
                </a:rPr>
                <a:t>(Optional)</a:t>
              </a:r>
              <a:endParaRPr/>
            </a:p>
          </p:txBody>
        </p:sp>
        <p:sp>
          <p:nvSpPr>
            <p:cNvPr id="209" name="Google Shape;209;p3"/>
            <p:cNvSpPr/>
            <p:nvPr/>
          </p:nvSpPr>
          <p:spPr>
            <a:xfrm>
              <a:off x="2366" y="889"/>
              <a:ext cx="282" cy="104"/>
            </a:xfrm>
            <a:custGeom>
              <a:rect b="b" l="l" r="r" t="t"/>
              <a:pathLst>
                <a:path extrusionOk="0" h="109" w="282">
                  <a:moveTo>
                    <a:pt x="282" y="0"/>
                  </a:moveTo>
                  <a:lnTo>
                    <a:pt x="0" y="0"/>
                  </a:lnTo>
                  <a:lnTo>
                    <a:pt x="0" y="109"/>
                  </a:lnTo>
                </a:path>
              </a:pathLst>
            </a:custGeom>
            <a:noFill/>
            <a:ln cap="flat" cmpd="sng" w="9525">
              <a:solidFill>
                <a:schemeClr val="lt2"/>
              </a:solidFill>
              <a:prstDash val="solid"/>
              <a:round/>
              <a:headEnd len="sm" w="sm" type="none"/>
              <a:tailEnd len="med" w="med" type="stealth"/>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cxnSp>
          <p:nvCxnSpPr>
            <p:cNvPr id="210" name="Google Shape;210;p3"/>
            <p:cNvCxnSpPr/>
            <p:nvPr/>
          </p:nvCxnSpPr>
          <p:spPr>
            <a:xfrm>
              <a:off x="2785" y="685"/>
              <a:ext cx="0" cy="129"/>
            </a:xfrm>
            <a:prstGeom prst="straightConnector1">
              <a:avLst/>
            </a:prstGeom>
            <a:noFill/>
            <a:ln cap="flat" cmpd="sng" w="9525">
              <a:solidFill>
                <a:schemeClr val="lt2"/>
              </a:solidFill>
              <a:prstDash val="solid"/>
              <a:round/>
              <a:headEnd len="med" w="med" type="none"/>
              <a:tailEnd len="med" w="med" type="stealth"/>
            </a:ln>
          </p:spPr>
        </p:cxnSp>
        <p:sp>
          <p:nvSpPr>
            <p:cNvPr id="211" name="Google Shape;211;p3"/>
            <p:cNvSpPr/>
            <p:nvPr/>
          </p:nvSpPr>
          <p:spPr>
            <a:xfrm>
              <a:off x="2896" y="890"/>
              <a:ext cx="493" cy="105"/>
            </a:xfrm>
            <a:custGeom>
              <a:rect b="b" l="l" r="r" t="t"/>
              <a:pathLst>
                <a:path extrusionOk="0" h="112" w="493">
                  <a:moveTo>
                    <a:pt x="0" y="0"/>
                  </a:moveTo>
                  <a:lnTo>
                    <a:pt x="492" y="1"/>
                  </a:lnTo>
                  <a:lnTo>
                    <a:pt x="493" y="112"/>
                  </a:lnTo>
                </a:path>
              </a:pathLst>
            </a:custGeom>
            <a:noFill/>
            <a:ln cap="flat" cmpd="sng" w="9525">
              <a:solidFill>
                <a:schemeClr val="lt2"/>
              </a:solidFill>
              <a:prstDash val="solid"/>
              <a:round/>
              <a:headEnd len="sm" w="sm" type="none"/>
              <a:tailEnd len="med" w="med" type="stealth"/>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sp>
          <p:nvSpPr>
            <p:cNvPr id="212" name="Google Shape;212;p3"/>
            <p:cNvSpPr/>
            <p:nvPr/>
          </p:nvSpPr>
          <p:spPr>
            <a:xfrm>
              <a:off x="2648" y="819"/>
              <a:ext cx="272" cy="124"/>
            </a:xfrm>
            <a:custGeom>
              <a:rect b="b" l="l" r="r" t="t"/>
              <a:pathLst>
                <a:path extrusionOk="0" h="240" w="528">
                  <a:moveTo>
                    <a:pt x="0" y="136"/>
                  </a:moveTo>
                  <a:lnTo>
                    <a:pt x="264" y="0"/>
                  </a:lnTo>
                  <a:lnTo>
                    <a:pt x="528" y="136"/>
                  </a:lnTo>
                  <a:lnTo>
                    <a:pt x="264" y="240"/>
                  </a:lnTo>
                  <a:lnTo>
                    <a:pt x="0" y="136"/>
                  </a:lnTo>
                  <a:close/>
                </a:path>
              </a:pathLst>
            </a:custGeom>
            <a:solidFill>
              <a:srgbClr val="FFCC99"/>
            </a:solidFill>
            <a:ln cap="flat" cmpd="sng" w="9525">
              <a:solidFill>
                <a:schemeClr val="lt2"/>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sp>
          <p:nvSpPr>
            <p:cNvPr id="213" name="Google Shape;213;p3"/>
            <p:cNvSpPr/>
            <p:nvPr/>
          </p:nvSpPr>
          <p:spPr>
            <a:xfrm>
              <a:off x="2362" y="1408"/>
              <a:ext cx="280" cy="72"/>
            </a:xfrm>
            <a:custGeom>
              <a:rect b="b" l="l" r="r" t="t"/>
              <a:pathLst>
                <a:path extrusionOk="0" h="99" w="274">
                  <a:moveTo>
                    <a:pt x="1" y="0"/>
                  </a:moveTo>
                  <a:lnTo>
                    <a:pt x="0" y="99"/>
                  </a:lnTo>
                  <a:lnTo>
                    <a:pt x="274" y="99"/>
                  </a:lnTo>
                </a:path>
              </a:pathLst>
            </a:custGeom>
            <a:noFill/>
            <a:ln cap="flat" cmpd="sng" w="9525">
              <a:solidFill>
                <a:schemeClr val="lt2"/>
              </a:solidFill>
              <a:prstDash val="solid"/>
              <a:round/>
              <a:headEnd len="sm" w="sm" type="none"/>
              <a:tailEnd len="med" w="med" type="stealth"/>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cxnSp>
          <p:nvCxnSpPr>
            <p:cNvPr id="214" name="Google Shape;214;p3"/>
            <p:cNvCxnSpPr/>
            <p:nvPr/>
          </p:nvCxnSpPr>
          <p:spPr>
            <a:xfrm>
              <a:off x="3397" y="1477"/>
              <a:ext cx="0" cy="144"/>
            </a:xfrm>
            <a:prstGeom prst="straightConnector1">
              <a:avLst/>
            </a:prstGeom>
            <a:noFill/>
            <a:ln cap="flat" cmpd="sng" w="9525">
              <a:solidFill>
                <a:schemeClr val="lt2"/>
              </a:solidFill>
              <a:prstDash val="solid"/>
              <a:round/>
              <a:headEnd len="med" w="med" type="none"/>
              <a:tailEnd len="med" w="med" type="stealth"/>
            </a:ln>
          </p:spPr>
        </p:cxnSp>
        <p:cxnSp>
          <p:nvCxnSpPr>
            <p:cNvPr id="215" name="Google Shape;215;p3"/>
            <p:cNvCxnSpPr/>
            <p:nvPr/>
          </p:nvCxnSpPr>
          <p:spPr>
            <a:xfrm>
              <a:off x="2785" y="946"/>
              <a:ext cx="0" cy="459"/>
            </a:xfrm>
            <a:prstGeom prst="straightConnector1">
              <a:avLst/>
            </a:prstGeom>
            <a:noFill/>
            <a:ln cap="flat" cmpd="sng" w="9525">
              <a:solidFill>
                <a:schemeClr val="lt2"/>
              </a:solidFill>
              <a:prstDash val="solid"/>
              <a:round/>
              <a:headEnd len="med" w="med" type="none"/>
              <a:tailEnd len="med" w="med" type="stealth"/>
            </a:ln>
          </p:spPr>
        </p:cxnSp>
        <p:cxnSp>
          <p:nvCxnSpPr>
            <p:cNvPr id="216" name="Google Shape;216;p3"/>
            <p:cNvCxnSpPr/>
            <p:nvPr/>
          </p:nvCxnSpPr>
          <p:spPr>
            <a:xfrm>
              <a:off x="2785" y="1537"/>
              <a:ext cx="0" cy="129"/>
            </a:xfrm>
            <a:prstGeom prst="straightConnector1">
              <a:avLst/>
            </a:prstGeom>
            <a:noFill/>
            <a:ln cap="flat" cmpd="sng" w="9525">
              <a:solidFill>
                <a:schemeClr val="lt2"/>
              </a:solidFill>
              <a:prstDash val="solid"/>
              <a:round/>
              <a:headEnd len="med" w="med" type="none"/>
              <a:tailEnd len="med" w="med" type="stealth"/>
            </a:ln>
          </p:spPr>
        </p:cxnSp>
        <p:sp>
          <p:nvSpPr>
            <p:cNvPr id="217" name="Google Shape;217;p3"/>
            <p:cNvSpPr/>
            <p:nvPr/>
          </p:nvSpPr>
          <p:spPr>
            <a:xfrm>
              <a:off x="2648" y="1409"/>
              <a:ext cx="272" cy="124"/>
            </a:xfrm>
            <a:custGeom>
              <a:rect b="b" l="l" r="r" t="t"/>
              <a:pathLst>
                <a:path extrusionOk="0" h="240" w="528">
                  <a:moveTo>
                    <a:pt x="0" y="136"/>
                  </a:moveTo>
                  <a:lnTo>
                    <a:pt x="264" y="0"/>
                  </a:lnTo>
                  <a:lnTo>
                    <a:pt x="528" y="136"/>
                  </a:lnTo>
                  <a:lnTo>
                    <a:pt x="264" y="240"/>
                  </a:lnTo>
                  <a:lnTo>
                    <a:pt x="0" y="136"/>
                  </a:lnTo>
                  <a:close/>
                </a:path>
              </a:pathLst>
            </a:custGeom>
            <a:solidFill>
              <a:srgbClr val="FFCC99"/>
            </a:solidFill>
            <a:ln cap="flat" cmpd="sng" w="9525">
              <a:solidFill>
                <a:schemeClr val="lt2"/>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cxnSp>
          <p:nvCxnSpPr>
            <p:cNvPr id="218" name="Google Shape;218;p3"/>
            <p:cNvCxnSpPr/>
            <p:nvPr/>
          </p:nvCxnSpPr>
          <p:spPr>
            <a:xfrm>
              <a:off x="3121" y="1696"/>
              <a:ext cx="0" cy="177"/>
            </a:xfrm>
            <a:prstGeom prst="straightConnector1">
              <a:avLst/>
            </a:prstGeom>
            <a:noFill/>
            <a:ln cap="flat" cmpd="sng" w="9525">
              <a:solidFill>
                <a:schemeClr val="lt2"/>
              </a:solidFill>
              <a:prstDash val="solid"/>
              <a:round/>
              <a:headEnd len="med" w="med" type="none"/>
              <a:tailEnd len="med" w="med" type="stealth"/>
            </a:ln>
          </p:spPr>
        </p:cxnSp>
        <p:cxnSp>
          <p:nvCxnSpPr>
            <p:cNvPr id="219" name="Google Shape;219;p3"/>
            <p:cNvCxnSpPr/>
            <p:nvPr/>
          </p:nvCxnSpPr>
          <p:spPr>
            <a:xfrm>
              <a:off x="3121" y="2203"/>
              <a:ext cx="0" cy="114"/>
            </a:xfrm>
            <a:prstGeom prst="straightConnector1">
              <a:avLst/>
            </a:prstGeom>
            <a:noFill/>
            <a:ln cap="flat" cmpd="sng" w="9525">
              <a:solidFill>
                <a:schemeClr val="lt2"/>
              </a:solidFill>
              <a:prstDash val="solid"/>
              <a:round/>
              <a:headEnd len="med" w="med" type="none"/>
              <a:tailEnd len="med" w="med" type="stealth"/>
            </a:ln>
          </p:spPr>
        </p:cxnSp>
        <p:cxnSp>
          <p:nvCxnSpPr>
            <p:cNvPr id="220" name="Google Shape;220;p3"/>
            <p:cNvCxnSpPr/>
            <p:nvPr/>
          </p:nvCxnSpPr>
          <p:spPr>
            <a:xfrm>
              <a:off x="3529" y="2350"/>
              <a:ext cx="0" cy="366"/>
            </a:xfrm>
            <a:prstGeom prst="straightConnector1">
              <a:avLst/>
            </a:prstGeom>
            <a:noFill/>
            <a:ln cap="flat" cmpd="sng" w="9525">
              <a:solidFill>
                <a:schemeClr val="lt2"/>
              </a:solidFill>
              <a:prstDash val="solid"/>
              <a:round/>
              <a:headEnd len="med" w="med" type="none"/>
              <a:tailEnd len="med" w="med" type="stealth"/>
            </a:ln>
          </p:spPr>
        </p:cxnSp>
        <p:cxnSp>
          <p:nvCxnSpPr>
            <p:cNvPr id="221" name="Google Shape;221;p3"/>
            <p:cNvCxnSpPr/>
            <p:nvPr/>
          </p:nvCxnSpPr>
          <p:spPr>
            <a:xfrm>
              <a:off x="2713" y="2350"/>
              <a:ext cx="0" cy="366"/>
            </a:xfrm>
            <a:prstGeom prst="straightConnector1">
              <a:avLst/>
            </a:prstGeom>
            <a:noFill/>
            <a:ln cap="flat" cmpd="sng" w="9525">
              <a:solidFill>
                <a:schemeClr val="lt2"/>
              </a:solidFill>
              <a:prstDash val="solid"/>
              <a:round/>
              <a:headEnd len="med" w="med" type="none"/>
              <a:tailEnd len="med" w="med" type="stealth"/>
            </a:ln>
          </p:spPr>
        </p:cxnSp>
        <p:sp>
          <p:nvSpPr>
            <p:cNvPr id="222" name="Google Shape;222;p3"/>
            <p:cNvSpPr/>
            <p:nvPr/>
          </p:nvSpPr>
          <p:spPr>
            <a:xfrm>
              <a:off x="2570" y="2329"/>
              <a:ext cx="1091" cy="31"/>
            </a:xfrm>
            <a:prstGeom prst="rect">
              <a:avLst/>
            </a:prstGeom>
            <a:solidFill>
              <a:srgbClr val="1F6B60"/>
            </a:solidFill>
            <a:ln cap="flat" cmpd="sng" w="9525">
              <a:solidFill>
                <a:srgbClr val="1F6B60"/>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sp>
          <p:nvSpPr>
            <p:cNvPr id="223" name="Google Shape;223;p3"/>
            <p:cNvSpPr/>
            <p:nvPr/>
          </p:nvSpPr>
          <p:spPr>
            <a:xfrm>
              <a:off x="2158" y="1696"/>
              <a:ext cx="312" cy="507"/>
            </a:xfrm>
            <a:custGeom>
              <a:rect b="b" l="l" r="r" t="t"/>
              <a:pathLst>
                <a:path extrusionOk="0" h="507" w="312">
                  <a:moveTo>
                    <a:pt x="312" y="0"/>
                  </a:moveTo>
                  <a:lnTo>
                    <a:pt x="312" y="240"/>
                  </a:lnTo>
                  <a:lnTo>
                    <a:pt x="0" y="240"/>
                  </a:lnTo>
                  <a:lnTo>
                    <a:pt x="0" y="507"/>
                  </a:lnTo>
                </a:path>
              </a:pathLst>
            </a:custGeom>
            <a:noFill/>
            <a:ln cap="flat" cmpd="sng" w="9525">
              <a:solidFill>
                <a:schemeClr val="lt2"/>
              </a:solidFill>
              <a:prstDash val="solid"/>
              <a:round/>
              <a:headEnd len="sm" w="sm" type="none"/>
              <a:tailEnd len="med" w="med" type="stealth"/>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sp>
          <p:nvSpPr>
            <p:cNvPr id="224" name="Google Shape;224;p3"/>
            <p:cNvSpPr/>
            <p:nvPr/>
          </p:nvSpPr>
          <p:spPr>
            <a:xfrm>
              <a:off x="2357" y="1672"/>
              <a:ext cx="866" cy="30"/>
            </a:xfrm>
            <a:prstGeom prst="rect">
              <a:avLst/>
            </a:prstGeom>
            <a:solidFill>
              <a:srgbClr val="1F6B60"/>
            </a:solidFill>
            <a:ln cap="flat" cmpd="sng" w="9525">
              <a:solidFill>
                <a:srgbClr val="1F6B60"/>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grpSp>
          <p:nvGrpSpPr>
            <p:cNvPr id="225" name="Google Shape;225;p3"/>
            <p:cNvGrpSpPr/>
            <p:nvPr/>
          </p:nvGrpSpPr>
          <p:grpSpPr>
            <a:xfrm>
              <a:off x="2713" y="3130"/>
              <a:ext cx="816" cy="266"/>
              <a:chOff x="2745" y="3066"/>
              <a:chExt cx="816" cy="342"/>
            </a:xfrm>
          </p:grpSpPr>
          <p:cxnSp>
            <p:nvCxnSpPr>
              <p:cNvPr id="226" name="Google Shape;226;p3"/>
              <p:cNvCxnSpPr/>
              <p:nvPr/>
            </p:nvCxnSpPr>
            <p:spPr>
              <a:xfrm>
                <a:off x="3561" y="3066"/>
                <a:ext cx="0" cy="342"/>
              </a:xfrm>
              <a:prstGeom prst="straightConnector1">
                <a:avLst/>
              </a:prstGeom>
              <a:noFill/>
              <a:ln cap="flat" cmpd="sng" w="9525">
                <a:solidFill>
                  <a:schemeClr val="lt2"/>
                </a:solidFill>
                <a:prstDash val="solid"/>
                <a:round/>
                <a:headEnd len="med" w="med" type="none"/>
                <a:tailEnd len="med" w="med" type="stealth"/>
              </a:ln>
            </p:spPr>
          </p:cxnSp>
          <p:cxnSp>
            <p:nvCxnSpPr>
              <p:cNvPr id="227" name="Google Shape;227;p3"/>
              <p:cNvCxnSpPr/>
              <p:nvPr/>
            </p:nvCxnSpPr>
            <p:spPr>
              <a:xfrm>
                <a:off x="2745" y="3066"/>
                <a:ext cx="0" cy="342"/>
              </a:xfrm>
              <a:prstGeom prst="straightConnector1">
                <a:avLst/>
              </a:prstGeom>
              <a:noFill/>
              <a:ln cap="flat" cmpd="sng" w="9525">
                <a:solidFill>
                  <a:schemeClr val="lt2"/>
                </a:solidFill>
                <a:prstDash val="solid"/>
                <a:round/>
                <a:headEnd len="med" w="med" type="none"/>
                <a:tailEnd len="med" w="med" type="stealth"/>
              </a:ln>
            </p:spPr>
          </p:cxnSp>
        </p:grpSp>
        <p:cxnSp>
          <p:nvCxnSpPr>
            <p:cNvPr id="228" name="Google Shape;228;p3"/>
            <p:cNvCxnSpPr/>
            <p:nvPr/>
          </p:nvCxnSpPr>
          <p:spPr>
            <a:xfrm>
              <a:off x="3139" y="3428"/>
              <a:ext cx="0" cy="159"/>
            </a:xfrm>
            <a:prstGeom prst="straightConnector1">
              <a:avLst/>
            </a:prstGeom>
            <a:noFill/>
            <a:ln cap="flat" cmpd="sng" w="9525">
              <a:solidFill>
                <a:schemeClr val="lt2"/>
              </a:solidFill>
              <a:prstDash val="solid"/>
              <a:round/>
              <a:headEnd len="med" w="med" type="none"/>
              <a:tailEnd len="med" w="med" type="stealth"/>
            </a:ln>
          </p:spPr>
        </p:cxnSp>
        <p:cxnSp>
          <p:nvCxnSpPr>
            <p:cNvPr id="229" name="Google Shape;229;p3"/>
            <p:cNvCxnSpPr/>
            <p:nvPr/>
          </p:nvCxnSpPr>
          <p:spPr>
            <a:xfrm>
              <a:off x="2158" y="2617"/>
              <a:ext cx="0" cy="972"/>
            </a:xfrm>
            <a:prstGeom prst="straightConnector1">
              <a:avLst/>
            </a:prstGeom>
            <a:noFill/>
            <a:ln cap="flat" cmpd="sng" w="9525">
              <a:solidFill>
                <a:schemeClr val="lt2"/>
              </a:solidFill>
              <a:prstDash val="solid"/>
              <a:round/>
              <a:headEnd len="med" w="med" type="none"/>
              <a:tailEnd len="med" w="med" type="stealth"/>
            </a:ln>
          </p:spPr>
        </p:cxnSp>
        <p:cxnSp>
          <p:nvCxnSpPr>
            <p:cNvPr id="230" name="Google Shape;230;p3"/>
            <p:cNvCxnSpPr/>
            <p:nvPr/>
          </p:nvCxnSpPr>
          <p:spPr>
            <a:xfrm>
              <a:off x="2866" y="3617"/>
              <a:ext cx="0" cy="159"/>
            </a:xfrm>
            <a:prstGeom prst="straightConnector1">
              <a:avLst/>
            </a:prstGeom>
            <a:noFill/>
            <a:ln cap="flat" cmpd="sng" w="9525">
              <a:solidFill>
                <a:schemeClr val="lt2"/>
              </a:solidFill>
              <a:prstDash val="solid"/>
              <a:round/>
              <a:headEnd len="med" w="med" type="none"/>
              <a:tailEnd len="med" w="med" type="stealth"/>
            </a:ln>
          </p:spPr>
        </p:cxnSp>
        <p:sp>
          <p:nvSpPr>
            <p:cNvPr id="231" name="Google Shape;231;p3"/>
            <p:cNvSpPr/>
            <p:nvPr/>
          </p:nvSpPr>
          <p:spPr>
            <a:xfrm>
              <a:off x="2576" y="3401"/>
              <a:ext cx="1091" cy="31"/>
            </a:xfrm>
            <a:prstGeom prst="rect">
              <a:avLst/>
            </a:prstGeom>
            <a:solidFill>
              <a:srgbClr val="1F6B60"/>
            </a:solidFill>
            <a:ln cap="flat" cmpd="sng" w="9525">
              <a:solidFill>
                <a:srgbClr val="1F6B60"/>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sp>
          <p:nvSpPr>
            <p:cNvPr id="232" name="Google Shape;232;p3"/>
            <p:cNvSpPr/>
            <p:nvPr/>
          </p:nvSpPr>
          <p:spPr>
            <a:xfrm>
              <a:off x="2040" y="3593"/>
              <a:ext cx="1232" cy="32"/>
            </a:xfrm>
            <a:prstGeom prst="rect">
              <a:avLst/>
            </a:prstGeom>
            <a:solidFill>
              <a:srgbClr val="1F6B60"/>
            </a:solidFill>
            <a:ln cap="flat" cmpd="sng" w="9525">
              <a:solidFill>
                <a:srgbClr val="1F6B60"/>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100">
                <a:solidFill>
                  <a:schemeClr val="dk1"/>
                </a:solidFill>
                <a:latin typeface="Constantia"/>
                <a:ea typeface="Constantia"/>
                <a:cs typeface="Constantia"/>
                <a:sym typeface="Constantia"/>
              </a:endParaRPr>
            </a:p>
          </p:txBody>
        </p:sp>
      </p:grpSp>
      <p:grpSp>
        <p:nvGrpSpPr>
          <p:cNvPr id="233" name="Google Shape;233;p3"/>
          <p:cNvGrpSpPr/>
          <p:nvPr/>
        </p:nvGrpSpPr>
        <p:grpSpPr>
          <a:xfrm>
            <a:off x="1821235" y="2624418"/>
            <a:ext cx="3191719" cy="3147453"/>
            <a:chOff x="-366" y="1349"/>
            <a:chExt cx="2011" cy="1983"/>
          </a:xfrm>
        </p:grpSpPr>
        <p:sp>
          <p:nvSpPr>
            <p:cNvPr id="234" name="Google Shape;234;p3"/>
            <p:cNvSpPr/>
            <p:nvPr/>
          </p:nvSpPr>
          <p:spPr>
            <a:xfrm rot="-8446413">
              <a:off x="-119" y="1680"/>
              <a:ext cx="1517" cy="1321"/>
            </a:xfrm>
            <a:custGeom>
              <a:rect b="b" l="l" r="r" t="t"/>
              <a:pathLst>
                <a:path extrusionOk="0" h="21600" w="21600">
                  <a:moveTo>
                    <a:pt x="10800" y="0"/>
                  </a:moveTo>
                  <a:lnTo>
                    <a:pt x="0" y="21600"/>
                  </a:lnTo>
                  <a:lnTo>
                    <a:pt x="21600" y="10800"/>
                  </a:lnTo>
                  <a:close/>
                </a:path>
              </a:pathLst>
            </a:custGeom>
            <a:solidFill>
              <a:srgbClr val="D8EBB3"/>
            </a:solidFill>
            <a:ln cap="flat" cmpd="sng" w="9525">
              <a:solidFill>
                <a:srgbClr val="000000"/>
              </a:solidFill>
              <a:prstDash val="solid"/>
              <a:miter lim="800000"/>
              <a:headEnd len="sm" w="sm" type="none"/>
              <a:tailEnd len="sm" w="sm" type="none"/>
            </a:ln>
            <a:effectLst>
              <a:outerShdw rotWithShape="0" algn="ctr" dir="2700000" dist="107763">
                <a:srgbClr val="808080"/>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235" name="Google Shape;235;p3"/>
            <p:cNvSpPr/>
            <p:nvPr/>
          </p:nvSpPr>
          <p:spPr>
            <a:xfrm>
              <a:off x="162" y="2348"/>
              <a:ext cx="587" cy="1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25221E"/>
                  </a:solidFill>
                  <a:latin typeface="Constantia"/>
                  <a:ea typeface="Constantia"/>
                  <a:cs typeface="Constantia"/>
                  <a:sym typeface="Constantia"/>
                </a:rPr>
                <a:t>Identify Design</a:t>
              </a:r>
              <a:endParaRPr sz="1200">
                <a:solidFill>
                  <a:schemeClr val="dk1"/>
                </a:solidFill>
                <a:latin typeface="Arial"/>
                <a:ea typeface="Arial"/>
                <a:cs typeface="Arial"/>
                <a:sym typeface="Arial"/>
              </a:endParaRPr>
            </a:p>
          </p:txBody>
        </p:sp>
        <p:sp>
          <p:nvSpPr>
            <p:cNvPr id="236" name="Google Shape;236;p3"/>
            <p:cNvSpPr/>
            <p:nvPr/>
          </p:nvSpPr>
          <p:spPr>
            <a:xfrm>
              <a:off x="189" y="2434"/>
              <a:ext cx="365" cy="1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25221E"/>
                  </a:solidFill>
                  <a:latin typeface="Constantia"/>
                  <a:ea typeface="Constantia"/>
                  <a:cs typeface="Constantia"/>
                  <a:sym typeface="Constantia"/>
                </a:rPr>
                <a:t>Elements</a:t>
              </a:r>
              <a:endParaRPr sz="1200">
                <a:solidFill>
                  <a:schemeClr val="dk1"/>
                </a:solidFill>
                <a:latin typeface="Arial"/>
                <a:ea typeface="Arial"/>
                <a:cs typeface="Arial"/>
                <a:sym typeface="Arial"/>
              </a:endParaRPr>
            </a:p>
          </p:txBody>
        </p:sp>
        <p:sp>
          <p:nvSpPr>
            <p:cNvPr id="237" name="Google Shape;237;p3"/>
            <p:cNvSpPr/>
            <p:nvPr/>
          </p:nvSpPr>
          <p:spPr>
            <a:xfrm>
              <a:off x="182" y="2136"/>
              <a:ext cx="271" cy="168"/>
            </a:xfrm>
            <a:custGeom>
              <a:rect b="b" l="l" r="r" t="t"/>
              <a:pathLst>
                <a:path extrusionOk="0" h="23" w="38">
                  <a:moveTo>
                    <a:pt x="0" y="0"/>
                  </a:moveTo>
                  <a:lnTo>
                    <a:pt x="26" y="0"/>
                  </a:lnTo>
                  <a:lnTo>
                    <a:pt x="38" y="11"/>
                  </a:lnTo>
                  <a:lnTo>
                    <a:pt x="26" y="23"/>
                  </a:lnTo>
                  <a:lnTo>
                    <a:pt x="0" y="23"/>
                  </a:lnTo>
                  <a:lnTo>
                    <a:pt x="0" y="0"/>
                  </a:lnTo>
                </a:path>
              </a:pathLst>
            </a:custGeom>
            <a:solidFill>
              <a:srgbClr val="C2C1C1"/>
            </a:solidFill>
            <a:ln cap="flat" cmpd="sng" w="9525">
              <a:solidFill>
                <a:srgbClr val="C2C1C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238" name="Google Shape;238;p3"/>
            <p:cNvSpPr/>
            <p:nvPr/>
          </p:nvSpPr>
          <p:spPr>
            <a:xfrm>
              <a:off x="223" y="2133"/>
              <a:ext cx="271" cy="175"/>
            </a:xfrm>
            <a:custGeom>
              <a:rect b="b" l="l" r="r" t="t"/>
              <a:pathLst>
                <a:path extrusionOk="0" h="24" w="38">
                  <a:moveTo>
                    <a:pt x="0" y="0"/>
                  </a:moveTo>
                  <a:lnTo>
                    <a:pt x="26" y="0"/>
                  </a:lnTo>
                  <a:lnTo>
                    <a:pt x="38" y="12"/>
                  </a:lnTo>
                  <a:lnTo>
                    <a:pt x="26" y="24"/>
                  </a:lnTo>
                  <a:lnTo>
                    <a:pt x="0" y="24"/>
                  </a:lnTo>
                  <a:lnTo>
                    <a:pt x="0" y="0"/>
                  </a:lnTo>
                </a:path>
              </a:pathLst>
            </a:custGeom>
            <a:solidFill>
              <a:srgbClr val="FDFFC7"/>
            </a:solidFill>
            <a:ln cap="flat" cmpd="sng" w="9525">
              <a:solidFill>
                <a:srgbClr val="25221E"/>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239" name="Google Shape;239;p3"/>
            <p:cNvSpPr/>
            <p:nvPr/>
          </p:nvSpPr>
          <p:spPr>
            <a:xfrm>
              <a:off x="805" y="2031"/>
              <a:ext cx="135" cy="132"/>
            </a:xfrm>
            <a:prstGeom prst="ellipse">
              <a:avLst/>
            </a:prstGeom>
            <a:solidFill>
              <a:srgbClr val="A9A8A7"/>
            </a:solidFill>
            <a:ln cap="flat" cmpd="sng" w="9525">
              <a:solidFill>
                <a:srgbClr val="C2C1C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240" name="Google Shape;240;p3"/>
            <p:cNvSpPr/>
            <p:nvPr/>
          </p:nvSpPr>
          <p:spPr>
            <a:xfrm>
              <a:off x="719" y="2199"/>
              <a:ext cx="257" cy="206"/>
            </a:xfrm>
            <a:custGeom>
              <a:rect b="b" l="l" r="r" t="t"/>
              <a:pathLst>
                <a:path extrusionOk="0" h="28" w="36">
                  <a:moveTo>
                    <a:pt x="9" y="0"/>
                  </a:moveTo>
                  <a:lnTo>
                    <a:pt x="36" y="0"/>
                  </a:lnTo>
                  <a:lnTo>
                    <a:pt x="27" y="28"/>
                  </a:lnTo>
                  <a:lnTo>
                    <a:pt x="0" y="28"/>
                  </a:lnTo>
                  <a:lnTo>
                    <a:pt x="9" y="0"/>
                  </a:lnTo>
                </a:path>
              </a:pathLst>
            </a:custGeom>
            <a:solidFill>
              <a:srgbClr val="A9A8A7"/>
            </a:solidFill>
            <a:ln cap="flat" cmpd="sng" w="9525">
              <a:solidFill>
                <a:srgbClr val="C2C1C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241" name="Google Shape;241;p3"/>
            <p:cNvSpPr/>
            <p:nvPr/>
          </p:nvSpPr>
          <p:spPr>
            <a:xfrm>
              <a:off x="804" y="2016"/>
              <a:ext cx="136" cy="132"/>
            </a:xfrm>
            <a:prstGeom prst="ellipse">
              <a:avLst/>
            </a:prstGeom>
            <a:solidFill>
              <a:srgbClr val="FBC88D"/>
            </a:solidFill>
            <a:ln cap="flat" cmpd="sng" w="9525">
              <a:solidFill>
                <a:srgbClr val="25221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242" name="Google Shape;242;p3"/>
            <p:cNvSpPr/>
            <p:nvPr/>
          </p:nvSpPr>
          <p:spPr>
            <a:xfrm>
              <a:off x="719" y="2177"/>
              <a:ext cx="257" cy="206"/>
            </a:xfrm>
            <a:custGeom>
              <a:rect b="b" l="l" r="r" t="t"/>
              <a:pathLst>
                <a:path extrusionOk="0" h="28" w="36">
                  <a:moveTo>
                    <a:pt x="9" y="0"/>
                  </a:moveTo>
                  <a:lnTo>
                    <a:pt x="36" y="0"/>
                  </a:lnTo>
                  <a:lnTo>
                    <a:pt x="27" y="28"/>
                  </a:lnTo>
                  <a:lnTo>
                    <a:pt x="0" y="28"/>
                  </a:lnTo>
                  <a:lnTo>
                    <a:pt x="9" y="0"/>
                  </a:lnTo>
                </a:path>
              </a:pathLst>
            </a:custGeom>
            <a:solidFill>
              <a:srgbClr val="FBC88D"/>
            </a:solidFill>
            <a:ln cap="flat" cmpd="sng" w="9525">
              <a:solidFill>
                <a:srgbClr val="25221E"/>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243" name="Google Shape;243;p3"/>
            <p:cNvSpPr/>
            <p:nvPr/>
          </p:nvSpPr>
          <p:spPr>
            <a:xfrm>
              <a:off x="256" y="2098"/>
              <a:ext cx="171" cy="203"/>
            </a:xfrm>
            <a:prstGeom prst="star5">
              <a:avLst>
                <a:gd fmla="val 19098" name="adj"/>
                <a:gd fmla="val 105146" name="hf"/>
                <a:gd fmla="val 110557" name="vf"/>
              </a:avLst>
            </a:prstGeom>
            <a:solidFill>
              <a:srgbClr val="FF00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244" name="Google Shape;244;p3"/>
            <p:cNvSpPr/>
            <p:nvPr/>
          </p:nvSpPr>
          <p:spPr>
            <a:xfrm>
              <a:off x="714" y="2448"/>
              <a:ext cx="356" cy="1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25221E"/>
                  </a:solidFill>
                  <a:latin typeface="Constantia"/>
                  <a:ea typeface="Constantia"/>
                  <a:cs typeface="Constantia"/>
                  <a:sym typeface="Constantia"/>
                </a:rPr>
                <a:t>Architect</a:t>
              </a:r>
              <a:endParaRPr sz="1200">
                <a:solidFill>
                  <a:schemeClr val="dk1"/>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
          <p:cNvSpPr txBox="1"/>
          <p:nvPr>
            <p:ph type="title"/>
          </p:nvPr>
        </p:nvSpPr>
        <p:spPr>
          <a:xfrm>
            <a:off x="457200" y="704088"/>
            <a:ext cx="8229600" cy="1124712"/>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000"/>
              <a:buFont typeface="Calibri"/>
              <a:buNone/>
            </a:pPr>
            <a:r>
              <a:rPr lang="en-US" sz="4000"/>
              <a:t>Tổng quan về Xác định Phần tử Thiết kếOverview</a:t>
            </a:r>
            <a:endParaRPr sz="4000"/>
          </a:p>
        </p:txBody>
      </p:sp>
      <p:sp>
        <p:nvSpPr>
          <p:cNvPr id="250" name="Google Shape;250;p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117475" lvl="0" marL="274320" rtl="0" algn="l">
              <a:spcBef>
                <a:spcPts val="0"/>
              </a:spcBef>
              <a:spcAft>
                <a:spcPts val="0"/>
              </a:spcAft>
              <a:buSzPts val="2470"/>
              <a:buNone/>
            </a:pPr>
            <a:r>
              <a:t/>
            </a:r>
            <a:endParaRPr/>
          </a:p>
        </p:txBody>
      </p:sp>
      <p:sp>
        <p:nvSpPr>
          <p:cNvPr id="251" name="Google Shape;251;p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252" name="Google Shape;252;p4"/>
          <p:cNvGrpSpPr/>
          <p:nvPr/>
        </p:nvGrpSpPr>
        <p:grpSpPr>
          <a:xfrm>
            <a:off x="584200" y="1325563"/>
            <a:ext cx="8026400" cy="5303841"/>
            <a:chOff x="495300" y="928688"/>
            <a:chExt cx="8026400" cy="5303841"/>
          </a:xfrm>
        </p:grpSpPr>
        <p:grpSp>
          <p:nvGrpSpPr>
            <p:cNvPr id="253" name="Google Shape;253;p4"/>
            <p:cNvGrpSpPr/>
            <p:nvPr/>
          </p:nvGrpSpPr>
          <p:grpSpPr>
            <a:xfrm>
              <a:off x="495300" y="1663700"/>
              <a:ext cx="1720850" cy="1860550"/>
              <a:chOff x="3971" y="1776"/>
              <a:chExt cx="1084" cy="1172"/>
            </a:xfrm>
          </p:grpSpPr>
          <p:grpSp>
            <p:nvGrpSpPr>
              <p:cNvPr id="254" name="Google Shape;254;p4"/>
              <p:cNvGrpSpPr/>
              <p:nvPr/>
            </p:nvGrpSpPr>
            <p:grpSpPr>
              <a:xfrm>
                <a:off x="4297" y="1776"/>
                <a:ext cx="432" cy="720"/>
                <a:chOff x="1249" y="2496"/>
                <a:chExt cx="432" cy="720"/>
              </a:xfrm>
            </p:grpSpPr>
            <p:sp>
              <p:nvSpPr>
                <p:cNvPr id="255" name="Google Shape;255;p4"/>
                <p:cNvSpPr/>
                <p:nvPr/>
              </p:nvSpPr>
              <p:spPr>
                <a:xfrm>
                  <a:off x="1249" y="2496"/>
                  <a:ext cx="432" cy="720"/>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256" name="Google Shape;256;p4"/>
                <p:cNvCxnSpPr/>
                <p:nvPr/>
              </p:nvCxnSpPr>
              <p:spPr>
                <a:xfrm>
                  <a:off x="1537" y="2496"/>
                  <a:ext cx="144" cy="144"/>
                </a:xfrm>
                <a:prstGeom prst="straightConnector1">
                  <a:avLst/>
                </a:prstGeom>
                <a:noFill/>
                <a:ln cap="flat" cmpd="sng" w="28575">
                  <a:solidFill>
                    <a:schemeClr val="dk1"/>
                  </a:solidFill>
                  <a:prstDash val="solid"/>
                  <a:round/>
                  <a:headEnd len="sm" w="sm" type="none"/>
                  <a:tailEnd len="sm" w="sm" type="none"/>
                </a:ln>
              </p:spPr>
            </p:cxnSp>
            <p:cxnSp>
              <p:nvCxnSpPr>
                <p:cNvPr id="257" name="Google Shape;257;p4"/>
                <p:cNvCxnSpPr/>
                <p:nvPr/>
              </p:nvCxnSpPr>
              <p:spPr>
                <a:xfrm>
                  <a:off x="1537" y="2496"/>
                  <a:ext cx="0" cy="144"/>
                </a:xfrm>
                <a:prstGeom prst="straightConnector1">
                  <a:avLst/>
                </a:prstGeom>
                <a:noFill/>
                <a:ln cap="flat" cmpd="sng" w="28575">
                  <a:solidFill>
                    <a:schemeClr val="dk1"/>
                  </a:solidFill>
                  <a:prstDash val="solid"/>
                  <a:round/>
                  <a:headEnd len="sm" w="sm" type="none"/>
                  <a:tailEnd len="sm" w="sm" type="none"/>
                </a:ln>
              </p:spPr>
            </p:cxnSp>
            <p:cxnSp>
              <p:nvCxnSpPr>
                <p:cNvPr id="258" name="Google Shape;258;p4"/>
                <p:cNvCxnSpPr/>
                <p:nvPr/>
              </p:nvCxnSpPr>
              <p:spPr>
                <a:xfrm rot="10800000">
                  <a:off x="1537" y="2640"/>
                  <a:ext cx="144" cy="0"/>
                </a:xfrm>
                <a:prstGeom prst="straightConnector1">
                  <a:avLst/>
                </a:prstGeom>
                <a:noFill/>
                <a:ln cap="flat" cmpd="sng" w="28575">
                  <a:solidFill>
                    <a:schemeClr val="dk1"/>
                  </a:solidFill>
                  <a:prstDash val="solid"/>
                  <a:round/>
                  <a:headEnd len="sm" w="sm" type="none"/>
                  <a:tailEnd len="sm" w="sm" type="none"/>
                </a:ln>
              </p:spPr>
            </p:cxnSp>
            <p:cxnSp>
              <p:nvCxnSpPr>
                <p:cNvPr id="259" name="Google Shape;259;p4"/>
                <p:cNvCxnSpPr/>
                <p:nvPr/>
              </p:nvCxnSpPr>
              <p:spPr>
                <a:xfrm>
                  <a:off x="1297" y="2736"/>
                  <a:ext cx="336" cy="0"/>
                </a:xfrm>
                <a:prstGeom prst="straightConnector1">
                  <a:avLst/>
                </a:prstGeom>
                <a:noFill/>
                <a:ln cap="flat" cmpd="sng" w="28575">
                  <a:solidFill>
                    <a:schemeClr val="dk1"/>
                  </a:solidFill>
                  <a:prstDash val="solid"/>
                  <a:round/>
                  <a:headEnd len="sm" w="sm" type="none"/>
                  <a:tailEnd len="sm" w="sm" type="none"/>
                </a:ln>
              </p:spPr>
            </p:cxnSp>
            <p:cxnSp>
              <p:nvCxnSpPr>
                <p:cNvPr id="260" name="Google Shape;260;p4"/>
                <p:cNvCxnSpPr/>
                <p:nvPr/>
              </p:nvCxnSpPr>
              <p:spPr>
                <a:xfrm>
                  <a:off x="1297" y="2784"/>
                  <a:ext cx="336" cy="0"/>
                </a:xfrm>
                <a:prstGeom prst="straightConnector1">
                  <a:avLst/>
                </a:prstGeom>
                <a:noFill/>
                <a:ln cap="flat" cmpd="sng" w="28575">
                  <a:solidFill>
                    <a:schemeClr val="dk1"/>
                  </a:solidFill>
                  <a:prstDash val="solid"/>
                  <a:round/>
                  <a:headEnd len="sm" w="sm" type="none"/>
                  <a:tailEnd len="sm" w="sm" type="none"/>
                </a:ln>
              </p:spPr>
            </p:cxnSp>
            <p:cxnSp>
              <p:nvCxnSpPr>
                <p:cNvPr id="261" name="Google Shape;261;p4"/>
                <p:cNvCxnSpPr/>
                <p:nvPr/>
              </p:nvCxnSpPr>
              <p:spPr>
                <a:xfrm>
                  <a:off x="1297" y="2832"/>
                  <a:ext cx="336" cy="0"/>
                </a:xfrm>
                <a:prstGeom prst="straightConnector1">
                  <a:avLst/>
                </a:prstGeom>
                <a:noFill/>
                <a:ln cap="flat" cmpd="sng" w="28575">
                  <a:solidFill>
                    <a:schemeClr val="dk1"/>
                  </a:solidFill>
                  <a:prstDash val="solid"/>
                  <a:round/>
                  <a:headEnd len="sm" w="sm" type="none"/>
                  <a:tailEnd len="sm" w="sm" type="none"/>
                </a:ln>
              </p:spPr>
            </p:cxnSp>
            <p:cxnSp>
              <p:nvCxnSpPr>
                <p:cNvPr id="262" name="Google Shape;262;p4"/>
                <p:cNvCxnSpPr/>
                <p:nvPr/>
              </p:nvCxnSpPr>
              <p:spPr>
                <a:xfrm>
                  <a:off x="1297" y="2928"/>
                  <a:ext cx="336" cy="0"/>
                </a:xfrm>
                <a:prstGeom prst="straightConnector1">
                  <a:avLst/>
                </a:prstGeom>
                <a:noFill/>
                <a:ln cap="flat" cmpd="sng" w="28575">
                  <a:solidFill>
                    <a:schemeClr val="dk1"/>
                  </a:solidFill>
                  <a:prstDash val="solid"/>
                  <a:round/>
                  <a:headEnd len="sm" w="sm" type="none"/>
                  <a:tailEnd len="sm" w="sm" type="none"/>
                </a:ln>
              </p:spPr>
            </p:cxnSp>
            <p:cxnSp>
              <p:nvCxnSpPr>
                <p:cNvPr id="263" name="Google Shape;263;p4"/>
                <p:cNvCxnSpPr/>
                <p:nvPr/>
              </p:nvCxnSpPr>
              <p:spPr>
                <a:xfrm>
                  <a:off x="1297" y="2880"/>
                  <a:ext cx="336" cy="0"/>
                </a:xfrm>
                <a:prstGeom prst="straightConnector1">
                  <a:avLst/>
                </a:prstGeom>
                <a:noFill/>
                <a:ln cap="flat" cmpd="sng" w="28575">
                  <a:solidFill>
                    <a:schemeClr val="dk1"/>
                  </a:solidFill>
                  <a:prstDash val="solid"/>
                  <a:round/>
                  <a:headEnd len="sm" w="sm" type="none"/>
                  <a:tailEnd len="sm" w="sm" type="none"/>
                </a:ln>
              </p:spPr>
            </p:cxnSp>
            <p:cxnSp>
              <p:nvCxnSpPr>
                <p:cNvPr id="264" name="Google Shape;264;p4"/>
                <p:cNvCxnSpPr/>
                <p:nvPr/>
              </p:nvCxnSpPr>
              <p:spPr>
                <a:xfrm>
                  <a:off x="1297" y="2976"/>
                  <a:ext cx="336" cy="0"/>
                </a:xfrm>
                <a:prstGeom prst="straightConnector1">
                  <a:avLst/>
                </a:prstGeom>
                <a:noFill/>
                <a:ln cap="flat" cmpd="sng" w="28575">
                  <a:solidFill>
                    <a:schemeClr val="dk1"/>
                  </a:solidFill>
                  <a:prstDash val="solid"/>
                  <a:round/>
                  <a:headEnd len="sm" w="sm" type="none"/>
                  <a:tailEnd len="sm" w="sm" type="none"/>
                </a:ln>
              </p:spPr>
            </p:cxnSp>
            <p:cxnSp>
              <p:nvCxnSpPr>
                <p:cNvPr id="265" name="Google Shape;265;p4"/>
                <p:cNvCxnSpPr/>
                <p:nvPr/>
              </p:nvCxnSpPr>
              <p:spPr>
                <a:xfrm>
                  <a:off x="1297" y="3024"/>
                  <a:ext cx="336" cy="0"/>
                </a:xfrm>
                <a:prstGeom prst="straightConnector1">
                  <a:avLst/>
                </a:prstGeom>
                <a:noFill/>
                <a:ln cap="flat" cmpd="sng" w="28575">
                  <a:solidFill>
                    <a:schemeClr val="dk1"/>
                  </a:solidFill>
                  <a:prstDash val="solid"/>
                  <a:round/>
                  <a:headEnd len="sm" w="sm" type="none"/>
                  <a:tailEnd len="sm" w="sm" type="none"/>
                </a:ln>
              </p:spPr>
            </p:cxnSp>
            <p:cxnSp>
              <p:nvCxnSpPr>
                <p:cNvPr id="266" name="Google Shape;266;p4"/>
                <p:cNvCxnSpPr/>
                <p:nvPr/>
              </p:nvCxnSpPr>
              <p:spPr>
                <a:xfrm>
                  <a:off x="1297" y="3072"/>
                  <a:ext cx="336" cy="0"/>
                </a:xfrm>
                <a:prstGeom prst="straightConnector1">
                  <a:avLst/>
                </a:prstGeom>
                <a:noFill/>
                <a:ln cap="flat" cmpd="sng" w="28575">
                  <a:solidFill>
                    <a:schemeClr val="dk1"/>
                  </a:solidFill>
                  <a:prstDash val="solid"/>
                  <a:round/>
                  <a:headEnd len="sm" w="sm" type="none"/>
                  <a:tailEnd len="sm" w="sm" type="none"/>
                </a:ln>
              </p:spPr>
            </p:cxnSp>
            <p:cxnSp>
              <p:nvCxnSpPr>
                <p:cNvPr id="267" name="Google Shape;267;p4"/>
                <p:cNvCxnSpPr/>
                <p:nvPr/>
              </p:nvCxnSpPr>
              <p:spPr>
                <a:xfrm>
                  <a:off x="1297" y="3120"/>
                  <a:ext cx="336" cy="0"/>
                </a:xfrm>
                <a:prstGeom prst="straightConnector1">
                  <a:avLst/>
                </a:prstGeom>
                <a:noFill/>
                <a:ln cap="flat" cmpd="sng" w="28575">
                  <a:solidFill>
                    <a:schemeClr val="dk1"/>
                  </a:solidFill>
                  <a:prstDash val="solid"/>
                  <a:round/>
                  <a:headEnd len="sm" w="sm" type="none"/>
                  <a:tailEnd len="sm" w="sm" type="none"/>
                </a:ln>
              </p:spPr>
            </p:cxnSp>
            <p:cxnSp>
              <p:nvCxnSpPr>
                <p:cNvPr id="268" name="Google Shape;268;p4"/>
                <p:cNvCxnSpPr/>
                <p:nvPr/>
              </p:nvCxnSpPr>
              <p:spPr>
                <a:xfrm>
                  <a:off x="1297" y="3168"/>
                  <a:ext cx="336" cy="0"/>
                </a:xfrm>
                <a:prstGeom prst="straightConnector1">
                  <a:avLst/>
                </a:prstGeom>
                <a:noFill/>
                <a:ln cap="flat" cmpd="sng" w="28575">
                  <a:solidFill>
                    <a:schemeClr val="dk1"/>
                  </a:solidFill>
                  <a:prstDash val="solid"/>
                  <a:round/>
                  <a:headEnd len="sm" w="sm" type="none"/>
                  <a:tailEnd len="sm" w="sm" type="none"/>
                </a:ln>
              </p:spPr>
            </p:cxnSp>
            <p:cxnSp>
              <p:nvCxnSpPr>
                <p:cNvPr id="269" name="Google Shape;269;p4"/>
                <p:cNvCxnSpPr/>
                <p:nvPr/>
              </p:nvCxnSpPr>
              <p:spPr>
                <a:xfrm>
                  <a:off x="1297" y="2688"/>
                  <a:ext cx="336" cy="0"/>
                </a:xfrm>
                <a:prstGeom prst="straightConnector1">
                  <a:avLst/>
                </a:prstGeom>
                <a:noFill/>
                <a:ln cap="flat" cmpd="sng" w="28575">
                  <a:solidFill>
                    <a:schemeClr val="dk1"/>
                  </a:solidFill>
                  <a:prstDash val="solid"/>
                  <a:round/>
                  <a:headEnd len="sm" w="sm" type="none"/>
                  <a:tailEnd len="sm" w="sm" type="none"/>
                </a:ln>
              </p:spPr>
            </p:cxnSp>
            <p:cxnSp>
              <p:nvCxnSpPr>
                <p:cNvPr id="270" name="Google Shape;270;p4"/>
                <p:cNvCxnSpPr/>
                <p:nvPr/>
              </p:nvCxnSpPr>
              <p:spPr>
                <a:xfrm>
                  <a:off x="1297" y="2592"/>
                  <a:ext cx="209" cy="0"/>
                </a:xfrm>
                <a:prstGeom prst="straightConnector1">
                  <a:avLst/>
                </a:prstGeom>
                <a:noFill/>
                <a:ln cap="flat" cmpd="sng" w="28575">
                  <a:solidFill>
                    <a:schemeClr val="dk1"/>
                  </a:solidFill>
                  <a:prstDash val="solid"/>
                  <a:round/>
                  <a:headEnd len="sm" w="sm" type="none"/>
                  <a:tailEnd len="sm" w="sm" type="none"/>
                </a:ln>
              </p:spPr>
            </p:cxnSp>
            <p:cxnSp>
              <p:nvCxnSpPr>
                <p:cNvPr id="271" name="Google Shape;271;p4"/>
                <p:cNvCxnSpPr/>
                <p:nvPr/>
              </p:nvCxnSpPr>
              <p:spPr>
                <a:xfrm>
                  <a:off x="1297" y="2544"/>
                  <a:ext cx="209" cy="0"/>
                </a:xfrm>
                <a:prstGeom prst="straightConnector1">
                  <a:avLst/>
                </a:prstGeom>
                <a:noFill/>
                <a:ln cap="flat" cmpd="sng" w="28575">
                  <a:solidFill>
                    <a:schemeClr val="dk1"/>
                  </a:solidFill>
                  <a:prstDash val="solid"/>
                  <a:round/>
                  <a:headEnd len="sm" w="sm" type="none"/>
                  <a:tailEnd len="sm" w="sm" type="none"/>
                </a:ln>
              </p:spPr>
            </p:cxnSp>
            <p:cxnSp>
              <p:nvCxnSpPr>
                <p:cNvPr id="272" name="Google Shape;272;p4"/>
                <p:cNvCxnSpPr/>
                <p:nvPr/>
              </p:nvCxnSpPr>
              <p:spPr>
                <a:xfrm>
                  <a:off x="1297" y="2640"/>
                  <a:ext cx="209" cy="0"/>
                </a:xfrm>
                <a:prstGeom prst="straightConnector1">
                  <a:avLst/>
                </a:prstGeom>
                <a:noFill/>
                <a:ln cap="flat" cmpd="sng" w="28575">
                  <a:solidFill>
                    <a:schemeClr val="dk1"/>
                  </a:solidFill>
                  <a:prstDash val="solid"/>
                  <a:round/>
                  <a:headEnd len="sm" w="sm" type="none"/>
                  <a:tailEnd len="sm" w="sm" type="none"/>
                </a:ln>
              </p:spPr>
            </p:cxnSp>
          </p:grpSp>
          <p:sp>
            <p:nvSpPr>
              <p:cNvPr id="273" name="Google Shape;273;p4"/>
              <p:cNvSpPr txBox="1"/>
              <p:nvPr/>
            </p:nvSpPr>
            <p:spPr>
              <a:xfrm>
                <a:off x="3971" y="2544"/>
                <a:ext cx="1084" cy="40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Supplementary</a:t>
                </a:r>
                <a:endParaRPr/>
              </a:p>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Specifications</a:t>
                </a:r>
                <a:endParaRPr/>
              </a:p>
            </p:txBody>
          </p:sp>
        </p:grpSp>
        <p:sp>
          <p:nvSpPr>
            <p:cNvPr id="274" name="Google Shape;274;p4"/>
            <p:cNvSpPr/>
            <p:nvPr/>
          </p:nvSpPr>
          <p:spPr>
            <a:xfrm>
              <a:off x="3721100" y="3657600"/>
              <a:ext cx="1816100" cy="1143000"/>
            </a:xfrm>
            <a:prstGeom prst="homePlate">
              <a:avLst>
                <a:gd fmla="val 50558" name="adj"/>
              </a:avLst>
            </a:prstGeom>
            <a:solidFill>
              <a:srgbClr val="00CCFF"/>
            </a:solidFill>
            <a:ln cap="flat" cmpd="sng" w="2857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2"/>
                  </a:solidFill>
                  <a:latin typeface="Constantia"/>
                  <a:ea typeface="Constantia"/>
                  <a:cs typeface="Constantia"/>
                  <a:sym typeface="Constantia"/>
                </a:rPr>
                <a:t>Identify </a:t>
              </a:r>
              <a:endParaRPr/>
            </a:p>
            <a:p>
              <a:pPr indent="0" lvl="0" marL="0" marR="0" rtl="0" algn="ctr">
                <a:spcBef>
                  <a:spcPts val="0"/>
                </a:spcBef>
                <a:spcAft>
                  <a:spcPts val="0"/>
                </a:spcAft>
                <a:buNone/>
              </a:pPr>
              <a:r>
                <a:rPr b="1" lang="en-US" sz="2000">
                  <a:solidFill>
                    <a:schemeClr val="lt2"/>
                  </a:solidFill>
                  <a:latin typeface="Constantia"/>
                  <a:ea typeface="Constantia"/>
                  <a:cs typeface="Constantia"/>
                  <a:sym typeface="Constantia"/>
                </a:rPr>
                <a:t>Design</a:t>
              </a:r>
              <a:endParaRPr/>
            </a:p>
            <a:p>
              <a:pPr indent="0" lvl="0" marL="0" marR="0" rtl="0" algn="ctr">
                <a:spcBef>
                  <a:spcPts val="0"/>
                </a:spcBef>
                <a:spcAft>
                  <a:spcPts val="0"/>
                </a:spcAft>
                <a:buNone/>
              </a:pPr>
              <a:r>
                <a:rPr b="1" lang="en-US" sz="2000">
                  <a:solidFill>
                    <a:schemeClr val="lt2"/>
                  </a:solidFill>
                  <a:latin typeface="Constantia"/>
                  <a:ea typeface="Constantia"/>
                  <a:cs typeface="Constantia"/>
                  <a:sym typeface="Constantia"/>
                </a:rPr>
                <a:t>Elements</a:t>
              </a:r>
              <a:endParaRPr sz="1800">
                <a:solidFill>
                  <a:schemeClr val="lt2"/>
                </a:solidFill>
                <a:latin typeface="Constantia"/>
                <a:ea typeface="Constantia"/>
                <a:cs typeface="Constantia"/>
                <a:sym typeface="Constantia"/>
              </a:endParaRPr>
            </a:p>
          </p:txBody>
        </p:sp>
        <p:grpSp>
          <p:nvGrpSpPr>
            <p:cNvPr id="275" name="Google Shape;275;p4"/>
            <p:cNvGrpSpPr/>
            <p:nvPr/>
          </p:nvGrpSpPr>
          <p:grpSpPr>
            <a:xfrm>
              <a:off x="3155950" y="928688"/>
              <a:ext cx="1403350" cy="2120900"/>
              <a:chOff x="2796" y="585"/>
              <a:chExt cx="884" cy="1336"/>
            </a:xfrm>
          </p:grpSpPr>
          <p:grpSp>
            <p:nvGrpSpPr>
              <p:cNvPr id="276" name="Google Shape;276;p4"/>
              <p:cNvGrpSpPr/>
              <p:nvPr/>
            </p:nvGrpSpPr>
            <p:grpSpPr>
              <a:xfrm>
                <a:off x="3022" y="585"/>
                <a:ext cx="432" cy="720"/>
                <a:chOff x="1249" y="2496"/>
                <a:chExt cx="432" cy="720"/>
              </a:xfrm>
            </p:grpSpPr>
            <p:sp>
              <p:nvSpPr>
                <p:cNvPr id="277" name="Google Shape;277;p4"/>
                <p:cNvSpPr/>
                <p:nvPr/>
              </p:nvSpPr>
              <p:spPr>
                <a:xfrm>
                  <a:off x="1249" y="2496"/>
                  <a:ext cx="432" cy="720"/>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278" name="Google Shape;278;p4"/>
                <p:cNvCxnSpPr/>
                <p:nvPr/>
              </p:nvCxnSpPr>
              <p:spPr>
                <a:xfrm>
                  <a:off x="1537" y="2496"/>
                  <a:ext cx="144" cy="144"/>
                </a:xfrm>
                <a:prstGeom prst="straightConnector1">
                  <a:avLst/>
                </a:prstGeom>
                <a:noFill/>
                <a:ln cap="flat" cmpd="sng" w="28575">
                  <a:solidFill>
                    <a:schemeClr val="dk1"/>
                  </a:solidFill>
                  <a:prstDash val="solid"/>
                  <a:round/>
                  <a:headEnd len="sm" w="sm" type="none"/>
                  <a:tailEnd len="sm" w="sm" type="none"/>
                </a:ln>
              </p:spPr>
            </p:cxnSp>
            <p:cxnSp>
              <p:nvCxnSpPr>
                <p:cNvPr id="279" name="Google Shape;279;p4"/>
                <p:cNvCxnSpPr/>
                <p:nvPr/>
              </p:nvCxnSpPr>
              <p:spPr>
                <a:xfrm>
                  <a:off x="1537" y="2496"/>
                  <a:ext cx="0" cy="144"/>
                </a:xfrm>
                <a:prstGeom prst="straightConnector1">
                  <a:avLst/>
                </a:prstGeom>
                <a:noFill/>
                <a:ln cap="flat" cmpd="sng" w="28575">
                  <a:solidFill>
                    <a:schemeClr val="dk1"/>
                  </a:solidFill>
                  <a:prstDash val="solid"/>
                  <a:round/>
                  <a:headEnd len="sm" w="sm" type="none"/>
                  <a:tailEnd len="sm" w="sm" type="none"/>
                </a:ln>
              </p:spPr>
            </p:cxnSp>
            <p:cxnSp>
              <p:nvCxnSpPr>
                <p:cNvPr id="280" name="Google Shape;280;p4"/>
                <p:cNvCxnSpPr/>
                <p:nvPr/>
              </p:nvCxnSpPr>
              <p:spPr>
                <a:xfrm rot="10800000">
                  <a:off x="1537" y="2640"/>
                  <a:ext cx="144" cy="0"/>
                </a:xfrm>
                <a:prstGeom prst="straightConnector1">
                  <a:avLst/>
                </a:prstGeom>
                <a:noFill/>
                <a:ln cap="flat" cmpd="sng" w="28575">
                  <a:solidFill>
                    <a:schemeClr val="dk1"/>
                  </a:solidFill>
                  <a:prstDash val="solid"/>
                  <a:round/>
                  <a:headEnd len="sm" w="sm" type="none"/>
                  <a:tailEnd len="sm" w="sm" type="none"/>
                </a:ln>
              </p:spPr>
            </p:cxnSp>
            <p:cxnSp>
              <p:nvCxnSpPr>
                <p:cNvPr id="281" name="Google Shape;281;p4"/>
                <p:cNvCxnSpPr/>
                <p:nvPr/>
              </p:nvCxnSpPr>
              <p:spPr>
                <a:xfrm>
                  <a:off x="1297" y="2736"/>
                  <a:ext cx="336" cy="0"/>
                </a:xfrm>
                <a:prstGeom prst="straightConnector1">
                  <a:avLst/>
                </a:prstGeom>
                <a:noFill/>
                <a:ln cap="flat" cmpd="sng" w="28575">
                  <a:solidFill>
                    <a:schemeClr val="dk1"/>
                  </a:solidFill>
                  <a:prstDash val="solid"/>
                  <a:round/>
                  <a:headEnd len="sm" w="sm" type="none"/>
                  <a:tailEnd len="sm" w="sm" type="none"/>
                </a:ln>
              </p:spPr>
            </p:cxnSp>
            <p:cxnSp>
              <p:nvCxnSpPr>
                <p:cNvPr id="282" name="Google Shape;282;p4"/>
                <p:cNvCxnSpPr/>
                <p:nvPr/>
              </p:nvCxnSpPr>
              <p:spPr>
                <a:xfrm>
                  <a:off x="1297" y="2784"/>
                  <a:ext cx="336" cy="0"/>
                </a:xfrm>
                <a:prstGeom prst="straightConnector1">
                  <a:avLst/>
                </a:prstGeom>
                <a:noFill/>
                <a:ln cap="flat" cmpd="sng" w="28575">
                  <a:solidFill>
                    <a:schemeClr val="dk1"/>
                  </a:solidFill>
                  <a:prstDash val="solid"/>
                  <a:round/>
                  <a:headEnd len="sm" w="sm" type="none"/>
                  <a:tailEnd len="sm" w="sm" type="none"/>
                </a:ln>
              </p:spPr>
            </p:cxnSp>
            <p:cxnSp>
              <p:nvCxnSpPr>
                <p:cNvPr id="283" name="Google Shape;283;p4"/>
                <p:cNvCxnSpPr/>
                <p:nvPr/>
              </p:nvCxnSpPr>
              <p:spPr>
                <a:xfrm>
                  <a:off x="1297" y="2832"/>
                  <a:ext cx="336" cy="0"/>
                </a:xfrm>
                <a:prstGeom prst="straightConnector1">
                  <a:avLst/>
                </a:prstGeom>
                <a:noFill/>
                <a:ln cap="flat" cmpd="sng" w="28575">
                  <a:solidFill>
                    <a:schemeClr val="dk1"/>
                  </a:solidFill>
                  <a:prstDash val="solid"/>
                  <a:round/>
                  <a:headEnd len="sm" w="sm" type="none"/>
                  <a:tailEnd len="sm" w="sm" type="none"/>
                </a:ln>
              </p:spPr>
            </p:cxnSp>
            <p:cxnSp>
              <p:nvCxnSpPr>
                <p:cNvPr id="284" name="Google Shape;284;p4"/>
                <p:cNvCxnSpPr/>
                <p:nvPr/>
              </p:nvCxnSpPr>
              <p:spPr>
                <a:xfrm>
                  <a:off x="1297" y="2928"/>
                  <a:ext cx="336" cy="0"/>
                </a:xfrm>
                <a:prstGeom prst="straightConnector1">
                  <a:avLst/>
                </a:prstGeom>
                <a:noFill/>
                <a:ln cap="flat" cmpd="sng" w="28575">
                  <a:solidFill>
                    <a:schemeClr val="dk1"/>
                  </a:solidFill>
                  <a:prstDash val="solid"/>
                  <a:round/>
                  <a:headEnd len="sm" w="sm" type="none"/>
                  <a:tailEnd len="sm" w="sm" type="none"/>
                </a:ln>
              </p:spPr>
            </p:cxnSp>
            <p:cxnSp>
              <p:nvCxnSpPr>
                <p:cNvPr id="285" name="Google Shape;285;p4"/>
                <p:cNvCxnSpPr/>
                <p:nvPr/>
              </p:nvCxnSpPr>
              <p:spPr>
                <a:xfrm>
                  <a:off x="1297" y="2880"/>
                  <a:ext cx="336" cy="0"/>
                </a:xfrm>
                <a:prstGeom prst="straightConnector1">
                  <a:avLst/>
                </a:prstGeom>
                <a:noFill/>
                <a:ln cap="flat" cmpd="sng" w="28575">
                  <a:solidFill>
                    <a:schemeClr val="dk1"/>
                  </a:solidFill>
                  <a:prstDash val="solid"/>
                  <a:round/>
                  <a:headEnd len="sm" w="sm" type="none"/>
                  <a:tailEnd len="sm" w="sm" type="none"/>
                </a:ln>
              </p:spPr>
            </p:cxnSp>
            <p:cxnSp>
              <p:nvCxnSpPr>
                <p:cNvPr id="286" name="Google Shape;286;p4"/>
                <p:cNvCxnSpPr/>
                <p:nvPr/>
              </p:nvCxnSpPr>
              <p:spPr>
                <a:xfrm>
                  <a:off x="1297" y="2976"/>
                  <a:ext cx="336" cy="0"/>
                </a:xfrm>
                <a:prstGeom prst="straightConnector1">
                  <a:avLst/>
                </a:prstGeom>
                <a:noFill/>
                <a:ln cap="flat" cmpd="sng" w="28575">
                  <a:solidFill>
                    <a:schemeClr val="dk1"/>
                  </a:solidFill>
                  <a:prstDash val="solid"/>
                  <a:round/>
                  <a:headEnd len="sm" w="sm" type="none"/>
                  <a:tailEnd len="sm" w="sm" type="none"/>
                </a:ln>
              </p:spPr>
            </p:cxnSp>
            <p:cxnSp>
              <p:nvCxnSpPr>
                <p:cNvPr id="287" name="Google Shape;287;p4"/>
                <p:cNvCxnSpPr/>
                <p:nvPr/>
              </p:nvCxnSpPr>
              <p:spPr>
                <a:xfrm>
                  <a:off x="1297" y="3024"/>
                  <a:ext cx="336" cy="0"/>
                </a:xfrm>
                <a:prstGeom prst="straightConnector1">
                  <a:avLst/>
                </a:prstGeom>
                <a:noFill/>
                <a:ln cap="flat" cmpd="sng" w="28575">
                  <a:solidFill>
                    <a:schemeClr val="dk1"/>
                  </a:solidFill>
                  <a:prstDash val="solid"/>
                  <a:round/>
                  <a:headEnd len="sm" w="sm" type="none"/>
                  <a:tailEnd len="sm" w="sm" type="none"/>
                </a:ln>
              </p:spPr>
            </p:cxnSp>
            <p:cxnSp>
              <p:nvCxnSpPr>
                <p:cNvPr id="288" name="Google Shape;288;p4"/>
                <p:cNvCxnSpPr/>
                <p:nvPr/>
              </p:nvCxnSpPr>
              <p:spPr>
                <a:xfrm>
                  <a:off x="1297" y="3072"/>
                  <a:ext cx="336" cy="0"/>
                </a:xfrm>
                <a:prstGeom prst="straightConnector1">
                  <a:avLst/>
                </a:prstGeom>
                <a:noFill/>
                <a:ln cap="flat" cmpd="sng" w="28575">
                  <a:solidFill>
                    <a:schemeClr val="dk1"/>
                  </a:solidFill>
                  <a:prstDash val="solid"/>
                  <a:round/>
                  <a:headEnd len="sm" w="sm" type="none"/>
                  <a:tailEnd len="sm" w="sm" type="none"/>
                </a:ln>
              </p:spPr>
            </p:cxnSp>
            <p:cxnSp>
              <p:nvCxnSpPr>
                <p:cNvPr id="289" name="Google Shape;289;p4"/>
                <p:cNvCxnSpPr/>
                <p:nvPr/>
              </p:nvCxnSpPr>
              <p:spPr>
                <a:xfrm>
                  <a:off x="1297" y="3120"/>
                  <a:ext cx="336" cy="0"/>
                </a:xfrm>
                <a:prstGeom prst="straightConnector1">
                  <a:avLst/>
                </a:prstGeom>
                <a:noFill/>
                <a:ln cap="flat" cmpd="sng" w="28575">
                  <a:solidFill>
                    <a:schemeClr val="dk1"/>
                  </a:solidFill>
                  <a:prstDash val="solid"/>
                  <a:round/>
                  <a:headEnd len="sm" w="sm" type="none"/>
                  <a:tailEnd len="sm" w="sm" type="none"/>
                </a:ln>
              </p:spPr>
            </p:cxnSp>
            <p:cxnSp>
              <p:nvCxnSpPr>
                <p:cNvPr id="290" name="Google Shape;290;p4"/>
                <p:cNvCxnSpPr/>
                <p:nvPr/>
              </p:nvCxnSpPr>
              <p:spPr>
                <a:xfrm>
                  <a:off x="1297" y="3168"/>
                  <a:ext cx="336" cy="0"/>
                </a:xfrm>
                <a:prstGeom prst="straightConnector1">
                  <a:avLst/>
                </a:prstGeom>
                <a:noFill/>
                <a:ln cap="flat" cmpd="sng" w="28575">
                  <a:solidFill>
                    <a:schemeClr val="dk1"/>
                  </a:solidFill>
                  <a:prstDash val="solid"/>
                  <a:round/>
                  <a:headEnd len="sm" w="sm" type="none"/>
                  <a:tailEnd len="sm" w="sm" type="none"/>
                </a:ln>
              </p:spPr>
            </p:cxnSp>
            <p:cxnSp>
              <p:nvCxnSpPr>
                <p:cNvPr id="291" name="Google Shape;291;p4"/>
                <p:cNvCxnSpPr/>
                <p:nvPr/>
              </p:nvCxnSpPr>
              <p:spPr>
                <a:xfrm>
                  <a:off x="1297" y="2688"/>
                  <a:ext cx="336" cy="0"/>
                </a:xfrm>
                <a:prstGeom prst="straightConnector1">
                  <a:avLst/>
                </a:prstGeom>
                <a:noFill/>
                <a:ln cap="flat" cmpd="sng" w="28575">
                  <a:solidFill>
                    <a:schemeClr val="dk1"/>
                  </a:solidFill>
                  <a:prstDash val="solid"/>
                  <a:round/>
                  <a:headEnd len="sm" w="sm" type="none"/>
                  <a:tailEnd len="sm" w="sm" type="none"/>
                </a:ln>
              </p:spPr>
            </p:cxnSp>
            <p:cxnSp>
              <p:nvCxnSpPr>
                <p:cNvPr id="292" name="Google Shape;292;p4"/>
                <p:cNvCxnSpPr/>
                <p:nvPr/>
              </p:nvCxnSpPr>
              <p:spPr>
                <a:xfrm>
                  <a:off x="1297" y="2592"/>
                  <a:ext cx="209" cy="0"/>
                </a:xfrm>
                <a:prstGeom prst="straightConnector1">
                  <a:avLst/>
                </a:prstGeom>
                <a:noFill/>
                <a:ln cap="flat" cmpd="sng" w="28575">
                  <a:solidFill>
                    <a:schemeClr val="dk1"/>
                  </a:solidFill>
                  <a:prstDash val="solid"/>
                  <a:round/>
                  <a:headEnd len="sm" w="sm" type="none"/>
                  <a:tailEnd len="sm" w="sm" type="none"/>
                </a:ln>
              </p:spPr>
            </p:cxnSp>
            <p:cxnSp>
              <p:nvCxnSpPr>
                <p:cNvPr id="293" name="Google Shape;293;p4"/>
                <p:cNvCxnSpPr/>
                <p:nvPr/>
              </p:nvCxnSpPr>
              <p:spPr>
                <a:xfrm>
                  <a:off x="1297" y="2544"/>
                  <a:ext cx="209" cy="0"/>
                </a:xfrm>
                <a:prstGeom prst="straightConnector1">
                  <a:avLst/>
                </a:prstGeom>
                <a:noFill/>
                <a:ln cap="flat" cmpd="sng" w="28575">
                  <a:solidFill>
                    <a:schemeClr val="dk1"/>
                  </a:solidFill>
                  <a:prstDash val="solid"/>
                  <a:round/>
                  <a:headEnd len="sm" w="sm" type="none"/>
                  <a:tailEnd len="sm" w="sm" type="none"/>
                </a:ln>
              </p:spPr>
            </p:cxnSp>
            <p:cxnSp>
              <p:nvCxnSpPr>
                <p:cNvPr id="294" name="Google Shape;294;p4"/>
                <p:cNvCxnSpPr/>
                <p:nvPr/>
              </p:nvCxnSpPr>
              <p:spPr>
                <a:xfrm>
                  <a:off x="1297" y="2640"/>
                  <a:ext cx="209" cy="0"/>
                </a:xfrm>
                <a:prstGeom prst="straightConnector1">
                  <a:avLst/>
                </a:prstGeom>
                <a:noFill/>
                <a:ln cap="flat" cmpd="sng" w="28575">
                  <a:solidFill>
                    <a:schemeClr val="dk1"/>
                  </a:solidFill>
                  <a:prstDash val="solid"/>
                  <a:round/>
                  <a:headEnd len="sm" w="sm" type="none"/>
                  <a:tailEnd len="sm" w="sm" type="none"/>
                </a:ln>
              </p:spPr>
            </p:cxnSp>
          </p:grpSp>
          <p:sp>
            <p:nvSpPr>
              <p:cNvPr id="295" name="Google Shape;295;p4"/>
              <p:cNvSpPr txBox="1"/>
              <p:nvPr/>
            </p:nvSpPr>
            <p:spPr>
              <a:xfrm>
                <a:off x="2796" y="1344"/>
                <a:ext cx="884" cy="5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Software</a:t>
                </a:r>
                <a:endParaRPr/>
              </a:p>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Architecture</a:t>
                </a:r>
                <a:endParaRPr/>
              </a:p>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Document</a:t>
                </a:r>
                <a:endParaRPr/>
              </a:p>
            </p:txBody>
          </p:sp>
        </p:grpSp>
        <p:cxnSp>
          <p:nvCxnSpPr>
            <p:cNvPr id="296" name="Google Shape;296;p4"/>
            <p:cNvCxnSpPr/>
            <p:nvPr/>
          </p:nvCxnSpPr>
          <p:spPr>
            <a:xfrm>
              <a:off x="3937000" y="3009900"/>
              <a:ext cx="0" cy="622300"/>
            </a:xfrm>
            <a:prstGeom prst="straightConnector1">
              <a:avLst/>
            </a:prstGeom>
            <a:noFill/>
            <a:ln cap="flat" cmpd="sng" w="28575">
              <a:solidFill>
                <a:schemeClr val="hlink"/>
              </a:solidFill>
              <a:prstDash val="solid"/>
              <a:round/>
              <a:headEnd len="med" w="med" type="none"/>
              <a:tailEnd len="med" w="med" type="triangle"/>
            </a:ln>
          </p:spPr>
        </p:cxnSp>
        <p:grpSp>
          <p:nvGrpSpPr>
            <p:cNvPr id="297" name="Google Shape;297;p4"/>
            <p:cNvGrpSpPr/>
            <p:nvPr/>
          </p:nvGrpSpPr>
          <p:grpSpPr>
            <a:xfrm>
              <a:off x="6545263" y="3670301"/>
              <a:ext cx="1976437" cy="1724026"/>
              <a:chOff x="1309" y="1072"/>
              <a:chExt cx="1245" cy="1086"/>
            </a:xfrm>
          </p:grpSpPr>
          <p:grpSp>
            <p:nvGrpSpPr>
              <p:cNvPr id="298" name="Google Shape;298;p4"/>
              <p:cNvGrpSpPr/>
              <p:nvPr/>
            </p:nvGrpSpPr>
            <p:grpSpPr>
              <a:xfrm>
                <a:off x="1309" y="1072"/>
                <a:ext cx="1245" cy="766"/>
                <a:chOff x="1309" y="1072"/>
                <a:chExt cx="1245" cy="766"/>
              </a:xfrm>
            </p:grpSpPr>
            <p:grpSp>
              <p:nvGrpSpPr>
                <p:cNvPr id="299" name="Google Shape;299;p4"/>
                <p:cNvGrpSpPr/>
                <p:nvPr/>
              </p:nvGrpSpPr>
              <p:grpSpPr>
                <a:xfrm>
                  <a:off x="1309" y="1231"/>
                  <a:ext cx="302" cy="175"/>
                  <a:chOff x="144" y="1440"/>
                  <a:chExt cx="881" cy="510"/>
                </a:xfrm>
              </p:grpSpPr>
              <p:sp>
                <p:nvSpPr>
                  <p:cNvPr id="300" name="Google Shape;300;p4"/>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01" name="Google Shape;301;p4"/>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302" name="Google Shape;302;p4"/>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grpSp>
              <p:nvGrpSpPr>
                <p:cNvPr id="303" name="Google Shape;303;p4"/>
                <p:cNvGrpSpPr/>
                <p:nvPr/>
              </p:nvGrpSpPr>
              <p:grpSpPr>
                <a:xfrm>
                  <a:off x="1950" y="1072"/>
                  <a:ext cx="302" cy="175"/>
                  <a:chOff x="144" y="1440"/>
                  <a:chExt cx="881" cy="510"/>
                </a:xfrm>
              </p:grpSpPr>
              <p:sp>
                <p:nvSpPr>
                  <p:cNvPr id="304" name="Google Shape;304;p4"/>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05" name="Google Shape;305;p4"/>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306" name="Google Shape;306;p4"/>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grpSp>
              <p:nvGrpSpPr>
                <p:cNvPr id="307" name="Google Shape;307;p4"/>
                <p:cNvGrpSpPr/>
                <p:nvPr/>
              </p:nvGrpSpPr>
              <p:grpSpPr>
                <a:xfrm>
                  <a:off x="1648" y="1663"/>
                  <a:ext cx="302" cy="175"/>
                  <a:chOff x="144" y="1440"/>
                  <a:chExt cx="881" cy="510"/>
                </a:xfrm>
              </p:grpSpPr>
              <p:sp>
                <p:nvSpPr>
                  <p:cNvPr id="308" name="Google Shape;308;p4"/>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09" name="Google Shape;309;p4"/>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310" name="Google Shape;310;p4"/>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grpSp>
              <p:nvGrpSpPr>
                <p:cNvPr id="311" name="Google Shape;311;p4"/>
                <p:cNvGrpSpPr/>
                <p:nvPr/>
              </p:nvGrpSpPr>
              <p:grpSpPr>
                <a:xfrm>
                  <a:off x="2252" y="1581"/>
                  <a:ext cx="302" cy="175"/>
                  <a:chOff x="144" y="1440"/>
                  <a:chExt cx="881" cy="510"/>
                </a:xfrm>
              </p:grpSpPr>
              <p:sp>
                <p:nvSpPr>
                  <p:cNvPr id="312" name="Google Shape;312;p4"/>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13" name="Google Shape;313;p4"/>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314" name="Google Shape;314;p4"/>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cxnSp>
              <p:nvCxnSpPr>
                <p:cNvPr id="315" name="Google Shape;315;p4"/>
                <p:cNvCxnSpPr/>
                <p:nvPr/>
              </p:nvCxnSpPr>
              <p:spPr>
                <a:xfrm rot="10800000">
                  <a:off x="1463" y="1406"/>
                  <a:ext cx="312" cy="257"/>
                </a:xfrm>
                <a:prstGeom prst="straightConnector1">
                  <a:avLst/>
                </a:prstGeom>
                <a:noFill/>
                <a:ln cap="flat" cmpd="sng" w="28575">
                  <a:solidFill>
                    <a:schemeClr val="dk1"/>
                  </a:solidFill>
                  <a:prstDash val="solid"/>
                  <a:round/>
                  <a:headEnd len="sm" w="sm" type="none"/>
                  <a:tailEnd len="sm" w="sm" type="none"/>
                </a:ln>
              </p:spPr>
            </p:cxnSp>
            <p:cxnSp>
              <p:nvCxnSpPr>
                <p:cNvPr id="316" name="Google Shape;316;p4"/>
                <p:cNvCxnSpPr/>
                <p:nvPr/>
              </p:nvCxnSpPr>
              <p:spPr>
                <a:xfrm flipH="1" rot="10800000">
                  <a:off x="1611" y="1160"/>
                  <a:ext cx="339" cy="153"/>
                </a:xfrm>
                <a:prstGeom prst="straightConnector1">
                  <a:avLst/>
                </a:prstGeom>
                <a:noFill/>
                <a:ln cap="flat" cmpd="sng" w="28575">
                  <a:solidFill>
                    <a:schemeClr val="dk1"/>
                  </a:solidFill>
                  <a:prstDash val="solid"/>
                  <a:round/>
                  <a:headEnd len="sm" w="sm" type="none"/>
                  <a:tailEnd len="sm" w="sm" type="none"/>
                </a:ln>
              </p:spPr>
            </p:cxnSp>
            <p:cxnSp>
              <p:nvCxnSpPr>
                <p:cNvPr id="317" name="Google Shape;317;p4"/>
                <p:cNvCxnSpPr/>
                <p:nvPr/>
              </p:nvCxnSpPr>
              <p:spPr>
                <a:xfrm flipH="1" rot="10800000">
                  <a:off x="1950" y="1663"/>
                  <a:ext cx="302" cy="82"/>
                </a:xfrm>
                <a:prstGeom prst="straightConnector1">
                  <a:avLst/>
                </a:prstGeom>
                <a:noFill/>
                <a:ln cap="flat" cmpd="sng" w="28575">
                  <a:solidFill>
                    <a:schemeClr val="dk1"/>
                  </a:solidFill>
                  <a:prstDash val="solid"/>
                  <a:round/>
                  <a:headEnd len="sm" w="sm" type="none"/>
                  <a:tailEnd len="sm" w="sm" type="none"/>
                </a:ln>
              </p:spPr>
            </p:cxnSp>
            <p:cxnSp>
              <p:nvCxnSpPr>
                <p:cNvPr id="318" name="Google Shape;318;p4"/>
                <p:cNvCxnSpPr/>
                <p:nvPr/>
              </p:nvCxnSpPr>
              <p:spPr>
                <a:xfrm flipH="1" rot="10800000">
                  <a:off x="1775" y="1247"/>
                  <a:ext cx="329" cy="416"/>
                </a:xfrm>
                <a:prstGeom prst="straightConnector1">
                  <a:avLst/>
                </a:prstGeom>
                <a:noFill/>
                <a:ln cap="flat" cmpd="sng" w="28575">
                  <a:solidFill>
                    <a:schemeClr val="dk1"/>
                  </a:solidFill>
                  <a:prstDash val="solid"/>
                  <a:round/>
                  <a:headEnd len="sm" w="sm" type="none"/>
                  <a:tailEnd len="sm" w="sm" type="none"/>
                </a:ln>
              </p:spPr>
            </p:cxnSp>
          </p:grpSp>
          <p:sp>
            <p:nvSpPr>
              <p:cNvPr id="319" name="Google Shape;319;p4"/>
              <p:cNvSpPr txBox="1"/>
              <p:nvPr/>
            </p:nvSpPr>
            <p:spPr>
              <a:xfrm>
                <a:off x="1434" y="1927"/>
                <a:ext cx="9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Design Model</a:t>
                </a:r>
                <a:endParaRPr/>
              </a:p>
            </p:txBody>
          </p:sp>
        </p:grpSp>
        <p:cxnSp>
          <p:nvCxnSpPr>
            <p:cNvPr id="320" name="Google Shape;320;p4"/>
            <p:cNvCxnSpPr/>
            <p:nvPr/>
          </p:nvCxnSpPr>
          <p:spPr>
            <a:xfrm rot="10800000">
              <a:off x="5600700" y="4229100"/>
              <a:ext cx="812800" cy="0"/>
            </a:xfrm>
            <a:prstGeom prst="straightConnector1">
              <a:avLst/>
            </a:prstGeom>
            <a:noFill/>
            <a:ln cap="flat" cmpd="sng" w="28575">
              <a:solidFill>
                <a:schemeClr val="hlink"/>
              </a:solidFill>
              <a:prstDash val="solid"/>
              <a:round/>
              <a:headEnd len="med" w="med" type="triangle"/>
              <a:tailEnd len="med" w="med" type="triangle"/>
            </a:ln>
          </p:spPr>
        </p:cxnSp>
        <p:cxnSp>
          <p:nvCxnSpPr>
            <p:cNvPr id="321" name="Google Shape;321;p4"/>
            <p:cNvCxnSpPr/>
            <p:nvPr/>
          </p:nvCxnSpPr>
          <p:spPr>
            <a:xfrm rot="10800000">
              <a:off x="2057400" y="3492500"/>
              <a:ext cx="1638300" cy="787400"/>
            </a:xfrm>
            <a:prstGeom prst="straightConnector1">
              <a:avLst/>
            </a:prstGeom>
            <a:noFill/>
            <a:ln cap="flat" cmpd="sng" w="28575">
              <a:solidFill>
                <a:schemeClr val="hlink"/>
              </a:solidFill>
              <a:prstDash val="solid"/>
              <a:round/>
              <a:headEnd len="med" w="med" type="triangle"/>
              <a:tailEnd len="med" w="med" type="none"/>
            </a:ln>
          </p:spPr>
        </p:cxnSp>
        <p:cxnSp>
          <p:nvCxnSpPr>
            <p:cNvPr id="322" name="Google Shape;322;p4"/>
            <p:cNvCxnSpPr/>
            <p:nvPr/>
          </p:nvCxnSpPr>
          <p:spPr>
            <a:xfrm flipH="1">
              <a:off x="2673350" y="4686300"/>
              <a:ext cx="996950" cy="533400"/>
            </a:xfrm>
            <a:prstGeom prst="straightConnector1">
              <a:avLst/>
            </a:prstGeom>
            <a:noFill/>
            <a:ln cap="flat" cmpd="sng" w="28575">
              <a:solidFill>
                <a:schemeClr val="hlink"/>
              </a:solidFill>
              <a:prstDash val="solid"/>
              <a:round/>
              <a:headEnd len="med" w="med" type="triangle"/>
              <a:tailEnd len="med" w="med" type="none"/>
            </a:ln>
          </p:spPr>
        </p:cxnSp>
        <p:grpSp>
          <p:nvGrpSpPr>
            <p:cNvPr id="323" name="Google Shape;323;p4"/>
            <p:cNvGrpSpPr/>
            <p:nvPr/>
          </p:nvGrpSpPr>
          <p:grpSpPr>
            <a:xfrm>
              <a:off x="977900" y="4610103"/>
              <a:ext cx="1976438" cy="1622426"/>
              <a:chOff x="3856" y="2984"/>
              <a:chExt cx="1245" cy="1022"/>
            </a:xfrm>
          </p:grpSpPr>
          <p:grpSp>
            <p:nvGrpSpPr>
              <p:cNvPr id="324" name="Google Shape;324;p4"/>
              <p:cNvGrpSpPr/>
              <p:nvPr/>
            </p:nvGrpSpPr>
            <p:grpSpPr>
              <a:xfrm>
                <a:off x="3856" y="2984"/>
                <a:ext cx="1245" cy="766"/>
                <a:chOff x="1309" y="1072"/>
                <a:chExt cx="1245" cy="766"/>
              </a:xfrm>
            </p:grpSpPr>
            <p:grpSp>
              <p:nvGrpSpPr>
                <p:cNvPr id="325" name="Google Shape;325;p4"/>
                <p:cNvGrpSpPr/>
                <p:nvPr/>
              </p:nvGrpSpPr>
              <p:grpSpPr>
                <a:xfrm>
                  <a:off x="1309" y="1231"/>
                  <a:ext cx="302" cy="175"/>
                  <a:chOff x="144" y="1440"/>
                  <a:chExt cx="881" cy="510"/>
                </a:xfrm>
              </p:grpSpPr>
              <p:sp>
                <p:nvSpPr>
                  <p:cNvPr id="326" name="Google Shape;326;p4"/>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27" name="Google Shape;327;p4"/>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328" name="Google Shape;328;p4"/>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grpSp>
              <p:nvGrpSpPr>
                <p:cNvPr id="329" name="Google Shape;329;p4"/>
                <p:cNvGrpSpPr/>
                <p:nvPr/>
              </p:nvGrpSpPr>
              <p:grpSpPr>
                <a:xfrm>
                  <a:off x="1950" y="1072"/>
                  <a:ext cx="302" cy="175"/>
                  <a:chOff x="144" y="1440"/>
                  <a:chExt cx="881" cy="510"/>
                </a:xfrm>
              </p:grpSpPr>
              <p:sp>
                <p:nvSpPr>
                  <p:cNvPr id="330" name="Google Shape;330;p4"/>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31" name="Google Shape;331;p4"/>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332" name="Google Shape;332;p4"/>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grpSp>
              <p:nvGrpSpPr>
                <p:cNvPr id="333" name="Google Shape;333;p4"/>
                <p:cNvGrpSpPr/>
                <p:nvPr/>
              </p:nvGrpSpPr>
              <p:grpSpPr>
                <a:xfrm>
                  <a:off x="1648" y="1663"/>
                  <a:ext cx="302" cy="175"/>
                  <a:chOff x="144" y="1440"/>
                  <a:chExt cx="881" cy="510"/>
                </a:xfrm>
              </p:grpSpPr>
              <p:sp>
                <p:nvSpPr>
                  <p:cNvPr id="334" name="Google Shape;334;p4"/>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35" name="Google Shape;335;p4"/>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336" name="Google Shape;336;p4"/>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grpSp>
              <p:nvGrpSpPr>
                <p:cNvPr id="337" name="Google Shape;337;p4"/>
                <p:cNvGrpSpPr/>
                <p:nvPr/>
              </p:nvGrpSpPr>
              <p:grpSpPr>
                <a:xfrm>
                  <a:off x="2252" y="1581"/>
                  <a:ext cx="302" cy="175"/>
                  <a:chOff x="144" y="1440"/>
                  <a:chExt cx="881" cy="510"/>
                </a:xfrm>
              </p:grpSpPr>
              <p:sp>
                <p:nvSpPr>
                  <p:cNvPr id="338" name="Google Shape;338;p4"/>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39" name="Google Shape;339;p4"/>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340" name="Google Shape;340;p4"/>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cxnSp>
              <p:nvCxnSpPr>
                <p:cNvPr id="341" name="Google Shape;341;p4"/>
                <p:cNvCxnSpPr/>
                <p:nvPr/>
              </p:nvCxnSpPr>
              <p:spPr>
                <a:xfrm rot="10800000">
                  <a:off x="1463" y="1406"/>
                  <a:ext cx="312" cy="257"/>
                </a:xfrm>
                <a:prstGeom prst="straightConnector1">
                  <a:avLst/>
                </a:prstGeom>
                <a:noFill/>
                <a:ln cap="flat" cmpd="sng" w="28575">
                  <a:solidFill>
                    <a:schemeClr val="dk1"/>
                  </a:solidFill>
                  <a:prstDash val="solid"/>
                  <a:round/>
                  <a:headEnd len="sm" w="sm" type="none"/>
                  <a:tailEnd len="sm" w="sm" type="none"/>
                </a:ln>
              </p:spPr>
            </p:cxnSp>
            <p:cxnSp>
              <p:nvCxnSpPr>
                <p:cNvPr id="342" name="Google Shape;342;p4"/>
                <p:cNvCxnSpPr/>
                <p:nvPr/>
              </p:nvCxnSpPr>
              <p:spPr>
                <a:xfrm flipH="1" rot="10800000">
                  <a:off x="1611" y="1160"/>
                  <a:ext cx="339" cy="153"/>
                </a:xfrm>
                <a:prstGeom prst="straightConnector1">
                  <a:avLst/>
                </a:prstGeom>
                <a:noFill/>
                <a:ln cap="flat" cmpd="sng" w="28575">
                  <a:solidFill>
                    <a:schemeClr val="dk1"/>
                  </a:solidFill>
                  <a:prstDash val="solid"/>
                  <a:round/>
                  <a:headEnd len="sm" w="sm" type="none"/>
                  <a:tailEnd len="sm" w="sm" type="none"/>
                </a:ln>
              </p:spPr>
            </p:cxnSp>
            <p:cxnSp>
              <p:nvCxnSpPr>
                <p:cNvPr id="343" name="Google Shape;343;p4"/>
                <p:cNvCxnSpPr/>
                <p:nvPr/>
              </p:nvCxnSpPr>
              <p:spPr>
                <a:xfrm flipH="1" rot="10800000">
                  <a:off x="1950" y="1663"/>
                  <a:ext cx="302" cy="82"/>
                </a:xfrm>
                <a:prstGeom prst="straightConnector1">
                  <a:avLst/>
                </a:prstGeom>
                <a:noFill/>
                <a:ln cap="flat" cmpd="sng" w="28575">
                  <a:solidFill>
                    <a:schemeClr val="dk1"/>
                  </a:solidFill>
                  <a:prstDash val="solid"/>
                  <a:round/>
                  <a:headEnd len="sm" w="sm" type="none"/>
                  <a:tailEnd len="sm" w="sm" type="none"/>
                </a:ln>
              </p:spPr>
            </p:cxnSp>
            <p:cxnSp>
              <p:nvCxnSpPr>
                <p:cNvPr id="344" name="Google Shape;344;p4"/>
                <p:cNvCxnSpPr/>
                <p:nvPr/>
              </p:nvCxnSpPr>
              <p:spPr>
                <a:xfrm flipH="1" rot="10800000">
                  <a:off x="1775" y="1247"/>
                  <a:ext cx="329" cy="416"/>
                </a:xfrm>
                <a:prstGeom prst="straightConnector1">
                  <a:avLst/>
                </a:prstGeom>
                <a:noFill/>
                <a:ln cap="flat" cmpd="sng" w="28575">
                  <a:solidFill>
                    <a:schemeClr val="dk1"/>
                  </a:solidFill>
                  <a:prstDash val="solid"/>
                  <a:round/>
                  <a:headEnd len="sm" w="sm" type="none"/>
                  <a:tailEnd len="sm" w="sm" type="none"/>
                </a:ln>
              </p:spPr>
            </p:cxnSp>
          </p:grpSp>
          <p:sp>
            <p:nvSpPr>
              <p:cNvPr id="345" name="Google Shape;345;p4"/>
              <p:cNvSpPr txBox="1"/>
              <p:nvPr/>
            </p:nvSpPr>
            <p:spPr>
              <a:xfrm>
                <a:off x="3929" y="3775"/>
                <a:ext cx="1084"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Analysis Model</a:t>
                </a:r>
                <a:endParaRPr/>
              </a:p>
            </p:txBody>
          </p:sp>
        </p:grpSp>
        <p:grpSp>
          <p:nvGrpSpPr>
            <p:cNvPr id="346" name="Google Shape;346;p4"/>
            <p:cNvGrpSpPr/>
            <p:nvPr/>
          </p:nvGrpSpPr>
          <p:grpSpPr>
            <a:xfrm>
              <a:off x="5413375" y="979488"/>
              <a:ext cx="1758950" cy="1860550"/>
              <a:chOff x="3959" y="1776"/>
              <a:chExt cx="1108" cy="1172"/>
            </a:xfrm>
          </p:grpSpPr>
          <p:grpSp>
            <p:nvGrpSpPr>
              <p:cNvPr id="347" name="Google Shape;347;p4"/>
              <p:cNvGrpSpPr/>
              <p:nvPr/>
            </p:nvGrpSpPr>
            <p:grpSpPr>
              <a:xfrm>
                <a:off x="4297" y="1776"/>
                <a:ext cx="432" cy="720"/>
                <a:chOff x="1249" y="2496"/>
                <a:chExt cx="432" cy="720"/>
              </a:xfrm>
            </p:grpSpPr>
            <p:sp>
              <p:nvSpPr>
                <p:cNvPr id="348" name="Google Shape;348;p4"/>
                <p:cNvSpPr/>
                <p:nvPr/>
              </p:nvSpPr>
              <p:spPr>
                <a:xfrm>
                  <a:off x="1249" y="2496"/>
                  <a:ext cx="432" cy="720"/>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49" name="Google Shape;349;p4"/>
                <p:cNvCxnSpPr/>
                <p:nvPr/>
              </p:nvCxnSpPr>
              <p:spPr>
                <a:xfrm>
                  <a:off x="1537" y="2496"/>
                  <a:ext cx="144" cy="144"/>
                </a:xfrm>
                <a:prstGeom prst="straightConnector1">
                  <a:avLst/>
                </a:prstGeom>
                <a:noFill/>
                <a:ln cap="flat" cmpd="sng" w="28575">
                  <a:solidFill>
                    <a:schemeClr val="dk1"/>
                  </a:solidFill>
                  <a:prstDash val="solid"/>
                  <a:round/>
                  <a:headEnd len="sm" w="sm" type="none"/>
                  <a:tailEnd len="sm" w="sm" type="none"/>
                </a:ln>
              </p:spPr>
            </p:cxnSp>
            <p:cxnSp>
              <p:nvCxnSpPr>
                <p:cNvPr id="350" name="Google Shape;350;p4"/>
                <p:cNvCxnSpPr/>
                <p:nvPr/>
              </p:nvCxnSpPr>
              <p:spPr>
                <a:xfrm>
                  <a:off x="1537" y="2496"/>
                  <a:ext cx="0" cy="144"/>
                </a:xfrm>
                <a:prstGeom prst="straightConnector1">
                  <a:avLst/>
                </a:prstGeom>
                <a:noFill/>
                <a:ln cap="flat" cmpd="sng" w="28575">
                  <a:solidFill>
                    <a:schemeClr val="dk1"/>
                  </a:solidFill>
                  <a:prstDash val="solid"/>
                  <a:round/>
                  <a:headEnd len="sm" w="sm" type="none"/>
                  <a:tailEnd len="sm" w="sm" type="none"/>
                </a:ln>
              </p:spPr>
            </p:cxnSp>
            <p:cxnSp>
              <p:nvCxnSpPr>
                <p:cNvPr id="351" name="Google Shape;351;p4"/>
                <p:cNvCxnSpPr/>
                <p:nvPr/>
              </p:nvCxnSpPr>
              <p:spPr>
                <a:xfrm rot="10800000">
                  <a:off x="1537" y="2640"/>
                  <a:ext cx="144" cy="0"/>
                </a:xfrm>
                <a:prstGeom prst="straightConnector1">
                  <a:avLst/>
                </a:prstGeom>
                <a:noFill/>
                <a:ln cap="flat" cmpd="sng" w="28575">
                  <a:solidFill>
                    <a:schemeClr val="dk1"/>
                  </a:solidFill>
                  <a:prstDash val="solid"/>
                  <a:round/>
                  <a:headEnd len="sm" w="sm" type="none"/>
                  <a:tailEnd len="sm" w="sm" type="none"/>
                </a:ln>
              </p:spPr>
            </p:cxnSp>
            <p:cxnSp>
              <p:nvCxnSpPr>
                <p:cNvPr id="352" name="Google Shape;352;p4"/>
                <p:cNvCxnSpPr/>
                <p:nvPr/>
              </p:nvCxnSpPr>
              <p:spPr>
                <a:xfrm>
                  <a:off x="1297" y="2736"/>
                  <a:ext cx="336" cy="0"/>
                </a:xfrm>
                <a:prstGeom prst="straightConnector1">
                  <a:avLst/>
                </a:prstGeom>
                <a:noFill/>
                <a:ln cap="flat" cmpd="sng" w="28575">
                  <a:solidFill>
                    <a:schemeClr val="dk1"/>
                  </a:solidFill>
                  <a:prstDash val="solid"/>
                  <a:round/>
                  <a:headEnd len="sm" w="sm" type="none"/>
                  <a:tailEnd len="sm" w="sm" type="none"/>
                </a:ln>
              </p:spPr>
            </p:cxnSp>
            <p:cxnSp>
              <p:nvCxnSpPr>
                <p:cNvPr id="353" name="Google Shape;353;p4"/>
                <p:cNvCxnSpPr/>
                <p:nvPr/>
              </p:nvCxnSpPr>
              <p:spPr>
                <a:xfrm>
                  <a:off x="1297" y="2784"/>
                  <a:ext cx="336" cy="0"/>
                </a:xfrm>
                <a:prstGeom prst="straightConnector1">
                  <a:avLst/>
                </a:prstGeom>
                <a:noFill/>
                <a:ln cap="flat" cmpd="sng" w="28575">
                  <a:solidFill>
                    <a:schemeClr val="dk1"/>
                  </a:solidFill>
                  <a:prstDash val="solid"/>
                  <a:round/>
                  <a:headEnd len="sm" w="sm" type="none"/>
                  <a:tailEnd len="sm" w="sm" type="none"/>
                </a:ln>
              </p:spPr>
            </p:cxnSp>
            <p:cxnSp>
              <p:nvCxnSpPr>
                <p:cNvPr id="354" name="Google Shape;354;p4"/>
                <p:cNvCxnSpPr/>
                <p:nvPr/>
              </p:nvCxnSpPr>
              <p:spPr>
                <a:xfrm>
                  <a:off x="1297" y="2832"/>
                  <a:ext cx="336" cy="0"/>
                </a:xfrm>
                <a:prstGeom prst="straightConnector1">
                  <a:avLst/>
                </a:prstGeom>
                <a:noFill/>
                <a:ln cap="flat" cmpd="sng" w="28575">
                  <a:solidFill>
                    <a:schemeClr val="dk1"/>
                  </a:solidFill>
                  <a:prstDash val="solid"/>
                  <a:round/>
                  <a:headEnd len="sm" w="sm" type="none"/>
                  <a:tailEnd len="sm" w="sm" type="none"/>
                </a:ln>
              </p:spPr>
            </p:cxnSp>
            <p:cxnSp>
              <p:nvCxnSpPr>
                <p:cNvPr id="355" name="Google Shape;355;p4"/>
                <p:cNvCxnSpPr/>
                <p:nvPr/>
              </p:nvCxnSpPr>
              <p:spPr>
                <a:xfrm>
                  <a:off x="1297" y="2928"/>
                  <a:ext cx="336" cy="0"/>
                </a:xfrm>
                <a:prstGeom prst="straightConnector1">
                  <a:avLst/>
                </a:prstGeom>
                <a:noFill/>
                <a:ln cap="flat" cmpd="sng" w="28575">
                  <a:solidFill>
                    <a:schemeClr val="dk1"/>
                  </a:solidFill>
                  <a:prstDash val="solid"/>
                  <a:round/>
                  <a:headEnd len="sm" w="sm" type="none"/>
                  <a:tailEnd len="sm" w="sm" type="none"/>
                </a:ln>
              </p:spPr>
            </p:cxnSp>
            <p:cxnSp>
              <p:nvCxnSpPr>
                <p:cNvPr id="356" name="Google Shape;356;p4"/>
                <p:cNvCxnSpPr/>
                <p:nvPr/>
              </p:nvCxnSpPr>
              <p:spPr>
                <a:xfrm>
                  <a:off x="1297" y="2880"/>
                  <a:ext cx="336" cy="0"/>
                </a:xfrm>
                <a:prstGeom prst="straightConnector1">
                  <a:avLst/>
                </a:prstGeom>
                <a:noFill/>
                <a:ln cap="flat" cmpd="sng" w="28575">
                  <a:solidFill>
                    <a:schemeClr val="dk1"/>
                  </a:solidFill>
                  <a:prstDash val="solid"/>
                  <a:round/>
                  <a:headEnd len="sm" w="sm" type="none"/>
                  <a:tailEnd len="sm" w="sm" type="none"/>
                </a:ln>
              </p:spPr>
            </p:cxnSp>
            <p:cxnSp>
              <p:nvCxnSpPr>
                <p:cNvPr id="357" name="Google Shape;357;p4"/>
                <p:cNvCxnSpPr/>
                <p:nvPr/>
              </p:nvCxnSpPr>
              <p:spPr>
                <a:xfrm>
                  <a:off x="1297" y="2976"/>
                  <a:ext cx="336" cy="0"/>
                </a:xfrm>
                <a:prstGeom prst="straightConnector1">
                  <a:avLst/>
                </a:prstGeom>
                <a:noFill/>
                <a:ln cap="flat" cmpd="sng" w="28575">
                  <a:solidFill>
                    <a:schemeClr val="dk1"/>
                  </a:solidFill>
                  <a:prstDash val="solid"/>
                  <a:round/>
                  <a:headEnd len="sm" w="sm" type="none"/>
                  <a:tailEnd len="sm" w="sm" type="none"/>
                </a:ln>
              </p:spPr>
            </p:cxnSp>
            <p:cxnSp>
              <p:nvCxnSpPr>
                <p:cNvPr id="358" name="Google Shape;358;p4"/>
                <p:cNvCxnSpPr/>
                <p:nvPr/>
              </p:nvCxnSpPr>
              <p:spPr>
                <a:xfrm>
                  <a:off x="1297" y="3024"/>
                  <a:ext cx="336" cy="0"/>
                </a:xfrm>
                <a:prstGeom prst="straightConnector1">
                  <a:avLst/>
                </a:prstGeom>
                <a:noFill/>
                <a:ln cap="flat" cmpd="sng" w="28575">
                  <a:solidFill>
                    <a:schemeClr val="dk1"/>
                  </a:solidFill>
                  <a:prstDash val="solid"/>
                  <a:round/>
                  <a:headEnd len="sm" w="sm" type="none"/>
                  <a:tailEnd len="sm" w="sm" type="none"/>
                </a:ln>
              </p:spPr>
            </p:cxnSp>
            <p:cxnSp>
              <p:nvCxnSpPr>
                <p:cNvPr id="359" name="Google Shape;359;p4"/>
                <p:cNvCxnSpPr/>
                <p:nvPr/>
              </p:nvCxnSpPr>
              <p:spPr>
                <a:xfrm>
                  <a:off x="1297" y="3072"/>
                  <a:ext cx="336" cy="0"/>
                </a:xfrm>
                <a:prstGeom prst="straightConnector1">
                  <a:avLst/>
                </a:prstGeom>
                <a:noFill/>
                <a:ln cap="flat" cmpd="sng" w="28575">
                  <a:solidFill>
                    <a:schemeClr val="dk1"/>
                  </a:solidFill>
                  <a:prstDash val="solid"/>
                  <a:round/>
                  <a:headEnd len="sm" w="sm" type="none"/>
                  <a:tailEnd len="sm" w="sm" type="none"/>
                </a:ln>
              </p:spPr>
            </p:cxnSp>
            <p:cxnSp>
              <p:nvCxnSpPr>
                <p:cNvPr id="360" name="Google Shape;360;p4"/>
                <p:cNvCxnSpPr/>
                <p:nvPr/>
              </p:nvCxnSpPr>
              <p:spPr>
                <a:xfrm>
                  <a:off x="1297" y="3120"/>
                  <a:ext cx="336" cy="0"/>
                </a:xfrm>
                <a:prstGeom prst="straightConnector1">
                  <a:avLst/>
                </a:prstGeom>
                <a:noFill/>
                <a:ln cap="flat" cmpd="sng" w="28575">
                  <a:solidFill>
                    <a:schemeClr val="dk1"/>
                  </a:solidFill>
                  <a:prstDash val="solid"/>
                  <a:round/>
                  <a:headEnd len="sm" w="sm" type="none"/>
                  <a:tailEnd len="sm" w="sm" type="none"/>
                </a:ln>
              </p:spPr>
            </p:cxnSp>
            <p:cxnSp>
              <p:nvCxnSpPr>
                <p:cNvPr id="361" name="Google Shape;361;p4"/>
                <p:cNvCxnSpPr/>
                <p:nvPr/>
              </p:nvCxnSpPr>
              <p:spPr>
                <a:xfrm>
                  <a:off x="1297" y="3168"/>
                  <a:ext cx="336" cy="0"/>
                </a:xfrm>
                <a:prstGeom prst="straightConnector1">
                  <a:avLst/>
                </a:prstGeom>
                <a:noFill/>
                <a:ln cap="flat" cmpd="sng" w="28575">
                  <a:solidFill>
                    <a:schemeClr val="dk1"/>
                  </a:solidFill>
                  <a:prstDash val="solid"/>
                  <a:round/>
                  <a:headEnd len="sm" w="sm" type="none"/>
                  <a:tailEnd len="sm" w="sm" type="none"/>
                </a:ln>
              </p:spPr>
            </p:cxnSp>
            <p:cxnSp>
              <p:nvCxnSpPr>
                <p:cNvPr id="362" name="Google Shape;362;p4"/>
                <p:cNvCxnSpPr/>
                <p:nvPr/>
              </p:nvCxnSpPr>
              <p:spPr>
                <a:xfrm>
                  <a:off x="1297" y="2688"/>
                  <a:ext cx="336" cy="0"/>
                </a:xfrm>
                <a:prstGeom prst="straightConnector1">
                  <a:avLst/>
                </a:prstGeom>
                <a:noFill/>
                <a:ln cap="flat" cmpd="sng" w="28575">
                  <a:solidFill>
                    <a:schemeClr val="dk1"/>
                  </a:solidFill>
                  <a:prstDash val="solid"/>
                  <a:round/>
                  <a:headEnd len="sm" w="sm" type="none"/>
                  <a:tailEnd len="sm" w="sm" type="none"/>
                </a:ln>
              </p:spPr>
            </p:cxnSp>
            <p:cxnSp>
              <p:nvCxnSpPr>
                <p:cNvPr id="363" name="Google Shape;363;p4"/>
                <p:cNvCxnSpPr/>
                <p:nvPr/>
              </p:nvCxnSpPr>
              <p:spPr>
                <a:xfrm>
                  <a:off x="1297" y="2592"/>
                  <a:ext cx="209" cy="0"/>
                </a:xfrm>
                <a:prstGeom prst="straightConnector1">
                  <a:avLst/>
                </a:prstGeom>
                <a:noFill/>
                <a:ln cap="flat" cmpd="sng" w="28575">
                  <a:solidFill>
                    <a:schemeClr val="dk1"/>
                  </a:solidFill>
                  <a:prstDash val="solid"/>
                  <a:round/>
                  <a:headEnd len="sm" w="sm" type="none"/>
                  <a:tailEnd len="sm" w="sm" type="none"/>
                </a:ln>
              </p:spPr>
            </p:cxnSp>
            <p:cxnSp>
              <p:nvCxnSpPr>
                <p:cNvPr id="364" name="Google Shape;364;p4"/>
                <p:cNvCxnSpPr/>
                <p:nvPr/>
              </p:nvCxnSpPr>
              <p:spPr>
                <a:xfrm>
                  <a:off x="1297" y="2544"/>
                  <a:ext cx="209" cy="0"/>
                </a:xfrm>
                <a:prstGeom prst="straightConnector1">
                  <a:avLst/>
                </a:prstGeom>
                <a:noFill/>
                <a:ln cap="flat" cmpd="sng" w="28575">
                  <a:solidFill>
                    <a:schemeClr val="dk1"/>
                  </a:solidFill>
                  <a:prstDash val="solid"/>
                  <a:round/>
                  <a:headEnd len="sm" w="sm" type="none"/>
                  <a:tailEnd len="sm" w="sm" type="none"/>
                </a:ln>
              </p:spPr>
            </p:cxnSp>
            <p:cxnSp>
              <p:nvCxnSpPr>
                <p:cNvPr id="365" name="Google Shape;365;p4"/>
                <p:cNvCxnSpPr/>
                <p:nvPr/>
              </p:nvCxnSpPr>
              <p:spPr>
                <a:xfrm>
                  <a:off x="1297" y="2640"/>
                  <a:ext cx="209" cy="0"/>
                </a:xfrm>
                <a:prstGeom prst="straightConnector1">
                  <a:avLst/>
                </a:prstGeom>
                <a:noFill/>
                <a:ln cap="flat" cmpd="sng" w="28575">
                  <a:solidFill>
                    <a:schemeClr val="dk1"/>
                  </a:solidFill>
                  <a:prstDash val="solid"/>
                  <a:round/>
                  <a:headEnd len="sm" w="sm" type="none"/>
                  <a:tailEnd len="sm" w="sm" type="none"/>
                </a:ln>
              </p:spPr>
            </p:cxnSp>
          </p:grpSp>
          <p:sp>
            <p:nvSpPr>
              <p:cNvPr id="366" name="Google Shape;366;p4"/>
              <p:cNvSpPr txBox="1"/>
              <p:nvPr/>
            </p:nvSpPr>
            <p:spPr>
              <a:xfrm>
                <a:off x="3959" y="2544"/>
                <a:ext cx="1108" cy="40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Project Specific</a:t>
                </a:r>
                <a:endParaRPr/>
              </a:p>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Guidelines</a:t>
                </a:r>
                <a:endParaRPr/>
              </a:p>
            </p:txBody>
          </p:sp>
        </p:grpSp>
        <p:cxnSp>
          <p:nvCxnSpPr>
            <p:cNvPr id="367" name="Google Shape;367;p4"/>
            <p:cNvCxnSpPr/>
            <p:nvPr/>
          </p:nvCxnSpPr>
          <p:spPr>
            <a:xfrm flipH="1" rot="10800000">
              <a:off x="5118100" y="2857500"/>
              <a:ext cx="793750" cy="787400"/>
            </a:xfrm>
            <a:prstGeom prst="straightConnector1">
              <a:avLst/>
            </a:prstGeom>
            <a:noFill/>
            <a:ln cap="flat" cmpd="sng" w="28575">
              <a:solidFill>
                <a:schemeClr val="hlink"/>
              </a:solidFill>
              <a:prstDash val="solid"/>
              <a:round/>
              <a:headEnd len="med" w="med" type="triangle"/>
              <a:tailEnd len="med" w="med" type="none"/>
            </a:ln>
          </p:spPr>
        </p:cxn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Phần tử thiết kế</a:t>
            </a:r>
            <a:endParaRPr/>
          </a:p>
        </p:txBody>
      </p:sp>
      <p:sp>
        <p:nvSpPr>
          <p:cNvPr id="373" name="Google Shape;373;p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Các lớp (class)</a:t>
            </a:r>
            <a:endParaRPr/>
          </a:p>
          <a:p>
            <a:pPr indent="-274320" lvl="0" marL="274320" rtl="0" algn="l">
              <a:spcBef>
                <a:spcPts val="520"/>
              </a:spcBef>
              <a:spcAft>
                <a:spcPts val="0"/>
              </a:spcAft>
              <a:buSzPts val="2470"/>
              <a:buChar char="⚫"/>
            </a:pPr>
            <a:r>
              <a:rPr lang="en-US"/>
              <a:t>Các gói (package)</a:t>
            </a:r>
            <a:endParaRPr/>
          </a:p>
          <a:p>
            <a:pPr indent="-274320" lvl="0" marL="274320" rtl="0" algn="l">
              <a:spcBef>
                <a:spcPts val="520"/>
              </a:spcBef>
              <a:spcAft>
                <a:spcPts val="0"/>
              </a:spcAft>
              <a:buSzPts val="2470"/>
              <a:buChar char="⚫"/>
            </a:pPr>
            <a:r>
              <a:rPr i="1" lang="en-US"/>
              <a:t>Hệ thống con (subsystem)</a:t>
            </a:r>
            <a:endParaRPr i="1"/>
          </a:p>
        </p:txBody>
      </p:sp>
      <p:sp>
        <p:nvSpPr>
          <p:cNvPr id="374" name="Google Shape;374;p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Các bước Xác định Phần tử Thiết kế</a:t>
            </a:r>
            <a:endParaRPr sz="4500"/>
          </a:p>
        </p:txBody>
      </p:sp>
      <p:sp>
        <p:nvSpPr>
          <p:cNvPr id="380" name="Google Shape;380;p6"/>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Xác định các lớp và các hệ thống con</a:t>
            </a:r>
            <a:endParaRPr/>
          </a:p>
          <a:p>
            <a:pPr indent="-274320" lvl="0" marL="274320" rtl="0" algn="l">
              <a:spcBef>
                <a:spcPts val="520"/>
              </a:spcBef>
              <a:spcAft>
                <a:spcPts val="0"/>
              </a:spcAft>
              <a:buSzPts val="2470"/>
              <a:buChar char="⚫"/>
            </a:pPr>
            <a:r>
              <a:rPr lang="en-US"/>
              <a:t>Xác định giao diện của các hệ thống con</a:t>
            </a:r>
            <a:endParaRPr/>
          </a:p>
          <a:p>
            <a:pPr indent="-274320" lvl="0" marL="274320" rtl="0" algn="l">
              <a:spcBef>
                <a:spcPts val="520"/>
              </a:spcBef>
              <a:spcAft>
                <a:spcPts val="0"/>
              </a:spcAft>
              <a:buSzPts val="2470"/>
              <a:buChar char="⚫"/>
            </a:pPr>
            <a:r>
              <a:rPr lang="en-US"/>
              <a:t>Cập nhật sự tổ chức của các Mô hình Thiết kế (Design Model)</a:t>
            </a:r>
            <a:endParaRPr/>
          </a:p>
        </p:txBody>
      </p:sp>
      <p:sp>
        <p:nvSpPr>
          <p:cNvPr id="381" name="Google Shape;381;p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7"/>
          <p:cNvSpPr txBox="1"/>
          <p:nvPr>
            <p:ph type="title"/>
          </p:nvPr>
        </p:nvSpPr>
        <p:spPr>
          <a:xfrm>
            <a:off x="457200" y="704088"/>
            <a:ext cx="8229600" cy="8961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000"/>
              <a:buFont typeface="Calibri"/>
              <a:buNone/>
            </a:pPr>
            <a:r>
              <a:rPr lang="en-US" sz="4000"/>
              <a:t>Từ Lớp Phân tích tới Phần tử Thiết kế</a:t>
            </a:r>
            <a:endParaRPr sz="4000"/>
          </a:p>
        </p:txBody>
      </p:sp>
      <p:sp>
        <p:nvSpPr>
          <p:cNvPr id="387" name="Google Shape;387;p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388" name="Google Shape;388;p7"/>
          <p:cNvGrpSpPr/>
          <p:nvPr/>
        </p:nvGrpSpPr>
        <p:grpSpPr>
          <a:xfrm>
            <a:off x="838200" y="1371600"/>
            <a:ext cx="7404100" cy="5486400"/>
            <a:chOff x="283982" y="392392"/>
            <a:chExt cx="8415518" cy="5967133"/>
          </a:xfrm>
        </p:grpSpPr>
        <p:sp>
          <p:nvSpPr>
            <p:cNvPr id="389" name="Google Shape;389;p7"/>
            <p:cNvSpPr txBox="1"/>
            <p:nvPr/>
          </p:nvSpPr>
          <p:spPr>
            <a:xfrm>
              <a:off x="283982" y="411317"/>
              <a:ext cx="2438400" cy="478336"/>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lang="en-US" sz="2400">
                  <a:solidFill>
                    <a:srgbClr val="FF0000"/>
                  </a:solidFill>
                  <a:latin typeface="Times New Roman"/>
                  <a:ea typeface="Times New Roman"/>
                  <a:cs typeface="Times New Roman"/>
                  <a:sym typeface="Times New Roman"/>
                </a:rPr>
                <a:t>Analysis Classes</a:t>
              </a:r>
              <a:endParaRPr/>
            </a:p>
          </p:txBody>
        </p:sp>
        <p:sp>
          <p:nvSpPr>
            <p:cNvPr id="390" name="Google Shape;390;p7"/>
            <p:cNvSpPr txBox="1"/>
            <p:nvPr/>
          </p:nvSpPr>
          <p:spPr>
            <a:xfrm>
              <a:off x="5727011" y="392392"/>
              <a:ext cx="2438400" cy="478336"/>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lang="en-US" sz="2400">
                  <a:solidFill>
                    <a:srgbClr val="FF0000"/>
                  </a:solidFill>
                  <a:latin typeface="Times New Roman"/>
                  <a:ea typeface="Times New Roman"/>
                  <a:cs typeface="Times New Roman"/>
                  <a:sym typeface="Times New Roman"/>
                </a:rPr>
                <a:t>Design Elements</a:t>
              </a:r>
              <a:endParaRPr/>
            </a:p>
          </p:txBody>
        </p:sp>
        <p:cxnSp>
          <p:nvCxnSpPr>
            <p:cNvPr id="391" name="Google Shape;391;p7"/>
            <p:cNvCxnSpPr/>
            <p:nvPr/>
          </p:nvCxnSpPr>
          <p:spPr>
            <a:xfrm>
              <a:off x="2228850" y="1641475"/>
              <a:ext cx="3336925" cy="2528888"/>
            </a:xfrm>
            <a:prstGeom prst="straightConnector1">
              <a:avLst/>
            </a:prstGeom>
            <a:noFill/>
            <a:ln cap="flat" cmpd="sng" w="12700">
              <a:solidFill>
                <a:schemeClr val="hlink"/>
              </a:solidFill>
              <a:prstDash val="solid"/>
              <a:round/>
              <a:headEnd len="sm" w="sm" type="none"/>
              <a:tailEnd len="sm" w="sm" type="none"/>
            </a:ln>
          </p:spPr>
        </p:cxnSp>
        <p:cxnSp>
          <p:nvCxnSpPr>
            <p:cNvPr id="392" name="Google Shape;392;p7"/>
            <p:cNvCxnSpPr/>
            <p:nvPr/>
          </p:nvCxnSpPr>
          <p:spPr>
            <a:xfrm>
              <a:off x="2236788" y="1649413"/>
              <a:ext cx="3338512" cy="1182687"/>
            </a:xfrm>
            <a:prstGeom prst="straightConnector1">
              <a:avLst/>
            </a:prstGeom>
            <a:noFill/>
            <a:ln cap="flat" cmpd="sng" w="12700">
              <a:solidFill>
                <a:schemeClr val="hlink"/>
              </a:solidFill>
              <a:prstDash val="solid"/>
              <a:round/>
              <a:headEnd len="sm" w="sm" type="none"/>
              <a:tailEnd len="sm" w="sm" type="none"/>
            </a:ln>
          </p:spPr>
        </p:cxnSp>
        <p:cxnSp>
          <p:nvCxnSpPr>
            <p:cNvPr id="393" name="Google Shape;393;p7"/>
            <p:cNvCxnSpPr/>
            <p:nvPr/>
          </p:nvCxnSpPr>
          <p:spPr>
            <a:xfrm flipH="1" rot="10800000">
              <a:off x="2835275" y="1651000"/>
              <a:ext cx="3076575" cy="1173163"/>
            </a:xfrm>
            <a:prstGeom prst="straightConnector1">
              <a:avLst/>
            </a:prstGeom>
            <a:noFill/>
            <a:ln cap="flat" cmpd="sng" w="12700">
              <a:solidFill>
                <a:schemeClr val="hlink"/>
              </a:solidFill>
              <a:prstDash val="solid"/>
              <a:round/>
              <a:headEnd len="sm" w="sm" type="none"/>
              <a:tailEnd len="sm" w="sm" type="none"/>
            </a:ln>
          </p:spPr>
        </p:cxnSp>
        <p:cxnSp>
          <p:nvCxnSpPr>
            <p:cNvPr id="394" name="Google Shape;394;p7"/>
            <p:cNvCxnSpPr/>
            <p:nvPr/>
          </p:nvCxnSpPr>
          <p:spPr>
            <a:xfrm>
              <a:off x="2843213" y="2830513"/>
              <a:ext cx="2724150" cy="1343025"/>
            </a:xfrm>
            <a:prstGeom prst="straightConnector1">
              <a:avLst/>
            </a:prstGeom>
            <a:noFill/>
            <a:ln cap="flat" cmpd="sng" w="12700">
              <a:solidFill>
                <a:schemeClr val="hlink"/>
              </a:solidFill>
              <a:prstDash val="solid"/>
              <a:round/>
              <a:headEnd len="sm" w="sm" type="none"/>
              <a:tailEnd len="sm" w="sm" type="none"/>
            </a:ln>
          </p:spPr>
        </p:cxnSp>
        <p:cxnSp>
          <p:nvCxnSpPr>
            <p:cNvPr id="395" name="Google Shape;395;p7"/>
            <p:cNvCxnSpPr/>
            <p:nvPr/>
          </p:nvCxnSpPr>
          <p:spPr>
            <a:xfrm flipH="1" rot="10800000">
              <a:off x="2522538" y="2819400"/>
              <a:ext cx="3040062" cy="2443163"/>
            </a:xfrm>
            <a:prstGeom prst="straightConnector1">
              <a:avLst/>
            </a:prstGeom>
            <a:noFill/>
            <a:ln cap="flat" cmpd="sng" w="12700">
              <a:solidFill>
                <a:schemeClr val="hlink"/>
              </a:solidFill>
              <a:prstDash val="solid"/>
              <a:round/>
              <a:headEnd len="sm" w="sm" type="none"/>
              <a:tailEnd len="sm" w="sm" type="none"/>
            </a:ln>
          </p:spPr>
        </p:cxnSp>
        <p:cxnSp>
          <p:nvCxnSpPr>
            <p:cNvPr id="396" name="Google Shape;396;p7"/>
            <p:cNvCxnSpPr/>
            <p:nvPr/>
          </p:nvCxnSpPr>
          <p:spPr>
            <a:xfrm>
              <a:off x="2536825" y="5251450"/>
              <a:ext cx="3030538" cy="1588"/>
            </a:xfrm>
            <a:prstGeom prst="straightConnector1">
              <a:avLst/>
            </a:prstGeom>
            <a:noFill/>
            <a:ln cap="flat" cmpd="sng" w="12700">
              <a:solidFill>
                <a:schemeClr val="hlink"/>
              </a:solidFill>
              <a:prstDash val="solid"/>
              <a:round/>
              <a:headEnd len="sm" w="sm" type="none"/>
              <a:tailEnd len="sm" w="sm" type="none"/>
            </a:ln>
          </p:spPr>
        </p:cxnSp>
        <p:cxnSp>
          <p:nvCxnSpPr>
            <p:cNvPr id="397" name="Google Shape;397;p7"/>
            <p:cNvCxnSpPr/>
            <p:nvPr/>
          </p:nvCxnSpPr>
          <p:spPr>
            <a:xfrm>
              <a:off x="2838450" y="2830513"/>
              <a:ext cx="2730500" cy="4762"/>
            </a:xfrm>
            <a:prstGeom prst="straightConnector1">
              <a:avLst/>
            </a:prstGeom>
            <a:noFill/>
            <a:ln cap="flat" cmpd="sng" w="12700">
              <a:solidFill>
                <a:schemeClr val="hlink"/>
              </a:solidFill>
              <a:prstDash val="solid"/>
              <a:round/>
              <a:headEnd len="sm" w="sm" type="none"/>
              <a:tailEnd len="sm" w="sm" type="none"/>
            </a:ln>
          </p:spPr>
        </p:cxnSp>
        <p:cxnSp>
          <p:nvCxnSpPr>
            <p:cNvPr id="398" name="Google Shape;398;p7"/>
            <p:cNvCxnSpPr/>
            <p:nvPr/>
          </p:nvCxnSpPr>
          <p:spPr>
            <a:xfrm flipH="1" rot="10800000">
              <a:off x="1993900" y="1651000"/>
              <a:ext cx="3921125" cy="2336800"/>
            </a:xfrm>
            <a:prstGeom prst="straightConnector1">
              <a:avLst/>
            </a:prstGeom>
            <a:noFill/>
            <a:ln cap="flat" cmpd="sng" w="12700">
              <a:solidFill>
                <a:schemeClr val="hlink"/>
              </a:solidFill>
              <a:prstDash val="solid"/>
              <a:round/>
              <a:headEnd len="sm" w="sm" type="none"/>
              <a:tailEnd len="sm" w="sm" type="none"/>
            </a:ln>
          </p:spPr>
        </p:cxnSp>
        <p:cxnSp>
          <p:nvCxnSpPr>
            <p:cNvPr id="399" name="Google Shape;399;p7"/>
            <p:cNvCxnSpPr/>
            <p:nvPr/>
          </p:nvCxnSpPr>
          <p:spPr>
            <a:xfrm>
              <a:off x="2222500" y="1649413"/>
              <a:ext cx="3683000" cy="3175"/>
            </a:xfrm>
            <a:prstGeom prst="straightConnector1">
              <a:avLst/>
            </a:prstGeom>
            <a:noFill/>
            <a:ln cap="flat" cmpd="sng" w="12700">
              <a:solidFill>
                <a:schemeClr val="hlink"/>
              </a:solidFill>
              <a:prstDash val="solid"/>
              <a:round/>
              <a:headEnd len="sm" w="sm" type="none"/>
              <a:tailEnd len="sm" w="sm" type="none"/>
            </a:ln>
          </p:spPr>
        </p:cxnSp>
        <p:cxnSp>
          <p:nvCxnSpPr>
            <p:cNvPr id="400" name="Google Shape;400;p7"/>
            <p:cNvCxnSpPr/>
            <p:nvPr/>
          </p:nvCxnSpPr>
          <p:spPr>
            <a:xfrm flipH="1" rot="10800000">
              <a:off x="2522538" y="4173538"/>
              <a:ext cx="3048000" cy="1079500"/>
            </a:xfrm>
            <a:prstGeom prst="straightConnector1">
              <a:avLst/>
            </a:prstGeom>
            <a:noFill/>
            <a:ln cap="flat" cmpd="sng" w="12700">
              <a:solidFill>
                <a:schemeClr val="hlink"/>
              </a:solidFill>
              <a:prstDash val="solid"/>
              <a:round/>
              <a:headEnd len="sm" w="sm" type="none"/>
              <a:tailEnd len="sm" w="sm" type="none"/>
            </a:ln>
          </p:spPr>
        </p:cxnSp>
        <p:cxnSp>
          <p:nvCxnSpPr>
            <p:cNvPr id="401" name="Google Shape;401;p7"/>
            <p:cNvCxnSpPr/>
            <p:nvPr/>
          </p:nvCxnSpPr>
          <p:spPr>
            <a:xfrm>
              <a:off x="1992313" y="3986213"/>
              <a:ext cx="3570287" cy="185737"/>
            </a:xfrm>
            <a:prstGeom prst="straightConnector1">
              <a:avLst/>
            </a:prstGeom>
            <a:noFill/>
            <a:ln cap="flat" cmpd="sng" w="12700">
              <a:solidFill>
                <a:schemeClr val="hlink"/>
              </a:solidFill>
              <a:prstDash val="solid"/>
              <a:round/>
              <a:headEnd len="sm" w="sm" type="none"/>
              <a:tailEnd len="sm" w="sm" type="none"/>
            </a:ln>
          </p:spPr>
        </p:cxnSp>
        <p:grpSp>
          <p:nvGrpSpPr>
            <p:cNvPr id="402" name="Google Shape;402;p7"/>
            <p:cNvGrpSpPr/>
            <p:nvPr/>
          </p:nvGrpSpPr>
          <p:grpSpPr>
            <a:xfrm>
              <a:off x="5918200" y="1282700"/>
              <a:ext cx="1066800" cy="809625"/>
              <a:chOff x="349" y="2258"/>
              <a:chExt cx="881" cy="510"/>
            </a:xfrm>
          </p:grpSpPr>
          <p:grpSp>
            <p:nvGrpSpPr>
              <p:cNvPr id="403" name="Google Shape;403;p7"/>
              <p:cNvGrpSpPr/>
              <p:nvPr/>
            </p:nvGrpSpPr>
            <p:grpSpPr>
              <a:xfrm>
                <a:off x="349" y="2258"/>
                <a:ext cx="881" cy="510"/>
                <a:chOff x="734" y="2258"/>
                <a:chExt cx="288" cy="336"/>
              </a:xfrm>
            </p:grpSpPr>
            <p:sp>
              <p:nvSpPr>
                <p:cNvPr id="404" name="Google Shape;404;p7"/>
                <p:cNvSpPr/>
                <p:nvPr/>
              </p:nvSpPr>
              <p:spPr>
                <a:xfrm>
                  <a:off x="734" y="2258"/>
                  <a:ext cx="288" cy="336"/>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05" name="Google Shape;405;p7"/>
                <p:cNvCxnSpPr/>
                <p:nvPr/>
              </p:nvCxnSpPr>
              <p:spPr>
                <a:xfrm>
                  <a:off x="734" y="2502"/>
                  <a:ext cx="288" cy="0"/>
                </a:xfrm>
                <a:prstGeom prst="straightConnector1">
                  <a:avLst/>
                </a:prstGeom>
                <a:noFill/>
                <a:ln cap="flat" cmpd="sng" w="28575">
                  <a:solidFill>
                    <a:schemeClr val="dk1"/>
                  </a:solidFill>
                  <a:prstDash val="solid"/>
                  <a:round/>
                  <a:headEnd len="sm" w="sm" type="none"/>
                  <a:tailEnd len="sm" w="sm" type="none"/>
                </a:ln>
              </p:spPr>
            </p:cxnSp>
            <p:cxnSp>
              <p:nvCxnSpPr>
                <p:cNvPr id="406" name="Google Shape;406;p7"/>
                <p:cNvCxnSpPr/>
                <p:nvPr/>
              </p:nvCxnSpPr>
              <p:spPr>
                <a:xfrm>
                  <a:off x="734" y="2402"/>
                  <a:ext cx="288" cy="0"/>
                </a:xfrm>
                <a:prstGeom prst="straightConnector1">
                  <a:avLst/>
                </a:prstGeom>
                <a:noFill/>
                <a:ln cap="flat" cmpd="sng" w="28575">
                  <a:solidFill>
                    <a:schemeClr val="dk1"/>
                  </a:solidFill>
                  <a:prstDash val="solid"/>
                  <a:round/>
                  <a:headEnd len="sm" w="sm" type="none"/>
                  <a:tailEnd len="sm" w="sm" type="none"/>
                </a:ln>
              </p:spPr>
            </p:cxnSp>
          </p:grpSp>
          <p:sp>
            <p:nvSpPr>
              <p:cNvPr id="407" name="Google Shape;407;p7"/>
              <p:cNvSpPr txBox="1"/>
              <p:nvPr/>
            </p:nvSpPr>
            <p:spPr>
              <a:xfrm>
                <a:off x="792" y="2296"/>
                <a:ext cx="0" cy="173"/>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408" name="Google Shape;408;p7"/>
            <p:cNvGrpSpPr/>
            <p:nvPr/>
          </p:nvGrpSpPr>
          <p:grpSpPr>
            <a:xfrm>
              <a:off x="5575300" y="2476500"/>
              <a:ext cx="1066800" cy="809625"/>
              <a:chOff x="349" y="2258"/>
              <a:chExt cx="881" cy="510"/>
            </a:xfrm>
          </p:grpSpPr>
          <p:grpSp>
            <p:nvGrpSpPr>
              <p:cNvPr id="409" name="Google Shape;409;p7"/>
              <p:cNvGrpSpPr/>
              <p:nvPr/>
            </p:nvGrpSpPr>
            <p:grpSpPr>
              <a:xfrm>
                <a:off x="349" y="2258"/>
                <a:ext cx="881" cy="510"/>
                <a:chOff x="734" y="2258"/>
                <a:chExt cx="288" cy="336"/>
              </a:xfrm>
            </p:grpSpPr>
            <p:sp>
              <p:nvSpPr>
                <p:cNvPr id="410" name="Google Shape;410;p7"/>
                <p:cNvSpPr/>
                <p:nvPr/>
              </p:nvSpPr>
              <p:spPr>
                <a:xfrm>
                  <a:off x="734" y="2258"/>
                  <a:ext cx="288" cy="336"/>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11" name="Google Shape;411;p7"/>
                <p:cNvCxnSpPr/>
                <p:nvPr/>
              </p:nvCxnSpPr>
              <p:spPr>
                <a:xfrm>
                  <a:off x="734" y="2502"/>
                  <a:ext cx="288" cy="0"/>
                </a:xfrm>
                <a:prstGeom prst="straightConnector1">
                  <a:avLst/>
                </a:prstGeom>
                <a:noFill/>
                <a:ln cap="flat" cmpd="sng" w="28575">
                  <a:solidFill>
                    <a:schemeClr val="dk1"/>
                  </a:solidFill>
                  <a:prstDash val="solid"/>
                  <a:round/>
                  <a:headEnd len="sm" w="sm" type="none"/>
                  <a:tailEnd len="sm" w="sm" type="none"/>
                </a:ln>
              </p:spPr>
            </p:cxnSp>
            <p:cxnSp>
              <p:nvCxnSpPr>
                <p:cNvPr id="412" name="Google Shape;412;p7"/>
                <p:cNvCxnSpPr/>
                <p:nvPr/>
              </p:nvCxnSpPr>
              <p:spPr>
                <a:xfrm>
                  <a:off x="734" y="2402"/>
                  <a:ext cx="288" cy="0"/>
                </a:xfrm>
                <a:prstGeom prst="straightConnector1">
                  <a:avLst/>
                </a:prstGeom>
                <a:noFill/>
                <a:ln cap="flat" cmpd="sng" w="28575">
                  <a:solidFill>
                    <a:schemeClr val="dk1"/>
                  </a:solidFill>
                  <a:prstDash val="solid"/>
                  <a:round/>
                  <a:headEnd len="sm" w="sm" type="none"/>
                  <a:tailEnd len="sm" w="sm" type="none"/>
                </a:ln>
              </p:spPr>
            </p:cxnSp>
          </p:grpSp>
          <p:sp>
            <p:nvSpPr>
              <p:cNvPr id="413" name="Google Shape;413;p7"/>
              <p:cNvSpPr txBox="1"/>
              <p:nvPr/>
            </p:nvSpPr>
            <p:spPr>
              <a:xfrm>
                <a:off x="792" y="2296"/>
                <a:ext cx="0" cy="173"/>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414" name="Google Shape;414;p7"/>
            <p:cNvGrpSpPr/>
            <p:nvPr/>
          </p:nvGrpSpPr>
          <p:grpSpPr>
            <a:xfrm>
              <a:off x="7175500" y="3492500"/>
              <a:ext cx="1066800" cy="809625"/>
              <a:chOff x="349" y="2258"/>
              <a:chExt cx="881" cy="510"/>
            </a:xfrm>
          </p:grpSpPr>
          <p:grpSp>
            <p:nvGrpSpPr>
              <p:cNvPr id="415" name="Google Shape;415;p7"/>
              <p:cNvGrpSpPr/>
              <p:nvPr/>
            </p:nvGrpSpPr>
            <p:grpSpPr>
              <a:xfrm>
                <a:off x="349" y="2258"/>
                <a:ext cx="881" cy="510"/>
                <a:chOff x="734" y="2258"/>
                <a:chExt cx="288" cy="336"/>
              </a:xfrm>
            </p:grpSpPr>
            <p:sp>
              <p:nvSpPr>
                <p:cNvPr id="416" name="Google Shape;416;p7"/>
                <p:cNvSpPr/>
                <p:nvPr/>
              </p:nvSpPr>
              <p:spPr>
                <a:xfrm>
                  <a:off x="734" y="2258"/>
                  <a:ext cx="288" cy="336"/>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17" name="Google Shape;417;p7"/>
                <p:cNvCxnSpPr/>
                <p:nvPr/>
              </p:nvCxnSpPr>
              <p:spPr>
                <a:xfrm>
                  <a:off x="734" y="2502"/>
                  <a:ext cx="288" cy="0"/>
                </a:xfrm>
                <a:prstGeom prst="straightConnector1">
                  <a:avLst/>
                </a:prstGeom>
                <a:noFill/>
                <a:ln cap="flat" cmpd="sng" w="28575">
                  <a:solidFill>
                    <a:schemeClr val="dk1"/>
                  </a:solidFill>
                  <a:prstDash val="solid"/>
                  <a:round/>
                  <a:headEnd len="sm" w="sm" type="none"/>
                  <a:tailEnd len="sm" w="sm" type="none"/>
                </a:ln>
              </p:spPr>
            </p:cxnSp>
            <p:cxnSp>
              <p:nvCxnSpPr>
                <p:cNvPr id="418" name="Google Shape;418;p7"/>
                <p:cNvCxnSpPr/>
                <p:nvPr/>
              </p:nvCxnSpPr>
              <p:spPr>
                <a:xfrm>
                  <a:off x="734" y="2402"/>
                  <a:ext cx="288" cy="0"/>
                </a:xfrm>
                <a:prstGeom prst="straightConnector1">
                  <a:avLst/>
                </a:prstGeom>
                <a:noFill/>
                <a:ln cap="flat" cmpd="sng" w="28575">
                  <a:solidFill>
                    <a:schemeClr val="dk1"/>
                  </a:solidFill>
                  <a:prstDash val="solid"/>
                  <a:round/>
                  <a:headEnd len="sm" w="sm" type="none"/>
                  <a:tailEnd len="sm" w="sm" type="none"/>
                </a:ln>
              </p:spPr>
            </p:cxnSp>
          </p:grpSp>
          <p:sp>
            <p:nvSpPr>
              <p:cNvPr id="419" name="Google Shape;419;p7"/>
              <p:cNvSpPr txBox="1"/>
              <p:nvPr/>
            </p:nvSpPr>
            <p:spPr>
              <a:xfrm>
                <a:off x="792" y="2296"/>
                <a:ext cx="0" cy="173"/>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420" name="Google Shape;420;p7"/>
            <p:cNvGrpSpPr/>
            <p:nvPr/>
          </p:nvGrpSpPr>
          <p:grpSpPr>
            <a:xfrm>
              <a:off x="5575300" y="4940300"/>
              <a:ext cx="1066800" cy="809625"/>
              <a:chOff x="349" y="2258"/>
              <a:chExt cx="881" cy="510"/>
            </a:xfrm>
          </p:grpSpPr>
          <p:grpSp>
            <p:nvGrpSpPr>
              <p:cNvPr id="421" name="Google Shape;421;p7"/>
              <p:cNvGrpSpPr/>
              <p:nvPr/>
            </p:nvGrpSpPr>
            <p:grpSpPr>
              <a:xfrm>
                <a:off x="349" y="2258"/>
                <a:ext cx="881" cy="510"/>
                <a:chOff x="734" y="2258"/>
                <a:chExt cx="288" cy="336"/>
              </a:xfrm>
            </p:grpSpPr>
            <p:sp>
              <p:nvSpPr>
                <p:cNvPr id="422" name="Google Shape;422;p7"/>
                <p:cNvSpPr/>
                <p:nvPr/>
              </p:nvSpPr>
              <p:spPr>
                <a:xfrm>
                  <a:off x="734" y="2258"/>
                  <a:ext cx="288" cy="336"/>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23" name="Google Shape;423;p7"/>
                <p:cNvCxnSpPr/>
                <p:nvPr/>
              </p:nvCxnSpPr>
              <p:spPr>
                <a:xfrm>
                  <a:off x="734" y="2502"/>
                  <a:ext cx="288" cy="0"/>
                </a:xfrm>
                <a:prstGeom prst="straightConnector1">
                  <a:avLst/>
                </a:prstGeom>
                <a:noFill/>
                <a:ln cap="flat" cmpd="sng" w="28575">
                  <a:solidFill>
                    <a:schemeClr val="dk1"/>
                  </a:solidFill>
                  <a:prstDash val="solid"/>
                  <a:round/>
                  <a:headEnd len="sm" w="sm" type="none"/>
                  <a:tailEnd len="sm" w="sm" type="none"/>
                </a:ln>
              </p:spPr>
            </p:cxnSp>
            <p:cxnSp>
              <p:nvCxnSpPr>
                <p:cNvPr id="424" name="Google Shape;424;p7"/>
                <p:cNvCxnSpPr/>
                <p:nvPr/>
              </p:nvCxnSpPr>
              <p:spPr>
                <a:xfrm>
                  <a:off x="734" y="2402"/>
                  <a:ext cx="288" cy="0"/>
                </a:xfrm>
                <a:prstGeom prst="straightConnector1">
                  <a:avLst/>
                </a:prstGeom>
                <a:noFill/>
                <a:ln cap="flat" cmpd="sng" w="28575">
                  <a:solidFill>
                    <a:schemeClr val="dk1"/>
                  </a:solidFill>
                  <a:prstDash val="solid"/>
                  <a:round/>
                  <a:headEnd len="sm" w="sm" type="none"/>
                  <a:tailEnd len="sm" w="sm" type="none"/>
                </a:ln>
              </p:spPr>
            </p:cxnSp>
          </p:grpSp>
          <p:sp>
            <p:nvSpPr>
              <p:cNvPr id="425" name="Google Shape;425;p7"/>
              <p:cNvSpPr txBox="1"/>
              <p:nvPr/>
            </p:nvSpPr>
            <p:spPr>
              <a:xfrm>
                <a:off x="792" y="2296"/>
                <a:ext cx="0" cy="173"/>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426" name="Google Shape;426;p7"/>
            <p:cNvGrpSpPr/>
            <p:nvPr/>
          </p:nvGrpSpPr>
          <p:grpSpPr>
            <a:xfrm>
              <a:off x="7327900" y="4838700"/>
              <a:ext cx="1371600" cy="914400"/>
              <a:chOff x="1252" y="3089"/>
              <a:chExt cx="1114" cy="758"/>
            </a:xfrm>
          </p:grpSpPr>
          <p:sp>
            <p:nvSpPr>
              <p:cNvPr id="427" name="Google Shape;427;p7"/>
              <p:cNvSpPr/>
              <p:nvPr/>
            </p:nvSpPr>
            <p:spPr>
              <a:xfrm>
                <a:off x="1252" y="3290"/>
                <a:ext cx="1114" cy="557"/>
              </a:xfrm>
              <a:prstGeom prst="rect">
                <a:avLst/>
              </a:prstGeom>
              <a:noFill/>
              <a:ln cap="flat" cmpd="sng" w="285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28" name="Google Shape;428;p7"/>
              <p:cNvSpPr/>
              <p:nvPr/>
            </p:nvSpPr>
            <p:spPr>
              <a:xfrm>
                <a:off x="1252" y="3089"/>
                <a:ext cx="445" cy="201"/>
              </a:xfrm>
              <a:prstGeom prst="rect">
                <a:avLst/>
              </a:prstGeom>
              <a:noFill/>
              <a:ln cap="flat" cmpd="sng" w="285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429" name="Google Shape;429;p7"/>
            <p:cNvGrpSpPr/>
            <p:nvPr/>
          </p:nvGrpSpPr>
          <p:grpSpPr>
            <a:xfrm>
              <a:off x="5575300" y="3670300"/>
              <a:ext cx="1371600" cy="914400"/>
              <a:chOff x="1252" y="3089"/>
              <a:chExt cx="1114" cy="758"/>
            </a:xfrm>
          </p:grpSpPr>
          <p:sp>
            <p:nvSpPr>
              <p:cNvPr id="430" name="Google Shape;430;p7"/>
              <p:cNvSpPr/>
              <p:nvPr/>
            </p:nvSpPr>
            <p:spPr>
              <a:xfrm>
                <a:off x="1252" y="3290"/>
                <a:ext cx="1114" cy="557"/>
              </a:xfrm>
              <a:prstGeom prst="rect">
                <a:avLst/>
              </a:prstGeom>
              <a:noFill/>
              <a:ln cap="flat" cmpd="sng" w="285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31" name="Google Shape;431;p7"/>
              <p:cNvSpPr/>
              <p:nvPr/>
            </p:nvSpPr>
            <p:spPr>
              <a:xfrm>
                <a:off x="1252" y="3089"/>
                <a:ext cx="445" cy="201"/>
              </a:xfrm>
              <a:prstGeom prst="rect">
                <a:avLst/>
              </a:prstGeom>
              <a:noFill/>
              <a:ln cap="flat" cmpd="sng" w="285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432" name="Google Shape;432;p7"/>
            <p:cNvGrpSpPr/>
            <p:nvPr/>
          </p:nvGrpSpPr>
          <p:grpSpPr>
            <a:xfrm>
              <a:off x="6794500" y="5143500"/>
              <a:ext cx="533400" cy="228600"/>
              <a:chOff x="4368" y="3312"/>
              <a:chExt cx="336" cy="144"/>
            </a:xfrm>
          </p:grpSpPr>
          <p:sp>
            <p:nvSpPr>
              <p:cNvPr id="433" name="Google Shape;433;p7"/>
              <p:cNvSpPr/>
              <p:nvPr/>
            </p:nvSpPr>
            <p:spPr>
              <a:xfrm>
                <a:off x="4368" y="3312"/>
                <a:ext cx="144" cy="144"/>
              </a:xfrm>
              <a:prstGeom prst="ellipse">
                <a:avLst/>
              </a:prstGeom>
              <a:noFill/>
              <a:ln cap="flat" cmpd="sng" w="28575">
                <a:solidFill>
                  <a:schemeClr val="dk1"/>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34" name="Google Shape;434;p7"/>
              <p:cNvCxnSpPr/>
              <p:nvPr/>
            </p:nvCxnSpPr>
            <p:spPr>
              <a:xfrm>
                <a:off x="4512" y="3384"/>
                <a:ext cx="192" cy="0"/>
              </a:xfrm>
              <a:prstGeom prst="straightConnector1">
                <a:avLst/>
              </a:prstGeom>
              <a:noFill/>
              <a:ln cap="flat" cmpd="sng" w="28575">
                <a:solidFill>
                  <a:schemeClr val="dk1"/>
                </a:solidFill>
                <a:prstDash val="solid"/>
                <a:round/>
                <a:headEnd len="med" w="med" type="none"/>
                <a:tailEnd len="med" w="med" type="none"/>
              </a:ln>
            </p:spPr>
          </p:cxnSp>
        </p:grpSp>
        <p:grpSp>
          <p:nvGrpSpPr>
            <p:cNvPr id="435" name="Google Shape;435;p7"/>
            <p:cNvGrpSpPr/>
            <p:nvPr/>
          </p:nvGrpSpPr>
          <p:grpSpPr>
            <a:xfrm>
              <a:off x="6794500" y="2171702"/>
              <a:ext cx="1905000" cy="914401"/>
              <a:chOff x="4416" y="1440"/>
              <a:chExt cx="1200" cy="576"/>
            </a:xfrm>
          </p:grpSpPr>
          <p:grpSp>
            <p:nvGrpSpPr>
              <p:cNvPr id="436" name="Google Shape;436;p7"/>
              <p:cNvGrpSpPr/>
              <p:nvPr/>
            </p:nvGrpSpPr>
            <p:grpSpPr>
              <a:xfrm>
                <a:off x="4752" y="1440"/>
                <a:ext cx="864" cy="576"/>
                <a:chOff x="1252" y="3089"/>
                <a:chExt cx="1114" cy="758"/>
              </a:xfrm>
            </p:grpSpPr>
            <p:sp>
              <p:nvSpPr>
                <p:cNvPr id="437" name="Google Shape;437;p7"/>
                <p:cNvSpPr/>
                <p:nvPr/>
              </p:nvSpPr>
              <p:spPr>
                <a:xfrm>
                  <a:off x="1252" y="3290"/>
                  <a:ext cx="1114" cy="557"/>
                </a:xfrm>
                <a:prstGeom prst="rect">
                  <a:avLst/>
                </a:prstGeom>
                <a:noFill/>
                <a:ln cap="flat" cmpd="sng" w="285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38" name="Google Shape;438;p7"/>
                <p:cNvSpPr/>
                <p:nvPr/>
              </p:nvSpPr>
              <p:spPr>
                <a:xfrm>
                  <a:off x="1252" y="3089"/>
                  <a:ext cx="445" cy="201"/>
                </a:xfrm>
                <a:prstGeom prst="rect">
                  <a:avLst/>
                </a:prstGeom>
                <a:noFill/>
                <a:ln cap="flat" cmpd="sng" w="285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439" name="Google Shape;439;p7"/>
              <p:cNvGrpSpPr/>
              <p:nvPr/>
            </p:nvGrpSpPr>
            <p:grpSpPr>
              <a:xfrm>
                <a:off x="4416" y="1632"/>
                <a:ext cx="336" cy="144"/>
                <a:chOff x="4368" y="3312"/>
                <a:chExt cx="336" cy="144"/>
              </a:xfrm>
            </p:grpSpPr>
            <p:sp>
              <p:nvSpPr>
                <p:cNvPr id="440" name="Google Shape;440;p7"/>
                <p:cNvSpPr/>
                <p:nvPr/>
              </p:nvSpPr>
              <p:spPr>
                <a:xfrm>
                  <a:off x="4368" y="3312"/>
                  <a:ext cx="144" cy="144"/>
                </a:xfrm>
                <a:prstGeom prst="ellipse">
                  <a:avLst/>
                </a:prstGeom>
                <a:noFill/>
                <a:ln cap="flat" cmpd="sng" w="28575">
                  <a:solidFill>
                    <a:schemeClr val="dk1"/>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41" name="Google Shape;441;p7"/>
                <p:cNvCxnSpPr/>
                <p:nvPr/>
              </p:nvCxnSpPr>
              <p:spPr>
                <a:xfrm>
                  <a:off x="4512" y="3384"/>
                  <a:ext cx="192" cy="0"/>
                </a:xfrm>
                <a:prstGeom prst="straightConnector1">
                  <a:avLst/>
                </a:prstGeom>
                <a:noFill/>
                <a:ln cap="flat" cmpd="sng" w="28575">
                  <a:solidFill>
                    <a:schemeClr val="dk1"/>
                  </a:solidFill>
                  <a:prstDash val="solid"/>
                  <a:round/>
                  <a:headEnd len="med" w="med" type="none"/>
                  <a:tailEnd len="med" w="med" type="none"/>
                </a:ln>
              </p:spPr>
            </p:cxnSp>
          </p:grpSp>
          <p:grpSp>
            <p:nvGrpSpPr>
              <p:cNvPr id="442" name="Google Shape;442;p7"/>
              <p:cNvGrpSpPr/>
              <p:nvPr/>
            </p:nvGrpSpPr>
            <p:grpSpPr>
              <a:xfrm>
                <a:off x="4416" y="1872"/>
                <a:ext cx="336" cy="144"/>
                <a:chOff x="4368" y="3312"/>
                <a:chExt cx="336" cy="144"/>
              </a:xfrm>
            </p:grpSpPr>
            <p:sp>
              <p:nvSpPr>
                <p:cNvPr id="443" name="Google Shape;443;p7"/>
                <p:cNvSpPr/>
                <p:nvPr/>
              </p:nvSpPr>
              <p:spPr>
                <a:xfrm>
                  <a:off x="4368" y="3312"/>
                  <a:ext cx="144" cy="144"/>
                </a:xfrm>
                <a:prstGeom prst="ellipse">
                  <a:avLst/>
                </a:prstGeom>
                <a:noFill/>
                <a:ln cap="flat" cmpd="sng" w="28575">
                  <a:solidFill>
                    <a:schemeClr val="dk1"/>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44" name="Google Shape;444;p7"/>
                <p:cNvCxnSpPr/>
                <p:nvPr/>
              </p:nvCxnSpPr>
              <p:spPr>
                <a:xfrm>
                  <a:off x="4512" y="3384"/>
                  <a:ext cx="192" cy="0"/>
                </a:xfrm>
                <a:prstGeom prst="straightConnector1">
                  <a:avLst/>
                </a:prstGeom>
                <a:noFill/>
                <a:ln cap="flat" cmpd="sng" w="28575">
                  <a:solidFill>
                    <a:schemeClr val="dk1"/>
                  </a:solidFill>
                  <a:prstDash val="solid"/>
                  <a:round/>
                  <a:headEnd len="med" w="med" type="none"/>
                  <a:tailEnd len="med" w="med" type="none"/>
                </a:ln>
              </p:spPr>
            </p:cxnSp>
          </p:grpSp>
        </p:grpSp>
        <p:grpSp>
          <p:nvGrpSpPr>
            <p:cNvPr id="445" name="Google Shape;445;p7"/>
            <p:cNvGrpSpPr/>
            <p:nvPr/>
          </p:nvGrpSpPr>
          <p:grpSpPr>
            <a:xfrm>
              <a:off x="698500" y="1220790"/>
              <a:ext cx="1603375" cy="874714"/>
              <a:chOff x="336" y="841"/>
              <a:chExt cx="1010" cy="551"/>
            </a:xfrm>
          </p:grpSpPr>
          <p:grpSp>
            <p:nvGrpSpPr>
              <p:cNvPr id="446" name="Google Shape;446;p7"/>
              <p:cNvGrpSpPr/>
              <p:nvPr/>
            </p:nvGrpSpPr>
            <p:grpSpPr>
              <a:xfrm>
                <a:off x="384" y="882"/>
                <a:ext cx="914" cy="510"/>
                <a:chOff x="349" y="2258"/>
                <a:chExt cx="881" cy="510"/>
              </a:xfrm>
            </p:grpSpPr>
            <p:grpSp>
              <p:nvGrpSpPr>
                <p:cNvPr id="447" name="Google Shape;447;p7"/>
                <p:cNvGrpSpPr/>
                <p:nvPr/>
              </p:nvGrpSpPr>
              <p:grpSpPr>
                <a:xfrm>
                  <a:off x="349" y="2258"/>
                  <a:ext cx="881" cy="510"/>
                  <a:chOff x="734" y="2258"/>
                  <a:chExt cx="288" cy="336"/>
                </a:xfrm>
              </p:grpSpPr>
              <p:sp>
                <p:nvSpPr>
                  <p:cNvPr id="448" name="Google Shape;448;p7"/>
                  <p:cNvSpPr/>
                  <p:nvPr/>
                </p:nvSpPr>
                <p:spPr>
                  <a:xfrm>
                    <a:off x="734" y="2258"/>
                    <a:ext cx="288" cy="336"/>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49" name="Google Shape;449;p7"/>
                  <p:cNvCxnSpPr/>
                  <p:nvPr/>
                </p:nvCxnSpPr>
                <p:spPr>
                  <a:xfrm>
                    <a:off x="734" y="2502"/>
                    <a:ext cx="288" cy="0"/>
                  </a:xfrm>
                  <a:prstGeom prst="straightConnector1">
                    <a:avLst/>
                  </a:prstGeom>
                  <a:noFill/>
                  <a:ln cap="flat" cmpd="sng" w="28575">
                    <a:solidFill>
                      <a:schemeClr val="dk1"/>
                    </a:solidFill>
                    <a:prstDash val="solid"/>
                    <a:round/>
                    <a:headEnd len="sm" w="sm" type="none"/>
                    <a:tailEnd len="sm" w="sm" type="none"/>
                  </a:ln>
                </p:spPr>
              </p:cxnSp>
              <p:cxnSp>
                <p:nvCxnSpPr>
                  <p:cNvPr id="450" name="Google Shape;450;p7"/>
                  <p:cNvCxnSpPr/>
                  <p:nvPr/>
                </p:nvCxnSpPr>
                <p:spPr>
                  <a:xfrm>
                    <a:off x="734" y="2402"/>
                    <a:ext cx="288" cy="0"/>
                  </a:xfrm>
                  <a:prstGeom prst="straightConnector1">
                    <a:avLst/>
                  </a:prstGeom>
                  <a:noFill/>
                  <a:ln cap="flat" cmpd="sng" w="28575">
                    <a:solidFill>
                      <a:schemeClr val="dk1"/>
                    </a:solidFill>
                    <a:prstDash val="solid"/>
                    <a:round/>
                    <a:headEnd len="sm" w="sm" type="none"/>
                    <a:tailEnd len="sm" w="sm" type="none"/>
                  </a:ln>
                </p:spPr>
              </p:cxnSp>
            </p:grpSp>
            <p:sp>
              <p:nvSpPr>
                <p:cNvPr id="451" name="Google Shape;451;p7"/>
                <p:cNvSpPr txBox="1"/>
                <p:nvPr/>
              </p:nvSpPr>
              <p:spPr>
                <a:xfrm>
                  <a:off x="792" y="2296"/>
                  <a:ext cx="0" cy="173"/>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452" name="Google Shape;452;p7"/>
              <p:cNvSpPr txBox="1"/>
              <p:nvPr/>
            </p:nvSpPr>
            <p:spPr>
              <a:xfrm>
                <a:off x="336" y="841"/>
                <a:ext cx="1010" cy="212"/>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lang="en-US" sz="1500">
                    <a:solidFill>
                      <a:schemeClr val="dk1"/>
                    </a:solidFill>
                    <a:latin typeface="Constantia"/>
                    <a:ea typeface="Constantia"/>
                    <a:cs typeface="Constantia"/>
                    <a:sym typeface="Constantia"/>
                  </a:rPr>
                  <a:t>&lt;&lt;boundary&gt;&gt;</a:t>
                </a:r>
                <a:endParaRPr/>
              </a:p>
            </p:txBody>
          </p:sp>
        </p:grpSp>
        <p:grpSp>
          <p:nvGrpSpPr>
            <p:cNvPr id="453" name="Google Shape;453;p7"/>
            <p:cNvGrpSpPr/>
            <p:nvPr/>
          </p:nvGrpSpPr>
          <p:grpSpPr>
            <a:xfrm>
              <a:off x="1301750" y="2414589"/>
              <a:ext cx="1603375" cy="811213"/>
              <a:chOff x="336" y="881"/>
              <a:chExt cx="1010" cy="511"/>
            </a:xfrm>
          </p:grpSpPr>
          <p:grpSp>
            <p:nvGrpSpPr>
              <p:cNvPr id="454" name="Google Shape;454;p7"/>
              <p:cNvGrpSpPr/>
              <p:nvPr/>
            </p:nvGrpSpPr>
            <p:grpSpPr>
              <a:xfrm>
                <a:off x="384" y="882"/>
                <a:ext cx="914" cy="510"/>
                <a:chOff x="349" y="2258"/>
                <a:chExt cx="881" cy="510"/>
              </a:xfrm>
            </p:grpSpPr>
            <p:grpSp>
              <p:nvGrpSpPr>
                <p:cNvPr id="455" name="Google Shape;455;p7"/>
                <p:cNvGrpSpPr/>
                <p:nvPr/>
              </p:nvGrpSpPr>
              <p:grpSpPr>
                <a:xfrm>
                  <a:off x="349" y="2258"/>
                  <a:ext cx="881" cy="510"/>
                  <a:chOff x="734" y="2258"/>
                  <a:chExt cx="288" cy="336"/>
                </a:xfrm>
              </p:grpSpPr>
              <p:sp>
                <p:nvSpPr>
                  <p:cNvPr id="456" name="Google Shape;456;p7"/>
                  <p:cNvSpPr/>
                  <p:nvPr/>
                </p:nvSpPr>
                <p:spPr>
                  <a:xfrm>
                    <a:off x="734" y="2258"/>
                    <a:ext cx="288" cy="336"/>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57" name="Google Shape;457;p7"/>
                  <p:cNvCxnSpPr/>
                  <p:nvPr/>
                </p:nvCxnSpPr>
                <p:spPr>
                  <a:xfrm>
                    <a:off x="734" y="2502"/>
                    <a:ext cx="288" cy="0"/>
                  </a:xfrm>
                  <a:prstGeom prst="straightConnector1">
                    <a:avLst/>
                  </a:prstGeom>
                  <a:noFill/>
                  <a:ln cap="flat" cmpd="sng" w="28575">
                    <a:solidFill>
                      <a:schemeClr val="dk1"/>
                    </a:solidFill>
                    <a:prstDash val="solid"/>
                    <a:round/>
                    <a:headEnd len="sm" w="sm" type="none"/>
                    <a:tailEnd len="sm" w="sm" type="none"/>
                  </a:ln>
                </p:spPr>
              </p:cxnSp>
              <p:cxnSp>
                <p:nvCxnSpPr>
                  <p:cNvPr id="458" name="Google Shape;458;p7"/>
                  <p:cNvCxnSpPr/>
                  <p:nvPr/>
                </p:nvCxnSpPr>
                <p:spPr>
                  <a:xfrm>
                    <a:off x="734" y="2402"/>
                    <a:ext cx="288" cy="0"/>
                  </a:xfrm>
                  <a:prstGeom prst="straightConnector1">
                    <a:avLst/>
                  </a:prstGeom>
                  <a:noFill/>
                  <a:ln cap="flat" cmpd="sng" w="28575">
                    <a:solidFill>
                      <a:schemeClr val="dk1"/>
                    </a:solidFill>
                    <a:prstDash val="solid"/>
                    <a:round/>
                    <a:headEnd len="sm" w="sm" type="none"/>
                    <a:tailEnd len="sm" w="sm" type="none"/>
                  </a:ln>
                </p:spPr>
              </p:cxnSp>
            </p:grpSp>
            <p:sp>
              <p:nvSpPr>
                <p:cNvPr id="459" name="Google Shape;459;p7"/>
                <p:cNvSpPr txBox="1"/>
                <p:nvPr/>
              </p:nvSpPr>
              <p:spPr>
                <a:xfrm>
                  <a:off x="792" y="2296"/>
                  <a:ext cx="0" cy="173"/>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460" name="Google Shape;460;p7"/>
              <p:cNvSpPr txBox="1"/>
              <p:nvPr/>
            </p:nvSpPr>
            <p:spPr>
              <a:xfrm>
                <a:off x="336" y="881"/>
                <a:ext cx="1010" cy="212"/>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lang="en-US" sz="1500">
                    <a:solidFill>
                      <a:schemeClr val="dk1"/>
                    </a:solidFill>
                    <a:latin typeface="Constantia"/>
                    <a:ea typeface="Constantia"/>
                    <a:cs typeface="Constantia"/>
                    <a:sym typeface="Constantia"/>
                  </a:rPr>
                  <a:t>&lt;&lt;control&gt;&gt;</a:t>
                </a:r>
                <a:endParaRPr/>
              </a:p>
            </p:txBody>
          </p:sp>
        </p:grpSp>
        <p:grpSp>
          <p:nvGrpSpPr>
            <p:cNvPr id="461" name="Google Shape;461;p7"/>
            <p:cNvGrpSpPr/>
            <p:nvPr/>
          </p:nvGrpSpPr>
          <p:grpSpPr>
            <a:xfrm>
              <a:off x="457200" y="3543300"/>
              <a:ext cx="1603375" cy="811213"/>
              <a:chOff x="336" y="881"/>
              <a:chExt cx="1010" cy="511"/>
            </a:xfrm>
          </p:grpSpPr>
          <p:grpSp>
            <p:nvGrpSpPr>
              <p:cNvPr id="462" name="Google Shape;462;p7"/>
              <p:cNvGrpSpPr/>
              <p:nvPr/>
            </p:nvGrpSpPr>
            <p:grpSpPr>
              <a:xfrm>
                <a:off x="384" y="882"/>
                <a:ext cx="914" cy="510"/>
                <a:chOff x="349" y="2258"/>
                <a:chExt cx="881" cy="510"/>
              </a:xfrm>
            </p:grpSpPr>
            <p:grpSp>
              <p:nvGrpSpPr>
                <p:cNvPr id="463" name="Google Shape;463;p7"/>
                <p:cNvGrpSpPr/>
                <p:nvPr/>
              </p:nvGrpSpPr>
              <p:grpSpPr>
                <a:xfrm>
                  <a:off x="349" y="2258"/>
                  <a:ext cx="881" cy="510"/>
                  <a:chOff x="734" y="2258"/>
                  <a:chExt cx="288" cy="336"/>
                </a:xfrm>
              </p:grpSpPr>
              <p:sp>
                <p:nvSpPr>
                  <p:cNvPr id="464" name="Google Shape;464;p7"/>
                  <p:cNvSpPr/>
                  <p:nvPr/>
                </p:nvSpPr>
                <p:spPr>
                  <a:xfrm>
                    <a:off x="734" y="2258"/>
                    <a:ext cx="288" cy="336"/>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65" name="Google Shape;465;p7"/>
                  <p:cNvCxnSpPr/>
                  <p:nvPr/>
                </p:nvCxnSpPr>
                <p:spPr>
                  <a:xfrm>
                    <a:off x="734" y="2502"/>
                    <a:ext cx="288" cy="0"/>
                  </a:xfrm>
                  <a:prstGeom prst="straightConnector1">
                    <a:avLst/>
                  </a:prstGeom>
                  <a:noFill/>
                  <a:ln cap="flat" cmpd="sng" w="28575">
                    <a:solidFill>
                      <a:schemeClr val="dk1"/>
                    </a:solidFill>
                    <a:prstDash val="solid"/>
                    <a:round/>
                    <a:headEnd len="sm" w="sm" type="none"/>
                    <a:tailEnd len="sm" w="sm" type="none"/>
                  </a:ln>
                </p:spPr>
              </p:cxnSp>
              <p:cxnSp>
                <p:nvCxnSpPr>
                  <p:cNvPr id="466" name="Google Shape;466;p7"/>
                  <p:cNvCxnSpPr/>
                  <p:nvPr/>
                </p:nvCxnSpPr>
                <p:spPr>
                  <a:xfrm>
                    <a:off x="734" y="2402"/>
                    <a:ext cx="288" cy="0"/>
                  </a:xfrm>
                  <a:prstGeom prst="straightConnector1">
                    <a:avLst/>
                  </a:prstGeom>
                  <a:noFill/>
                  <a:ln cap="flat" cmpd="sng" w="28575">
                    <a:solidFill>
                      <a:schemeClr val="dk1"/>
                    </a:solidFill>
                    <a:prstDash val="solid"/>
                    <a:round/>
                    <a:headEnd len="sm" w="sm" type="none"/>
                    <a:tailEnd len="sm" w="sm" type="none"/>
                  </a:ln>
                </p:spPr>
              </p:cxnSp>
            </p:grpSp>
            <p:sp>
              <p:nvSpPr>
                <p:cNvPr id="467" name="Google Shape;467;p7"/>
                <p:cNvSpPr txBox="1"/>
                <p:nvPr/>
              </p:nvSpPr>
              <p:spPr>
                <a:xfrm>
                  <a:off x="792" y="2296"/>
                  <a:ext cx="0" cy="173"/>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468" name="Google Shape;468;p7"/>
              <p:cNvSpPr txBox="1"/>
              <p:nvPr/>
            </p:nvSpPr>
            <p:spPr>
              <a:xfrm>
                <a:off x="336" y="881"/>
                <a:ext cx="1010" cy="212"/>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lang="en-US" sz="1500">
                    <a:solidFill>
                      <a:schemeClr val="dk1"/>
                    </a:solidFill>
                    <a:latin typeface="Constantia"/>
                    <a:ea typeface="Constantia"/>
                    <a:cs typeface="Constantia"/>
                    <a:sym typeface="Constantia"/>
                  </a:rPr>
                  <a:t>&lt;&lt;entity&gt;&gt;</a:t>
                </a:r>
                <a:endParaRPr/>
              </a:p>
            </p:txBody>
          </p:sp>
        </p:grpSp>
        <p:grpSp>
          <p:nvGrpSpPr>
            <p:cNvPr id="469" name="Google Shape;469;p7"/>
            <p:cNvGrpSpPr/>
            <p:nvPr/>
          </p:nvGrpSpPr>
          <p:grpSpPr>
            <a:xfrm>
              <a:off x="987425" y="4762500"/>
              <a:ext cx="1603375" cy="811213"/>
              <a:chOff x="336" y="881"/>
              <a:chExt cx="1010" cy="511"/>
            </a:xfrm>
          </p:grpSpPr>
          <p:grpSp>
            <p:nvGrpSpPr>
              <p:cNvPr id="470" name="Google Shape;470;p7"/>
              <p:cNvGrpSpPr/>
              <p:nvPr/>
            </p:nvGrpSpPr>
            <p:grpSpPr>
              <a:xfrm>
                <a:off x="384" y="882"/>
                <a:ext cx="914" cy="510"/>
                <a:chOff x="349" y="2258"/>
                <a:chExt cx="881" cy="510"/>
              </a:xfrm>
            </p:grpSpPr>
            <p:grpSp>
              <p:nvGrpSpPr>
                <p:cNvPr id="471" name="Google Shape;471;p7"/>
                <p:cNvGrpSpPr/>
                <p:nvPr/>
              </p:nvGrpSpPr>
              <p:grpSpPr>
                <a:xfrm>
                  <a:off x="349" y="2258"/>
                  <a:ext cx="881" cy="510"/>
                  <a:chOff x="734" y="2258"/>
                  <a:chExt cx="288" cy="336"/>
                </a:xfrm>
              </p:grpSpPr>
              <p:sp>
                <p:nvSpPr>
                  <p:cNvPr id="472" name="Google Shape;472;p7"/>
                  <p:cNvSpPr/>
                  <p:nvPr/>
                </p:nvSpPr>
                <p:spPr>
                  <a:xfrm>
                    <a:off x="734" y="2258"/>
                    <a:ext cx="288" cy="336"/>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73" name="Google Shape;473;p7"/>
                  <p:cNvCxnSpPr/>
                  <p:nvPr/>
                </p:nvCxnSpPr>
                <p:spPr>
                  <a:xfrm>
                    <a:off x="734" y="2502"/>
                    <a:ext cx="288" cy="0"/>
                  </a:xfrm>
                  <a:prstGeom prst="straightConnector1">
                    <a:avLst/>
                  </a:prstGeom>
                  <a:noFill/>
                  <a:ln cap="flat" cmpd="sng" w="28575">
                    <a:solidFill>
                      <a:schemeClr val="dk1"/>
                    </a:solidFill>
                    <a:prstDash val="solid"/>
                    <a:round/>
                    <a:headEnd len="sm" w="sm" type="none"/>
                    <a:tailEnd len="sm" w="sm" type="none"/>
                  </a:ln>
                </p:spPr>
              </p:cxnSp>
              <p:cxnSp>
                <p:nvCxnSpPr>
                  <p:cNvPr id="474" name="Google Shape;474;p7"/>
                  <p:cNvCxnSpPr/>
                  <p:nvPr/>
                </p:nvCxnSpPr>
                <p:spPr>
                  <a:xfrm>
                    <a:off x="734" y="2402"/>
                    <a:ext cx="288" cy="0"/>
                  </a:xfrm>
                  <a:prstGeom prst="straightConnector1">
                    <a:avLst/>
                  </a:prstGeom>
                  <a:noFill/>
                  <a:ln cap="flat" cmpd="sng" w="28575">
                    <a:solidFill>
                      <a:schemeClr val="dk1"/>
                    </a:solidFill>
                    <a:prstDash val="solid"/>
                    <a:round/>
                    <a:headEnd len="sm" w="sm" type="none"/>
                    <a:tailEnd len="sm" w="sm" type="none"/>
                  </a:ln>
                </p:spPr>
              </p:cxnSp>
            </p:grpSp>
            <p:sp>
              <p:nvSpPr>
                <p:cNvPr id="475" name="Google Shape;475;p7"/>
                <p:cNvSpPr txBox="1"/>
                <p:nvPr/>
              </p:nvSpPr>
              <p:spPr>
                <a:xfrm>
                  <a:off x="792" y="2296"/>
                  <a:ext cx="0" cy="173"/>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476" name="Google Shape;476;p7"/>
              <p:cNvSpPr txBox="1"/>
              <p:nvPr/>
            </p:nvSpPr>
            <p:spPr>
              <a:xfrm>
                <a:off x="336" y="881"/>
                <a:ext cx="1010" cy="212"/>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lang="en-US" sz="1500">
                    <a:solidFill>
                      <a:schemeClr val="dk1"/>
                    </a:solidFill>
                    <a:latin typeface="Constantia"/>
                    <a:ea typeface="Constantia"/>
                    <a:cs typeface="Constantia"/>
                    <a:sym typeface="Constantia"/>
                  </a:rPr>
                  <a:t>&lt;&lt;boundary&gt;&gt;</a:t>
                </a:r>
                <a:endParaRPr/>
              </a:p>
            </p:txBody>
          </p:sp>
        </p:grpSp>
        <p:sp>
          <p:nvSpPr>
            <p:cNvPr id="477" name="Google Shape;477;p7"/>
            <p:cNvSpPr txBox="1"/>
            <p:nvPr/>
          </p:nvSpPr>
          <p:spPr>
            <a:xfrm>
              <a:off x="2095500" y="5854700"/>
              <a:ext cx="3962400" cy="504825"/>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i="1" lang="en-US" sz="2600">
                  <a:solidFill>
                    <a:srgbClr val="00CCFF"/>
                  </a:solidFill>
                  <a:latin typeface="Times New Roman"/>
                  <a:ea typeface="Times New Roman"/>
                  <a:cs typeface="Times New Roman"/>
                  <a:sym typeface="Times New Roman"/>
                </a:rPr>
                <a:t>Many-to-Many Mapping</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8"/>
          <p:cNvSpPr txBox="1"/>
          <p:nvPr>
            <p:ph type="title"/>
          </p:nvPr>
        </p:nvSpPr>
        <p:spPr>
          <a:xfrm>
            <a:off x="457200" y="704088"/>
            <a:ext cx="8229600" cy="10485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Xác định Lớp Thiết kế</a:t>
            </a:r>
            <a:endParaRPr/>
          </a:p>
        </p:txBody>
      </p:sp>
      <p:sp>
        <p:nvSpPr>
          <p:cNvPr id="483" name="Google Shape;483;p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Một </a:t>
            </a:r>
            <a:r>
              <a:rPr b="1" lang="en-US"/>
              <a:t>lớp phân tích</a:t>
            </a:r>
            <a:r>
              <a:rPr lang="en-US"/>
              <a:t> ánh xạ trực tiếp với một </a:t>
            </a:r>
            <a:r>
              <a:rPr b="1" lang="en-US"/>
              <a:t>lớp thiết kế</a:t>
            </a:r>
            <a:r>
              <a:rPr lang="en-US"/>
              <a:t> nếu:</a:t>
            </a:r>
            <a:endParaRPr/>
          </a:p>
          <a:p>
            <a:pPr indent="-246888" lvl="1" marL="640080" rtl="0" algn="l">
              <a:spcBef>
                <a:spcPts val="480"/>
              </a:spcBef>
              <a:spcAft>
                <a:spcPts val="0"/>
              </a:spcAft>
              <a:buSzPts val="2040"/>
              <a:buChar char="⚫"/>
            </a:pPr>
            <a:r>
              <a:rPr lang="en-US"/>
              <a:t>Là một lớp đơn giản</a:t>
            </a:r>
            <a:endParaRPr/>
          </a:p>
          <a:p>
            <a:pPr indent="-246888" lvl="1" marL="640080" rtl="0" algn="l">
              <a:spcBef>
                <a:spcPts val="480"/>
              </a:spcBef>
              <a:spcAft>
                <a:spcPts val="0"/>
              </a:spcAft>
              <a:buSzPts val="2040"/>
              <a:buChar char="⚫"/>
            </a:pPr>
            <a:r>
              <a:rPr lang="en-US"/>
              <a:t>Biểu diễn một sự trừu tượng đơn nhất</a:t>
            </a:r>
            <a:endParaRPr/>
          </a:p>
          <a:p>
            <a:pPr indent="-274320" lvl="0" marL="274320" rtl="0" algn="l">
              <a:spcBef>
                <a:spcPts val="520"/>
              </a:spcBef>
              <a:spcAft>
                <a:spcPts val="0"/>
              </a:spcAft>
              <a:buSzPts val="2470"/>
              <a:buChar char="⚫"/>
            </a:pPr>
            <a:r>
              <a:rPr lang="en-US"/>
              <a:t>Các lớp phân tích phức tạp có thể</a:t>
            </a:r>
            <a:endParaRPr/>
          </a:p>
          <a:p>
            <a:pPr indent="-246888" lvl="1" marL="640080" rtl="0" algn="l">
              <a:spcBef>
                <a:spcPts val="480"/>
              </a:spcBef>
              <a:spcAft>
                <a:spcPts val="0"/>
              </a:spcAft>
              <a:buSzPts val="2040"/>
              <a:buChar char="⚫"/>
            </a:pPr>
            <a:r>
              <a:rPr lang="en-US"/>
              <a:t>Chia ra thành nhiều lớp</a:t>
            </a:r>
            <a:endParaRPr/>
          </a:p>
          <a:p>
            <a:pPr indent="-246888" lvl="1" marL="640080" rtl="0" algn="l">
              <a:spcBef>
                <a:spcPts val="480"/>
              </a:spcBef>
              <a:spcAft>
                <a:spcPts val="0"/>
              </a:spcAft>
              <a:buSzPts val="2040"/>
              <a:buChar char="⚫"/>
            </a:pPr>
            <a:r>
              <a:rPr lang="en-US"/>
              <a:t>Trở thành một gói</a:t>
            </a:r>
            <a:endParaRPr/>
          </a:p>
          <a:p>
            <a:pPr indent="-246888" lvl="1" marL="640080" rtl="0" algn="l">
              <a:spcBef>
                <a:spcPts val="480"/>
              </a:spcBef>
              <a:spcAft>
                <a:spcPts val="0"/>
              </a:spcAft>
              <a:buSzPts val="2040"/>
              <a:buChar char="⚫"/>
            </a:pPr>
            <a:r>
              <a:rPr lang="en-US"/>
              <a:t>Trở thành một hệ thống con</a:t>
            </a:r>
            <a:endParaRPr/>
          </a:p>
          <a:p>
            <a:pPr indent="-246888" lvl="1" marL="640080" rtl="0" algn="l">
              <a:spcBef>
                <a:spcPts val="480"/>
              </a:spcBef>
              <a:spcAft>
                <a:spcPts val="0"/>
              </a:spcAft>
              <a:buSzPts val="2040"/>
              <a:buChar char="⚫"/>
            </a:pPr>
            <a:r>
              <a:rPr lang="en-US"/>
              <a:t>Một quan hệ v.v</a:t>
            </a:r>
            <a:endParaRPr/>
          </a:p>
        </p:txBody>
      </p:sp>
      <p:sp>
        <p:nvSpPr>
          <p:cNvPr id="484" name="Google Shape;484;p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Nhắc lại: Lớp và Gói</a:t>
            </a:r>
            <a:endParaRPr/>
          </a:p>
        </p:txBody>
      </p:sp>
      <p:sp>
        <p:nvSpPr>
          <p:cNvPr id="490" name="Google Shape;490;p9"/>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2470"/>
              <a:buChar char="⚫"/>
            </a:pPr>
            <a:r>
              <a:rPr lang="en-US"/>
              <a:t>Lớp là gì?</a:t>
            </a:r>
            <a:endParaRPr/>
          </a:p>
          <a:p>
            <a:pPr indent="-246888" lvl="1" marL="640080" rtl="0" algn="l">
              <a:lnSpc>
                <a:spcPct val="90000"/>
              </a:lnSpc>
              <a:spcBef>
                <a:spcPts val="480"/>
              </a:spcBef>
              <a:spcAft>
                <a:spcPts val="0"/>
              </a:spcAft>
              <a:buSzPts val="2040"/>
              <a:buChar char="⚫"/>
            </a:pPr>
            <a:r>
              <a:rPr lang="en-US"/>
              <a:t>Là một mô tả của một tập các đối tượng có cùng vai trò (responsibilities), quan hệ (relationships), hoạt động (operations), thuộc tính (attributes), và ngữ nghĩa (semantics)</a:t>
            </a:r>
            <a:endParaRPr/>
          </a:p>
          <a:p>
            <a:pPr indent="-117475" lvl="0" marL="274320" rtl="0" algn="l">
              <a:lnSpc>
                <a:spcPct val="90000"/>
              </a:lnSpc>
              <a:spcBef>
                <a:spcPts val="520"/>
              </a:spcBef>
              <a:spcAft>
                <a:spcPts val="0"/>
              </a:spcAft>
              <a:buSzPts val="2470"/>
              <a:buNone/>
            </a:pPr>
            <a:r>
              <a:t/>
            </a:r>
            <a:endParaRPr/>
          </a:p>
          <a:p>
            <a:pPr indent="-274320" lvl="0" marL="274320" rtl="0" algn="l">
              <a:lnSpc>
                <a:spcPct val="90000"/>
              </a:lnSpc>
              <a:spcBef>
                <a:spcPts val="520"/>
              </a:spcBef>
              <a:spcAft>
                <a:spcPts val="0"/>
              </a:spcAft>
              <a:buSzPts val="2470"/>
              <a:buChar char="⚫"/>
            </a:pPr>
            <a:r>
              <a:rPr lang="en-US"/>
              <a:t>Gói là gì?</a:t>
            </a:r>
            <a:endParaRPr/>
          </a:p>
          <a:p>
            <a:pPr indent="-246888" lvl="1" marL="640080" rtl="0" algn="l">
              <a:lnSpc>
                <a:spcPct val="90000"/>
              </a:lnSpc>
              <a:spcBef>
                <a:spcPts val="480"/>
              </a:spcBef>
              <a:spcAft>
                <a:spcPts val="0"/>
              </a:spcAft>
              <a:buSzPts val="2040"/>
              <a:buChar char="⚫"/>
            </a:pPr>
            <a:r>
              <a:rPr lang="en-US"/>
              <a:t>Là một cơ chế mục tiêu chung cho việc tổ chức các phần tử vào thành các nhóm</a:t>
            </a:r>
            <a:endParaRPr/>
          </a:p>
          <a:p>
            <a:pPr indent="-246888" lvl="1" marL="640080" rtl="0" algn="l">
              <a:lnSpc>
                <a:spcPct val="90000"/>
              </a:lnSpc>
              <a:spcBef>
                <a:spcPts val="480"/>
              </a:spcBef>
              <a:spcAft>
                <a:spcPts val="0"/>
              </a:spcAft>
              <a:buSzPts val="2040"/>
              <a:buChar char="⚫"/>
            </a:pPr>
            <a:r>
              <a:rPr lang="en-US"/>
              <a:t>Là một phần tử mô hình mà có thể chứa các phần tử mô hình khác</a:t>
            </a:r>
            <a:endParaRPr/>
          </a:p>
          <a:p>
            <a:pPr indent="-117475" lvl="0" marL="274320" rtl="0" algn="l">
              <a:lnSpc>
                <a:spcPct val="90000"/>
              </a:lnSpc>
              <a:spcBef>
                <a:spcPts val="520"/>
              </a:spcBef>
              <a:spcAft>
                <a:spcPts val="0"/>
              </a:spcAft>
              <a:buSzPts val="2470"/>
              <a:buNone/>
            </a:pPr>
            <a:r>
              <a:t/>
            </a:r>
            <a:endParaRPr/>
          </a:p>
        </p:txBody>
      </p:sp>
      <p:sp>
        <p:nvSpPr>
          <p:cNvPr id="491" name="Google Shape;491;p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492" name="Google Shape;492;p9"/>
          <p:cNvGrpSpPr/>
          <p:nvPr/>
        </p:nvGrpSpPr>
        <p:grpSpPr>
          <a:xfrm>
            <a:off x="6172200" y="3657600"/>
            <a:ext cx="1258888" cy="617537"/>
            <a:chOff x="5410200" y="2773363"/>
            <a:chExt cx="1258888" cy="617537"/>
          </a:xfrm>
        </p:grpSpPr>
        <p:sp>
          <p:nvSpPr>
            <p:cNvPr id="493" name="Google Shape;493;p9"/>
            <p:cNvSpPr/>
            <p:nvPr/>
          </p:nvSpPr>
          <p:spPr>
            <a:xfrm>
              <a:off x="5410200" y="2773363"/>
              <a:ext cx="1258888" cy="617537"/>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94" name="Google Shape;494;p9"/>
            <p:cNvSpPr/>
            <p:nvPr/>
          </p:nvSpPr>
          <p:spPr>
            <a:xfrm>
              <a:off x="5486400" y="2835275"/>
              <a:ext cx="1104900"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Constantia"/>
                  <a:ea typeface="Constantia"/>
                  <a:cs typeface="Constantia"/>
                  <a:sym typeface="Constantia"/>
                </a:rPr>
                <a:t>Class Name</a:t>
              </a:r>
              <a:endParaRPr sz="1800">
                <a:solidFill>
                  <a:schemeClr val="dk1"/>
                </a:solidFill>
                <a:latin typeface="Constantia"/>
                <a:ea typeface="Constantia"/>
                <a:cs typeface="Constantia"/>
                <a:sym typeface="Constantia"/>
              </a:endParaRPr>
            </a:p>
          </p:txBody>
        </p:sp>
        <p:sp>
          <p:nvSpPr>
            <p:cNvPr id="495" name="Google Shape;495;p9"/>
            <p:cNvSpPr/>
            <p:nvPr/>
          </p:nvSpPr>
          <p:spPr>
            <a:xfrm>
              <a:off x="5410200" y="3113088"/>
              <a:ext cx="1258888" cy="277812"/>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96" name="Google Shape;496;p9"/>
            <p:cNvSpPr/>
            <p:nvPr/>
          </p:nvSpPr>
          <p:spPr>
            <a:xfrm>
              <a:off x="5410200" y="3236913"/>
              <a:ext cx="1258888" cy="153987"/>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497" name="Google Shape;497;p9"/>
          <p:cNvGrpSpPr/>
          <p:nvPr/>
        </p:nvGrpSpPr>
        <p:grpSpPr>
          <a:xfrm>
            <a:off x="6096000" y="5788030"/>
            <a:ext cx="1260475" cy="993776"/>
            <a:chOff x="5411788" y="5299080"/>
            <a:chExt cx="1260475" cy="993776"/>
          </a:xfrm>
        </p:grpSpPr>
        <p:grpSp>
          <p:nvGrpSpPr>
            <p:cNvPr id="498" name="Google Shape;498;p9"/>
            <p:cNvGrpSpPr/>
            <p:nvPr/>
          </p:nvGrpSpPr>
          <p:grpSpPr>
            <a:xfrm>
              <a:off x="5411788" y="5299080"/>
              <a:ext cx="1260475" cy="993776"/>
              <a:chOff x="3409" y="3338"/>
              <a:chExt cx="794" cy="626"/>
            </a:xfrm>
          </p:grpSpPr>
          <p:sp>
            <p:nvSpPr>
              <p:cNvPr id="499" name="Google Shape;499;p9"/>
              <p:cNvSpPr/>
              <p:nvPr/>
            </p:nvSpPr>
            <p:spPr>
              <a:xfrm>
                <a:off x="3409" y="3485"/>
                <a:ext cx="794" cy="479"/>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00" name="Google Shape;500;p9"/>
              <p:cNvSpPr/>
              <p:nvPr/>
            </p:nvSpPr>
            <p:spPr>
              <a:xfrm>
                <a:off x="3409" y="3338"/>
                <a:ext cx="318" cy="143"/>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501" name="Google Shape;501;p9"/>
            <p:cNvSpPr/>
            <p:nvPr/>
          </p:nvSpPr>
          <p:spPr>
            <a:xfrm>
              <a:off x="5664200" y="5546725"/>
              <a:ext cx="903288" cy="2587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Constantia"/>
                  <a:ea typeface="Constantia"/>
                  <a:cs typeface="Constantia"/>
                  <a:sym typeface="Constantia"/>
                </a:rPr>
                <a:t>Package </a:t>
              </a:r>
              <a:endParaRPr sz="1800">
                <a:solidFill>
                  <a:schemeClr val="dk1"/>
                </a:solidFill>
                <a:latin typeface="Constantia"/>
                <a:ea typeface="Constantia"/>
                <a:cs typeface="Constantia"/>
                <a:sym typeface="Constantia"/>
              </a:endParaRPr>
            </a:p>
          </p:txBody>
        </p:sp>
        <p:sp>
          <p:nvSpPr>
            <p:cNvPr id="502" name="Google Shape;502;p9"/>
            <p:cNvSpPr/>
            <p:nvPr/>
          </p:nvSpPr>
          <p:spPr>
            <a:xfrm>
              <a:off x="5756275" y="5746750"/>
              <a:ext cx="576263" cy="2587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Constantia"/>
                  <a:ea typeface="Constantia"/>
                  <a:cs typeface="Constantia"/>
                  <a:sym typeface="Constantia"/>
                </a:rPr>
                <a:t>Name</a:t>
              </a:r>
              <a:endParaRPr sz="1800">
                <a:solidFill>
                  <a:schemeClr val="dk1"/>
                </a:solidFill>
                <a:latin typeface="Constantia"/>
                <a:ea typeface="Constantia"/>
                <a:cs typeface="Constantia"/>
                <a:sym typeface="Constantia"/>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1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Nhóm các Lớp Thiết kế vào Các Gói</a:t>
            </a:r>
            <a:endParaRPr sz="4500"/>
          </a:p>
        </p:txBody>
      </p:sp>
      <p:sp>
        <p:nvSpPr>
          <p:cNvPr id="508" name="Google Shape;508;p1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509" name="Google Shape;509;p10"/>
          <p:cNvSpPr txBox="1"/>
          <p:nvPr>
            <p:ph idx="1" type="body"/>
          </p:nvPr>
        </p:nvSpPr>
        <p:spPr>
          <a:xfrm>
            <a:off x="457200" y="1935480"/>
            <a:ext cx="58674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Tiêu chí phân nhóm có thể dựa vào một số nhân tố khác nhau, bao gồm:</a:t>
            </a:r>
            <a:endParaRPr/>
          </a:p>
          <a:p>
            <a:pPr indent="-246888" lvl="1" marL="640080" rtl="0" algn="l">
              <a:spcBef>
                <a:spcPts val="480"/>
              </a:spcBef>
              <a:spcAft>
                <a:spcPts val="0"/>
              </a:spcAft>
              <a:buSzPts val="2040"/>
              <a:buChar char="⚫"/>
            </a:pPr>
            <a:r>
              <a:rPr lang="en-US"/>
              <a:t>Các đơn vị cấu hình</a:t>
            </a:r>
            <a:endParaRPr/>
          </a:p>
          <a:p>
            <a:pPr indent="-246888" lvl="1" marL="640080" rtl="0" algn="l">
              <a:spcBef>
                <a:spcPts val="480"/>
              </a:spcBef>
              <a:spcAft>
                <a:spcPts val="0"/>
              </a:spcAft>
              <a:buSzPts val="2040"/>
              <a:buChar char="⚫"/>
            </a:pPr>
            <a:r>
              <a:rPr lang="en-US"/>
              <a:t>Cấp phát tài nguyên và năng lực theo các nhóm phát triển</a:t>
            </a:r>
            <a:endParaRPr/>
          </a:p>
          <a:p>
            <a:pPr indent="-246888" lvl="1" marL="640080" rtl="0" algn="l">
              <a:spcBef>
                <a:spcPts val="480"/>
              </a:spcBef>
              <a:spcAft>
                <a:spcPts val="0"/>
              </a:spcAft>
              <a:buSzPts val="2040"/>
              <a:buChar char="⚫"/>
            </a:pPr>
            <a:r>
              <a:rPr lang="en-US"/>
              <a:t>Phản ảnh kiểu người dùng</a:t>
            </a:r>
            <a:endParaRPr/>
          </a:p>
          <a:p>
            <a:pPr indent="-246888" lvl="1" marL="640080" rtl="0" algn="l">
              <a:spcBef>
                <a:spcPts val="480"/>
              </a:spcBef>
              <a:spcAft>
                <a:spcPts val="0"/>
              </a:spcAft>
              <a:buSzPts val="2040"/>
              <a:buChar char="⚫"/>
            </a:pPr>
            <a:r>
              <a:rPr lang="en-US"/>
              <a:t>Biểu diễn các sản phẩm và dịch vụ đã tồn tại mà hệ thống sử dụng</a:t>
            </a:r>
            <a:endParaRPr/>
          </a:p>
          <a:p>
            <a:pPr indent="-117475" lvl="0" marL="274320" rtl="0" algn="l">
              <a:spcBef>
                <a:spcPts val="520"/>
              </a:spcBef>
              <a:spcAft>
                <a:spcPts val="0"/>
              </a:spcAft>
              <a:buSzPts val="2470"/>
              <a:buNone/>
            </a:pPr>
            <a:r>
              <a:t/>
            </a:r>
            <a:endParaRPr/>
          </a:p>
        </p:txBody>
      </p:sp>
      <p:grpSp>
        <p:nvGrpSpPr>
          <p:cNvPr id="510" name="Google Shape;510;p10"/>
          <p:cNvGrpSpPr/>
          <p:nvPr/>
        </p:nvGrpSpPr>
        <p:grpSpPr>
          <a:xfrm>
            <a:off x="6232525" y="3733800"/>
            <a:ext cx="2463800" cy="2300288"/>
            <a:chOff x="6232525" y="3565525"/>
            <a:chExt cx="2463800" cy="2300288"/>
          </a:xfrm>
        </p:grpSpPr>
        <p:grpSp>
          <p:nvGrpSpPr>
            <p:cNvPr id="511" name="Google Shape;511;p10"/>
            <p:cNvGrpSpPr/>
            <p:nvPr/>
          </p:nvGrpSpPr>
          <p:grpSpPr>
            <a:xfrm>
              <a:off x="7058025" y="3565525"/>
              <a:ext cx="1346200" cy="1169988"/>
              <a:chOff x="4286" y="2118"/>
              <a:chExt cx="848" cy="737"/>
            </a:xfrm>
          </p:grpSpPr>
          <p:sp>
            <p:nvSpPr>
              <p:cNvPr id="512" name="Google Shape;512;p10"/>
              <p:cNvSpPr/>
              <p:nvPr/>
            </p:nvSpPr>
            <p:spPr>
              <a:xfrm>
                <a:off x="4286" y="2287"/>
                <a:ext cx="848" cy="568"/>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13" name="Google Shape;513;p10"/>
              <p:cNvSpPr/>
              <p:nvPr/>
            </p:nvSpPr>
            <p:spPr>
              <a:xfrm>
                <a:off x="4286" y="2118"/>
                <a:ext cx="378" cy="169"/>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14" name="Google Shape;514;p10"/>
              <p:cNvSpPr/>
              <p:nvPr/>
            </p:nvSpPr>
            <p:spPr>
              <a:xfrm>
                <a:off x="4390" y="2325"/>
                <a:ext cx="549" cy="15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Package C </a:t>
                </a:r>
                <a:endParaRPr sz="1600">
                  <a:solidFill>
                    <a:schemeClr val="dk1"/>
                  </a:solidFill>
                  <a:latin typeface="Arial"/>
                  <a:ea typeface="Arial"/>
                  <a:cs typeface="Arial"/>
                  <a:sym typeface="Arial"/>
                </a:endParaRPr>
              </a:p>
            </p:txBody>
          </p:sp>
        </p:grpSp>
        <p:grpSp>
          <p:nvGrpSpPr>
            <p:cNvPr id="515" name="Google Shape;515;p10"/>
            <p:cNvGrpSpPr/>
            <p:nvPr/>
          </p:nvGrpSpPr>
          <p:grpSpPr>
            <a:xfrm>
              <a:off x="7350125" y="4314825"/>
              <a:ext cx="1346200" cy="1169988"/>
              <a:chOff x="4686" y="2710"/>
              <a:chExt cx="848" cy="737"/>
            </a:xfrm>
          </p:grpSpPr>
          <p:sp>
            <p:nvSpPr>
              <p:cNvPr id="516" name="Google Shape;516;p10"/>
              <p:cNvSpPr/>
              <p:nvPr/>
            </p:nvSpPr>
            <p:spPr>
              <a:xfrm>
                <a:off x="4686" y="2879"/>
                <a:ext cx="848" cy="568"/>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17" name="Google Shape;517;p10"/>
              <p:cNvSpPr/>
              <p:nvPr/>
            </p:nvSpPr>
            <p:spPr>
              <a:xfrm>
                <a:off x="4686" y="2710"/>
                <a:ext cx="378" cy="169"/>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18" name="Google Shape;518;p10"/>
              <p:cNvSpPr/>
              <p:nvPr/>
            </p:nvSpPr>
            <p:spPr>
              <a:xfrm>
                <a:off x="4798" y="2917"/>
                <a:ext cx="522" cy="15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Package B</a:t>
                </a:r>
                <a:endParaRPr sz="1600">
                  <a:solidFill>
                    <a:schemeClr val="dk1"/>
                  </a:solidFill>
                  <a:latin typeface="Arial"/>
                  <a:ea typeface="Arial"/>
                  <a:cs typeface="Arial"/>
                  <a:sym typeface="Arial"/>
                </a:endParaRPr>
              </a:p>
            </p:txBody>
          </p:sp>
        </p:grpSp>
        <p:grpSp>
          <p:nvGrpSpPr>
            <p:cNvPr id="519" name="Google Shape;519;p10"/>
            <p:cNvGrpSpPr/>
            <p:nvPr/>
          </p:nvGrpSpPr>
          <p:grpSpPr>
            <a:xfrm>
              <a:off x="6232525" y="4695825"/>
              <a:ext cx="1346200" cy="1169988"/>
              <a:chOff x="3910" y="2982"/>
              <a:chExt cx="848" cy="737"/>
            </a:xfrm>
          </p:grpSpPr>
          <p:sp>
            <p:nvSpPr>
              <p:cNvPr id="520" name="Google Shape;520;p10"/>
              <p:cNvSpPr/>
              <p:nvPr/>
            </p:nvSpPr>
            <p:spPr>
              <a:xfrm>
                <a:off x="3910" y="3151"/>
                <a:ext cx="848" cy="568"/>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21" name="Google Shape;521;p10"/>
              <p:cNvSpPr/>
              <p:nvPr/>
            </p:nvSpPr>
            <p:spPr>
              <a:xfrm>
                <a:off x="3910" y="2982"/>
                <a:ext cx="378" cy="169"/>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22" name="Google Shape;522;p10"/>
              <p:cNvSpPr/>
              <p:nvPr/>
            </p:nvSpPr>
            <p:spPr>
              <a:xfrm>
                <a:off x="4022" y="3189"/>
                <a:ext cx="555" cy="15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Package A </a:t>
                </a:r>
                <a:endParaRPr sz="1600">
                  <a:solidFill>
                    <a:schemeClr val="dk1"/>
                  </a:solidFill>
                  <a:latin typeface="Arial"/>
                  <a:ea typeface="Arial"/>
                  <a:cs typeface="Arial"/>
                  <a:sym typeface="Arial"/>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11"/>
          <p:cNvSpPr txBox="1"/>
          <p:nvPr>
            <p:ph type="title"/>
          </p:nvPr>
        </p:nvSpPr>
        <p:spPr>
          <a:xfrm>
            <a:off x="457200" y="704088"/>
            <a:ext cx="8229600" cy="5913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40"/>
              <a:buFont typeface="Calibri"/>
              <a:buNone/>
            </a:pPr>
            <a:r>
              <a:rPr lang="en-US" sz="3240"/>
              <a:t>Hai chiến lược phân bố Lớp Biên vào các gói</a:t>
            </a:r>
            <a:endParaRPr sz="3240"/>
          </a:p>
        </p:txBody>
      </p:sp>
      <p:sp>
        <p:nvSpPr>
          <p:cNvPr id="528" name="Google Shape;528;p1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529" name="Google Shape;529;p11"/>
          <p:cNvSpPr txBox="1"/>
          <p:nvPr/>
        </p:nvSpPr>
        <p:spPr>
          <a:xfrm>
            <a:off x="457200" y="1295400"/>
            <a:ext cx="3764861" cy="1647887"/>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2000">
                <a:solidFill>
                  <a:schemeClr val="dk1"/>
                </a:solidFill>
                <a:latin typeface="Constantia"/>
                <a:ea typeface="Constantia"/>
                <a:cs typeface="Constantia"/>
                <a:sym typeface="Constantia"/>
              </a:rPr>
              <a:t>Nếu giao diện hệ thống có thể bị thay thế hoặc nhiều khả năng bị thay đổi, các lớp biên cần được tách biệt so với phần còn lại của mô hình thiết kế.</a:t>
            </a:r>
            <a:endParaRPr sz="2000">
              <a:solidFill>
                <a:schemeClr val="dk1"/>
              </a:solidFill>
              <a:latin typeface="Constantia"/>
              <a:ea typeface="Constantia"/>
              <a:cs typeface="Constantia"/>
              <a:sym typeface="Constantia"/>
            </a:endParaRPr>
          </a:p>
        </p:txBody>
      </p:sp>
      <p:sp>
        <p:nvSpPr>
          <p:cNvPr id="530" name="Google Shape;530;p11"/>
          <p:cNvSpPr txBox="1"/>
          <p:nvPr/>
        </p:nvSpPr>
        <p:spPr>
          <a:xfrm>
            <a:off x="4704735" y="1371600"/>
            <a:ext cx="3982065" cy="1875392"/>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2000">
                <a:solidFill>
                  <a:schemeClr val="dk1"/>
                </a:solidFill>
                <a:latin typeface="Constantia"/>
                <a:ea typeface="Constantia"/>
                <a:cs typeface="Constantia"/>
                <a:sym typeface="Constantia"/>
              </a:rPr>
              <a:t>Nếu không có kế hoạch thay đổi giao diện, các chức năng hệ thống có thể thay đổi, các lớp biên cần được đặt vào cùng gói với các lớp điều khiển và lớp thực thể mà chúng có cùng quan hệ chức năng.</a:t>
            </a:r>
            <a:endParaRPr sz="2000">
              <a:solidFill>
                <a:schemeClr val="dk1"/>
              </a:solidFill>
              <a:latin typeface="Constantia"/>
              <a:ea typeface="Constantia"/>
              <a:cs typeface="Constantia"/>
              <a:sym typeface="Constantia"/>
            </a:endParaRPr>
          </a:p>
        </p:txBody>
      </p:sp>
      <p:grpSp>
        <p:nvGrpSpPr>
          <p:cNvPr id="531" name="Google Shape;531;p11"/>
          <p:cNvGrpSpPr/>
          <p:nvPr/>
        </p:nvGrpSpPr>
        <p:grpSpPr>
          <a:xfrm>
            <a:off x="381000" y="3048000"/>
            <a:ext cx="8305800" cy="3733801"/>
            <a:chOff x="381000" y="1997622"/>
            <a:chExt cx="7931050" cy="4860379"/>
          </a:xfrm>
        </p:grpSpPr>
        <p:sp>
          <p:nvSpPr>
            <p:cNvPr id="532" name="Google Shape;532;p11"/>
            <p:cNvSpPr/>
            <p:nvPr/>
          </p:nvSpPr>
          <p:spPr>
            <a:xfrm>
              <a:off x="6264377" y="4115196"/>
              <a:ext cx="778313" cy="133966"/>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33" name="Google Shape;533;p11"/>
            <p:cNvSpPr/>
            <p:nvPr/>
          </p:nvSpPr>
          <p:spPr>
            <a:xfrm>
              <a:off x="5256794" y="2728345"/>
              <a:ext cx="778313" cy="133966"/>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34" name="Google Shape;534;p11"/>
            <p:cNvSpPr/>
            <p:nvPr/>
          </p:nvSpPr>
          <p:spPr>
            <a:xfrm>
              <a:off x="2424098" y="4174567"/>
              <a:ext cx="727028" cy="141578"/>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35" name="Google Shape;535;p11"/>
            <p:cNvSpPr/>
            <p:nvPr/>
          </p:nvSpPr>
          <p:spPr>
            <a:xfrm>
              <a:off x="485859" y="4144120"/>
              <a:ext cx="710436" cy="165935"/>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36" name="Google Shape;536;p11"/>
            <p:cNvSpPr/>
            <p:nvPr/>
          </p:nvSpPr>
          <p:spPr>
            <a:xfrm>
              <a:off x="1407465" y="2728345"/>
              <a:ext cx="778313" cy="133966"/>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37" name="Google Shape;537;p11"/>
            <p:cNvSpPr/>
            <p:nvPr/>
          </p:nvSpPr>
          <p:spPr>
            <a:xfrm>
              <a:off x="5256794" y="2862311"/>
              <a:ext cx="1936731" cy="1042803"/>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38" name="Google Shape;538;p11"/>
            <p:cNvSpPr/>
            <p:nvPr/>
          </p:nvSpPr>
          <p:spPr>
            <a:xfrm>
              <a:off x="1371600" y="2843397"/>
              <a:ext cx="1936731" cy="1042803"/>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39" name="Google Shape;539;p11"/>
            <p:cNvSpPr/>
            <p:nvPr/>
          </p:nvSpPr>
          <p:spPr>
            <a:xfrm>
              <a:off x="1371600" y="2709431"/>
              <a:ext cx="778313" cy="133966"/>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40" name="Google Shape;540;p11"/>
            <p:cNvSpPr/>
            <p:nvPr/>
          </p:nvSpPr>
          <p:spPr>
            <a:xfrm>
              <a:off x="2756273" y="2921036"/>
              <a:ext cx="450999" cy="407987"/>
            </a:xfrm>
            <a:prstGeom prst="ellipse">
              <a:avLst/>
            </a:prstGeom>
            <a:solidFill>
              <a:srgbClr val="FFFFCC"/>
            </a:solidFill>
            <a:ln cap="flat" cmpd="sng" w="9525">
              <a:solidFill>
                <a:srgbClr val="1F1A1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41" name="Google Shape;541;p11"/>
            <p:cNvCxnSpPr/>
            <p:nvPr/>
          </p:nvCxnSpPr>
          <p:spPr>
            <a:xfrm>
              <a:off x="2554153" y="3015421"/>
              <a:ext cx="1509" cy="219217"/>
            </a:xfrm>
            <a:prstGeom prst="straightConnector1">
              <a:avLst/>
            </a:prstGeom>
            <a:noFill/>
            <a:ln cap="flat" cmpd="sng" w="9525">
              <a:solidFill>
                <a:srgbClr val="1F1A17"/>
              </a:solidFill>
              <a:prstDash val="solid"/>
              <a:round/>
              <a:headEnd len="med" w="med" type="none"/>
              <a:tailEnd len="med" w="med" type="none"/>
            </a:ln>
          </p:spPr>
        </p:cxnSp>
        <p:cxnSp>
          <p:nvCxnSpPr>
            <p:cNvPr id="542" name="Google Shape;542;p11"/>
            <p:cNvCxnSpPr/>
            <p:nvPr/>
          </p:nvCxnSpPr>
          <p:spPr>
            <a:xfrm>
              <a:off x="2590018" y="3143944"/>
              <a:ext cx="221729" cy="1522"/>
            </a:xfrm>
            <a:prstGeom prst="straightConnector1">
              <a:avLst/>
            </a:prstGeom>
            <a:noFill/>
            <a:ln cap="flat" cmpd="sng" w="9525">
              <a:solidFill>
                <a:srgbClr val="1F1A17"/>
              </a:solidFill>
              <a:prstDash val="solid"/>
              <a:round/>
              <a:headEnd len="med" w="med" type="none"/>
              <a:tailEnd len="med" w="med" type="none"/>
            </a:ln>
          </p:spPr>
        </p:cxnSp>
        <p:sp>
          <p:nvSpPr>
            <p:cNvPr id="543" name="Google Shape;543;p11"/>
            <p:cNvSpPr/>
            <p:nvPr/>
          </p:nvSpPr>
          <p:spPr>
            <a:xfrm>
              <a:off x="2164996" y="3376215"/>
              <a:ext cx="417816" cy="383630"/>
            </a:xfrm>
            <a:prstGeom prst="ellipse">
              <a:avLst/>
            </a:prstGeom>
            <a:solidFill>
              <a:srgbClr val="FFFFCC"/>
            </a:solidFill>
            <a:ln cap="flat" cmpd="sng" w="9525">
              <a:solidFill>
                <a:srgbClr val="1F1A1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44" name="Google Shape;544;p11"/>
            <p:cNvCxnSpPr/>
            <p:nvPr/>
          </p:nvCxnSpPr>
          <p:spPr>
            <a:xfrm>
              <a:off x="1977960" y="3462989"/>
              <a:ext cx="1509" cy="203993"/>
            </a:xfrm>
            <a:prstGeom prst="straightConnector1">
              <a:avLst/>
            </a:prstGeom>
            <a:noFill/>
            <a:ln cap="flat" cmpd="sng" w="9525">
              <a:solidFill>
                <a:srgbClr val="1F1A17"/>
              </a:solidFill>
              <a:prstDash val="solid"/>
              <a:round/>
              <a:headEnd len="med" w="med" type="none"/>
              <a:tailEnd len="med" w="med" type="none"/>
            </a:ln>
          </p:spPr>
        </p:cxnSp>
        <p:cxnSp>
          <p:nvCxnSpPr>
            <p:cNvPr id="545" name="Google Shape;545;p11"/>
            <p:cNvCxnSpPr/>
            <p:nvPr/>
          </p:nvCxnSpPr>
          <p:spPr>
            <a:xfrm>
              <a:off x="2013825" y="3583899"/>
              <a:ext cx="205137" cy="1523"/>
            </a:xfrm>
            <a:prstGeom prst="straightConnector1">
              <a:avLst/>
            </a:prstGeom>
            <a:noFill/>
            <a:ln cap="flat" cmpd="sng" w="9525">
              <a:solidFill>
                <a:srgbClr val="1F1A17"/>
              </a:solidFill>
              <a:prstDash val="solid"/>
              <a:round/>
              <a:headEnd len="med" w="med" type="none"/>
              <a:tailEnd len="med" w="med" type="none"/>
            </a:ln>
          </p:spPr>
        </p:cxnSp>
        <p:sp>
          <p:nvSpPr>
            <p:cNvPr id="546" name="Google Shape;546;p11"/>
            <p:cNvSpPr/>
            <p:nvPr/>
          </p:nvSpPr>
          <p:spPr>
            <a:xfrm>
              <a:off x="1650647" y="2937782"/>
              <a:ext cx="417815" cy="383630"/>
            </a:xfrm>
            <a:prstGeom prst="ellipse">
              <a:avLst/>
            </a:prstGeom>
            <a:solidFill>
              <a:srgbClr val="FFFFCC"/>
            </a:solidFill>
            <a:ln cap="flat" cmpd="sng" w="9525">
              <a:solidFill>
                <a:srgbClr val="1F1A1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47" name="Google Shape;547;p11"/>
            <p:cNvCxnSpPr/>
            <p:nvPr/>
          </p:nvCxnSpPr>
          <p:spPr>
            <a:xfrm>
              <a:off x="1465118" y="3023033"/>
              <a:ext cx="1509" cy="203993"/>
            </a:xfrm>
            <a:prstGeom prst="straightConnector1">
              <a:avLst/>
            </a:prstGeom>
            <a:noFill/>
            <a:ln cap="flat" cmpd="sng" w="9525">
              <a:solidFill>
                <a:srgbClr val="1F1A17"/>
              </a:solidFill>
              <a:prstDash val="solid"/>
              <a:round/>
              <a:headEnd len="med" w="med" type="none"/>
              <a:tailEnd len="med" w="med" type="none"/>
            </a:ln>
          </p:spPr>
        </p:cxnSp>
        <p:cxnSp>
          <p:nvCxnSpPr>
            <p:cNvPr id="548" name="Google Shape;548;p11"/>
            <p:cNvCxnSpPr/>
            <p:nvPr/>
          </p:nvCxnSpPr>
          <p:spPr>
            <a:xfrm>
              <a:off x="1465118" y="3125030"/>
              <a:ext cx="203629" cy="1522"/>
            </a:xfrm>
            <a:prstGeom prst="straightConnector1">
              <a:avLst/>
            </a:prstGeom>
            <a:noFill/>
            <a:ln cap="flat" cmpd="sng" w="9525">
              <a:solidFill>
                <a:srgbClr val="1F1A17"/>
              </a:solidFill>
              <a:prstDash val="solid"/>
              <a:round/>
              <a:headEnd len="med" w="med" type="none"/>
              <a:tailEnd len="med" w="med" type="none"/>
            </a:ln>
          </p:spPr>
        </p:cxnSp>
        <p:sp>
          <p:nvSpPr>
            <p:cNvPr id="549" name="Google Shape;549;p11"/>
            <p:cNvSpPr/>
            <p:nvPr/>
          </p:nvSpPr>
          <p:spPr>
            <a:xfrm>
              <a:off x="485859" y="4310056"/>
              <a:ext cx="1773829" cy="992565"/>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50" name="Google Shape;550;p11"/>
            <p:cNvSpPr/>
            <p:nvPr/>
          </p:nvSpPr>
          <p:spPr>
            <a:xfrm>
              <a:off x="485859" y="4144120"/>
              <a:ext cx="710436" cy="165935"/>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51" name="Google Shape;551;p11"/>
            <p:cNvSpPr/>
            <p:nvPr/>
          </p:nvSpPr>
          <p:spPr>
            <a:xfrm>
              <a:off x="792055" y="4695207"/>
              <a:ext cx="411782" cy="441478"/>
            </a:xfrm>
            <a:prstGeom prst="ellipse">
              <a:avLst/>
            </a:prstGeom>
            <a:solidFill>
              <a:srgbClr val="FFFFCC"/>
            </a:solidFill>
            <a:ln cap="flat" cmpd="sng" w="9525">
              <a:solidFill>
                <a:srgbClr val="1F1A1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52" name="Google Shape;552;p11"/>
            <p:cNvCxnSpPr/>
            <p:nvPr/>
          </p:nvCxnSpPr>
          <p:spPr>
            <a:xfrm flipH="1">
              <a:off x="956467" y="4658671"/>
              <a:ext cx="82959" cy="45670"/>
            </a:xfrm>
            <a:prstGeom prst="straightConnector1">
              <a:avLst/>
            </a:prstGeom>
            <a:noFill/>
            <a:ln cap="flat" cmpd="sng" w="9525">
              <a:solidFill>
                <a:srgbClr val="1F1A17"/>
              </a:solidFill>
              <a:prstDash val="solid"/>
              <a:round/>
              <a:headEnd len="med" w="med" type="none"/>
              <a:tailEnd len="med" w="med" type="none"/>
            </a:ln>
          </p:spPr>
        </p:cxnSp>
        <p:cxnSp>
          <p:nvCxnSpPr>
            <p:cNvPr id="553" name="Google Shape;553;p11"/>
            <p:cNvCxnSpPr/>
            <p:nvPr/>
          </p:nvCxnSpPr>
          <p:spPr>
            <a:xfrm rot="10800000">
              <a:off x="956467" y="4704341"/>
              <a:ext cx="82959" cy="38059"/>
            </a:xfrm>
            <a:prstGeom prst="straightConnector1">
              <a:avLst/>
            </a:prstGeom>
            <a:noFill/>
            <a:ln cap="flat" cmpd="sng" w="9525">
              <a:solidFill>
                <a:srgbClr val="1F1A17"/>
              </a:solidFill>
              <a:prstDash val="solid"/>
              <a:round/>
              <a:headEnd len="med" w="med" type="none"/>
              <a:tailEnd len="med" w="med" type="none"/>
            </a:ln>
          </p:spPr>
        </p:cxnSp>
        <p:sp>
          <p:nvSpPr>
            <p:cNvPr id="554" name="Google Shape;554;p11"/>
            <p:cNvSpPr/>
            <p:nvPr/>
          </p:nvSpPr>
          <p:spPr>
            <a:xfrm>
              <a:off x="1510034" y="4724132"/>
              <a:ext cx="404240" cy="449090"/>
            </a:xfrm>
            <a:prstGeom prst="ellipse">
              <a:avLst/>
            </a:prstGeom>
            <a:solidFill>
              <a:srgbClr val="FFFFCC"/>
            </a:solidFill>
            <a:ln cap="flat" cmpd="sng" w="9525">
              <a:solidFill>
                <a:srgbClr val="24272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55" name="Google Shape;555;p11"/>
            <p:cNvCxnSpPr/>
            <p:nvPr/>
          </p:nvCxnSpPr>
          <p:spPr>
            <a:xfrm>
              <a:off x="1510034" y="5164088"/>
              <a:ext cx="395190" cy="1523"/>
            </a:xfrm>
            <a:prstGeom prst="straightConnector1">
              <a:avLst/>
            </a:prstGeom>
            <a:noFill/>
            <a:ln cap="flat" cmpd="sng" w="9525">
              <a:solidFill>
                <a:srgbClr val="242728"/>
              </a:solidFill>
              <a:prstDash val="solid"/>
              <a:round/>
              <a:headEnd len="med" w="med" type="none"/>
              <a:tailEnd len="med" w="med" type="none"/>
            </a:ln>
          </p:spPr>
        </p:cxnSp>
        <p:sp>
          <p:nvSpPr>
            <p:cNvPr id="556" name="Google Shape;556;p11"/>
            <p:cNvSpPr/>
            <p:nvPr/>
          </p:nvSpPr>
          <p:spPr>
            <a:xfrm>
              <a:off x="2424098" y="4316145"/>
              <a:ext cx="1822096" cy="984953"/>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57" name="Google Shape;557;p11"/>
            <p:cNvSpPr/>
            <p:nvPr/>
          </p:nvSpPr>
          <p:spPr>
            <a:xfrm>
              <a:off x="2424098" y="4174567"/>
              <a:ext cx="727028" cy="141578"/>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58" name="Google Shape;558;p11"/>
            <p:cNvSpPr/>
            <p:nvPr/>
          </p:nvSpPr>
          <p:spPr>
            <a:xfrm>
              <a:off x="2594543" y="4506437"/>
              <a:ext cx="386140" cy="397331"/>
            </a:xfrm>
            <a:prstGeom prst="ellipse">
              <a:avLst/>
            </a:prstGeom>
            <a:solidFill>
              <a:srgbClr val="FFFFCC"/>
            </a:solidFill>
            <a:ln cap="flat" cmpd="sng" w="9525">
              <a:solidFill>
                <a:srgbClr val="1F1A1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59" name="Google Shape;559;p11"/>
            <p:cNvCxnSpPr/>
            <p:nvPr/>
          </p:nvCxnSpPr>
          <p:spPr>
            <a:xfrm flipH="1">
              <a:off x="2740854" y="4472946"/>
              <a:ext cx="85977" cy="33491"/>
            </a:xfrm>
            <a:prstGeom prst="straightConnector1">
              <a:avLst/>
            </a:prstGeom>
            <a:noFill/>
            <a:ln cap="flat" cmpd="sng" w="9525">
              <a:solidFill>
                <a:srgbClr val="1F1A17"/>
              </a:solidFill>
              <a:prstDash val="solid"/>
              <a:round/>
              <a:headEnd len="med" w="med" type="none"/>
              <a:tailEnd len="med" w="med" type="none"/>
            </a:ln>
          </p:spPr>
        </p:cxnSp>
        <p:cxnSp>
          <p:nvCxnSpPr>
            <p:cNvPr id="560" name="Google Shape;560;p11"/>
            <p:cNvCxnSpPr/>
            <p:nvPr/>
          </p:nvCxnSpPr>
          <p:spPr>
            <a:xfrm rot="10800000">
              <a:off x="2740854" y="4506437"/>
              <a:ext cx="85977" cy="41104"/>
            </a:xfrm>
            <a:prstGeom prst="straightConnector1">
              <a:avLst/>
            </a:prstGeom>
            <a:noFill/>
            <a:ln cap="flat" cmpd="sng" w="9525">
              <a:solidFill>
                <a:srgbClr val="1F1A17"/>
              </a:solidFill>
              <a:prstDash val="solid"/>
              <a:round/>
              <a:headEnd len="med" w="med" type="none"/>
              <a:tailEnd len="med" w="med" type="none"/>
            </a:ln>
          </p:spPr>
        </p:cxnSp>
        <p:sp>
          <p:nvSpPr>
            <p:cNvPr id="561" name="Google Shape;561;p11"/>
            <p:cNvSpPr/>
            <p:nvPr/>
          </p:nvSpPr>
          <p:spPr>
            <a:xfrm>
              <a:off x="3666985" y="4480558"/>
              <a:ext cx="371056" cy="406464"/>
            </a:xfrm>
            <a:prstGeom prst="ellipse">
              <a:avLst/>
            </a:prstGeom>
            <a:solidFill>
              <a:srgbClr val="FFFFCC"/>
            </a:solidFill>
            <a:ln cap="flat" cmpd="sng" w="9525">
              <a:solidFill>
                <a:srgbClr val="24272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62" name="Google Shape;562;p11"/>
            <p:cNvCxnSpPr/>
            <p:nvPr/>
          </p:nvCxnSpPr>
          <p:spPr>
            <a:xfrm>
              <a:off x="3666985" y="4877888"/>
              <a:ext cx="363515" cy="1523"/>
            </a:xfrm>
            <a:prstGeom prst="straightConnector1">
              <a:avLst/>
            </a:prstGeom>
            <a:noFill/>
            <a:ln cap="flat" cmpd="sng" w="9525">
              <a:solidFill>
                <a:srgbClr val="242728"/>
              </a:solidFill>
              <a:prstDash val="solid"/>
              <a:round/>
              <a:headEnd len="med" w="med" type="none"/>
              <a:tailEnd len="med" w="med" type="none"/>
            </a:ln>
          </p:spPr>
        </p:cxnSp>
        <p:sp>
          <p:nvSpPr>
            <p:cNvPr id="563" name="Google Shape;563;p11"/>
            <p:cNvSpPr/>
            <p:nvPr/>
          </p:nvSpPr>
          <p:spPr>
            <a:xfrm>
              <a:off x="3111910" y="4480558"/>
              <a:ext cx="378598" cy="406464"/>
            </a:xfrm>
            <a:prstGeom prst="ellipse">
              <a:avLst/>
            </a:prstGeom>
            <a:solidFill>
              <a:srgbClr val="FFFFCC"/>
            </a:solidFill>
            <a:ln cap="flat" cmpd="sng" w="9525">
              <a:solidFill>
                <a:srgbClr val="24272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64" name="Google Shape;564;p11"/>
            <p:cNvCxnSpPr/>
            <p:nvPr/>
          </p:nvCxnSpPr>
          <p:spPr>
            <a:xfrm>
              <a:off x="3111910" y="4877888"/>
              <a:ext cx="371056" cy="1523"/>
            </a:xfrm>
            <a:prstGeom prst="straightConnector1">
              <a:avLst/>
            </a:prstGeom>
            <a:noFill/>
            <a:ln cap="flat" cmpd="sng" w="9525">
              <a:solidFill>
                <a:srgbClr val="242728"/>
              </a:solidFill>
              <a:prstDash val="solid"/>
              <a:round/>
              <a:headEnd len="med" w="med" type="none"/>
              <a:tailEnd len="med" w="med" type="none"/>
            </a:ln>
          </p:spPr>
        </p:cxnSp>
        <p:sp>
          <p:nvSpPr>
            <p:cNvPr id="565" name="Google Shape;565;p11"/>
            <p:cNvSpPr txBox="1"/>
            <p:nvPr/>
          </p:nvSpPr>
          <p:spPr>
            <a:xfrm>
              <a:off x="381000" y="5846619"/>
              <a:ext cx="3766672" cy="801404"/>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i="1" lang="en-US" sz="2000">
                  <a:solidFill>
                    <a:srgbClr val="00CCFF"/>
                  </a:solidFill>
                  <a:latin typeface="Constantia"/>
                  <a:ea typeface="Constantia"/>
                  <a:cs typeface="Constantia"/>
                  <a:sym typeface="Constantia"/>
                </a:rPr>
                <a:t>Các lớp biên được đặt trong các </a:t>
              </a:r>
              <a:endParaRPr/>
            </a:p>
            <a:p>
              <a:pPr indent="0" lvl="0" marL="0" marR="0" rtl="0" algn="l">
                <a:spcBef>
                  <a:spcPts val="0"/>
                </a:spcBef>
                <a:spcAft>
                  <a:spcPts val="0"/>
                </a:spcAft>
                <a:buNone/>
              </a:pPr>
              <a:r>
                <a:rPr i="1" lang="en-US" sz="2000">
                  <a:solidFill>
                    <a:srgbClr val="00CCFF"/>
                  </a:solidFill>
                  <a:latin typeface="Constantia"/>
                  <a:ea typeface="Constantia"/>
                  <a:cs typeface="Constantia"/>
                  <a:sym typeface="Constantia"/>
                </a:rPr>
                <a:t>gói tách biệt</a:t>
              </a:r>
              <a:endParaRPr i="1" sz="2000">
                <a:solidFill>
                  <a:srgbClr val="00CCFF"/>
                </a:solidFill>
                <a:latin typeface="Constantia"/>
                <a:ea typeface="Constantia"/>
                <a:cs typeface="Constantia"/>
                <a:sym typeface="Constantia"/>
              </a:endParaRPr>
            </a:p>
          </p:txBody>
        </p:sp>
        <p:cxnSp>
          <p:nvCxnSpPr>
            <p:cNvPr id="566" name="Google Shape;566;p11"/>
            <p:cNvCxnSpPr/>
            <p:nvPr/>
          </p:nvCxnSpPr>
          <p:spPr>
            <a:xfrm>
              <a:off x="4487532" y="1997622"/>
              <a:ext cx="0" cy="4457410"/>
            </a:xfrm>
            <a:prstGeom prst="straightConnector1">
              <a:avLst/>
            </a:prstGeom>
            <a:noFill/>
            <a:ln cap="flat" cmpd="sng" w="25400">
              <a:solidFill>
                <a:schemeClr val="hlink"/>
              </a:solidFill>
              <a:prstDash val="dash"/>
              <a:round/>
              <a:headEnd len="med" w="med" type="none"/>
              <a:tailEnd len="med" w="med" type="none"/>
            </a:ln>
          </p:spPr>
        </p:cxnSp>
        <p:sp>
          <p:nvSpPr>
            <p:cNvPr id="567" name="Google Shape;567;p11"/>
            <p:cNvSpPr/>
            <p:nvPr/>
          </p:nvSpPr>
          <p:spPr>
            <a:xfrm>
              <a:off x="5526791" y="2997799"/>
              <a:ext cx="425357" cy="404942"/>
            </a:xfrm>
            <a:prstGeom prst="ellipse">
              <a:avLst/>
            </a:prstGeom>
            <a:solidFill>
              <a:srgbClr val="FFFFCC"/>
            </a:solidFill>
            <a:ln cap="flat" cmpd="sng" w="9525">
              <a:solidFill>
                <a:srgbClr val="1F1A1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68" name="Google Shape;568;p11"/>
            <p:cNvCxnSpPr/>
            <p:nvPr/>
          </p:nvCxnSpPr>
          <p:spPr>
            <a:xfrm flipH="1">
              <a:off x="5748519" y="2967352"/>
              <a:ext cx="92010" cy="33491"/>
            </a:xfrm>
            <a:prstGeom prst="straightConnector1">
              <a:avLst/>
            </a:prstGeom>
            <a:noFill/>
            <a:ln cap="flat" cmpd="sng" w="9525">
              <a:solidFill>
                <a:srgbClr val="1F1A17"/>
              </a:solidFill>
              <a:prstDash val="solid"/>
              <a:round/>
              <a:headEnd len="med" w="med" type="none"/>
              <a:tailEnd len="med" w="med" type="none"/>
            </a:ln>
          </p:spPr>
        </p:cxnSp>
        <p:cxnSp>
          <p:nvCxnSpPr>
            <p:cNvPr id="569" name="Google Shape;569;p11"/>
            <p:cNvCxnSpPr/>
            <p:nvPr/>
          </p:nvCxnSpPr>
          <p:spPr>
            <a:xfrm rot="10800000">
              <a:off x="5742486" y="3003889"/>
              <a:ext cx="92010" cy="42626"/>
            </a:xfrm>
            <a:prstGeom prst="straightConnector1">
              <a:avLst/>
            </a:prstGeom>
            <a:noFill/>
            <a:ln cap="flat" cmpd="sng" w="9525">
              <a:solidFill>
                <a:srgbClr val="1F1A17"/>
              </a:solidFill>
              <a:prstDash val="solid"/>
              <a:round/>
              <a:headEnd len="med" w="med" type="none"/>
              <a:tailEnd len="med" w="med" type="none"/>
            </a:ln>
          </p:spPr>
        </p:cxnSp>
        <p:grpSp>
          <p:nvGrpSpPr>
            <p:cNvPr id="570" name="Google Shape;570;p11"/>
            <p:cNvGrpSpPr/>
            <p:nvPr/>
          </p:nvGrpSpPr>
          <p:grpSpPr>
            <a:xfrm>
              <a:off x="6241752" y="2985626"/>
              <a:ext cx="407257" cy="417122"/>
              <a:chOff x="6667" y="1465"/>
              <a:chExt cx="270" cy="274"/>
            </a:xfrm>
          </p:grpSpPr>
          <p:sp>
            <p:nvSpPr>
              <p:cNvPr id="571" name="Google Shape;571;p11"/>
              <p:cNvSpPr/>
              <p:nvPr/>
            </p:nvSpPr>
            <p:spPr>
              <a:xfrm>
                <a:off x="6667" y="1465"/>
                <a:ext cx="270" cy="271"/>
              </a:xfrm>
              <a:prstGeom prst="ellipse">
                <a:avLst/>
              </a:prstGeom>
              <a:solidFill>
                <a:srgbClr val="FFFFCC"/>
              </a:solidFill>
              <a:ln cap="flat" cmpd="sng" w="9525">
                <a:solidFill>
                  <a:srgbClr val="24272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72" name="Google Shape;572;p11"/>
              <p:cNvCxnSpPr/>
              <p:nvPr/>
            </p:nvCxnSpPr>
            <p:spPr>
              <a:xfrm>
                <a:off x="6667" y="1738"/>
                <a:ext cx="265" cy="1"/>
              </a:xfrm>
              <a:prstGeom prst="straightConnector1">
                <a:avLst/>
              </a:prstGeom>
              <a:noFill/>
              <a:ln cap="flat" cmpd="sng" w="9525">
                <a:solidFill>
                  <a:srgbClr val="242728"/>
                </a:solidFill>
                <a:prstDash val="solid"/>
                <a:round/>
                <a:headEnd len="med" w="med" type="none"/>
                <a:tailEnd len="med" w="med" type="none"/>
              </a:ln>
            </p:spPr>
          </p:cxnSp>
        </p:grpSp>
        <p:sp>
          <p:nvSpPr>
            <p:cNvPr id="573" name="Google Shape;573;p11"/>
            <p:cNvSpPr txBox="1"/>
            <p:nvPr/>
          </p:nvSpPr>
          <p:spPr>
            <a:xfrm>
              <a:off x="4559933" y="5716177"/>
              <a:ext cx="3752117" cy="1141824"/>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i="1" lang="en-US" sz="2000">
                  <a:solidFill>
                    <a:srgbClr val="00CCFF"/>
                  </a:solidFill>
                  <a:latin typeface="Constantia"/>
                  <a:ea typeface="Constantia"/>
                  <a:cs typeface="Constantia"/>
                  <a:sym typeface="Constantia"/>
                </a:rPr>
                <a:t>Các lớp biên được đặt vào trong</a:t>
              </a:r>
              <a:endParaRPr i="1" sz="2000">
                <a:solidFill>
                  <a:srgbClr val="00CCFF"/>
                </a:solidFill>
                <a:latin typeface="Constantia"/>
                <a:ea typeface="Constantia"/>
                <a:cs typeface="Constantia"/>
                <a:sym typeface="Constantia"/>
              </a:endParaRPr>
            </a:p>
            <a:p>
              <a:pPr indent="0" lvl="0" marL="0" marR="0" rtl="0" algn="l">
                <a:spcBef>
                  <a:spcPts val="0"/>
                </a:spcBef>
                <a:spcAft>
                  <a:spcPts val="0"/>
                </a:spcAft>
                <a:buNone/>
              </a:pPr>
              <a:r>
                <a:rPr i="1" lang="en-US" sz="2000">
                  <a:solidFill>
                    <a:srgbClr val="00CCFF"/>
                  </a:solidFill>
                  <a:latin typeface="Constantia"/>
                  <a:ea typeface="Constantia"/>
                  <a:cs typeface="Constantia"/>
                  <a:sym typeface="Constantia"/>
                </a:rPr>
                <a:t>cùng gói với các lớp khác có liên</a:t>
              </a:r>
              <a:endParaRPr i="1" sz="2000">
                <a:solidFill>
                  <a:srgbClr val="00CCFF"/>
                </a:solidFill>
                <a:latin typeface="Constantia"/>
                <a:ea typeface="Constantia"/>
                <a:cs typeface="Constantia"/>
                <a:sym typeface="Constantia"/>
              </a:endParaRPr>
            </a:p>
            <a:p>
              <a:pPr indent="0" lvl="0" marL="0" marR="0" rtl="0" algn="l">
                <a:spcBef>
                  <a:spcPts val="0"/>
                </a:spcBef>
                <a:spcAft>
                  <a:spcPts val="0"/>
                </a:spcAft>
                <a:buNone/>
              </a:pPr>
              <a:r>
                <a:rPr i="1" lang="en-US" sz="2000">
                  <a:solidFill>
                    <a:srgbClr val="00CCFF"/>
                  </a:solidFill>
                  <a:latin typeface="Constantia"/>
                  <a:ea typeface="Constantia"/>
                  <a:cs typeface="Constantia"/>
                  <a:sym typeface="Constantia"/>
                </a:rPr>
                <a:t>quan về chức năng</a:t>
              </a:r>
              <a:endParaRPr i="1" sz="2000">
                <a:solidFill>
                  <a:srgbClr val="00CCFF"/>
                </a:solidFill>
                <a:latin typeface="Constantia"/>
                <a:ea typeface="Constantia"/>
                <a:cs typeface="Constantia"/>
                <a:sym typeface="Constantia"/>
              </a:endParaRPr>
            </a:p>
          </p:txBody>
        </p:sp>
        <p:sp>
          <p:nvSpPr>
            <p:cNvPr id="574" name="Google Shape;574;p11"/>
            <p:cNvSpPr/>
            <p:nvPr/>
          </p:nvSpPr>
          <p:spPr>
            <a:xfrm>
              <a:off x="5256794" y="2728345"/>
              <a:ext cx="778313" cy="133966"/>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575" name="Google Shape;575;p11"/>
            <p:cNvGrpSpPr/>
            <p:nvPr/>
          </p:nvGrpSpPr>
          <p:grpSpPr>
            <a:xfrm>
              <a:off x="6394096" y="3456023"/>
              <a:ext cx="604852" cy="383630"/>
              <a:chOff x="3680" y="1734"/>
              <a:chExt cx="401" cy="252"/>
            </a:xfrm>
          </p:grpSpPr>
          <p:sp>
            <p:nvSpPr>
              <p:cNvPr id="576" name="Google Shape;576;p11"/>
              <p:cNvSpPr/>
              <p:nvPr/>
            </p:nvSpPr>
            <p:spPr>
              <a:xfrm>
                <a:off x="3804" y="1734"/>
                <a:ext cx="277" cy="252"/>
              </a:xfrm>
              <a:prstGeom prst="ellipse">
                <a:avLst/>
              </a:prstGeom>
              <a:solidFill>
                <a:srgbClr val="FFFFCC"/>
              </a:solidFill>
              <a:ln cap="flat" cmpd="sng" w="9525">
                <a:solidFill>
                  <a:srgbClr val="1F1A1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77" name="Google Shape;577;p11"/>
              <p:cNvCxnSpPr/>
              <p:nvPr/>
            </p:nvCxnSpPr>
            <p:spPr>
              <a:xfrm>
                <a:off x="3680" y="1791"/>
                <a:ext cx="1" cy="134"/>
              </a:xfrm>
              <a:prstGeom prst="straightConnector1">
                <a:avLst/>
              </a:prstGeom>
              <a:noFill/>
              <a:ln cap="flat" cmpd="sng" w="9525">
                <a:solidFill>
                  <a:srgbClr val="1F1A17"/>
                </a:solidFill>
                <a:prstDash val="solid"/>
                <a:round/>
                <a:headEnd len="med" w="med" type="none"/>
                <a:tailEnd len="med" w="med" type="none"/>
              </a:ln>
            </p:spPr>
          </p:cxnSp>
          <p:cxnSp>
            <p:nvCxnSpPr>
              <p:cNvPr id="578" name="Google Shape;578;p11"/>
              <p:cNvCxnSpPr/>
              <p:nvPr/>
            </p:nvCxnSpPr>
            <p:spPr>
              <a:xfrm>
                <a:off x="3680" y="1858"/>
                <a:ext cx="136" cy="1"/>
              </a:xfrm>
              <a:prstGeom prst="straightConnector1">
                <a:avLst/>
              </a:prstGeom>
              <a:noFill/>
              <a:ln cap="flat" cmpd="sng" w="9525">
                <a:solidFill>
                  <a:srgbClr val="1F1A17"/>
                </a:solidFill>
                <a:prstDash val="solid"/>
                <a:round/>
                <a:headEnd len="med" w="med" type="none"/>
                <a:tailEnd len="med" w="med" type="none"/>
              </a:ln>
            </p:spPr>
          </p:cxnSp>
        </p:grpSp>
        <p:sp>
          <p:nvSpPr>
            <p:cNvPr id="579" name="Google Shape;579;p11"/>
            <p:cNvSpPr/>
            <p:nvPr/>
          </p:nvSpPr>
          <p:spPr>
            <a:xfrm>
              <a:off x="6258344" y="4243073"/>
              <a:ext cx="1936731" cy="1042802"/>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80" name="Google Shape;580;p11"/>
            <p:cNvSpPr/>
            <p:nvPr/>
          </p:nvSpPr>
          <p:spPr>
            <a:xfrm>
              <a:off x="6258344" y="4109107"/>
              <a:ext cx="778313" cy="133966"/>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81" name="Google Shape;581;p11"/>
            <p:cNvSpPr/>
            <p:nvPr/>
          </p:nvSpPr>
          <p:spPr>
            <a:xfrm>
              <a:off x="7643016" y="4320712"/>
              <a:ext cx="450999" cy="407987"/>
            </a:xfrm>
            <a:prstGeom prst="ellipse">
              <a:avLst/>
            </a:prstGeom>
            <a:solidFill>
              <a:srgbClr val="FFFFCC"/>
            </a:solidFill>
            <a:ln cap="flat" cmpd="sng" w="9525">
              <a:solidFill>
                <a:srgbClr val="1F1A1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82" name="Google Shape;582;p11"/>
            <p:cNvCxnSpPr/>
            <p:nvPr/>
          </p:nvCxnSpPr>
          <p:spPr>
            <a:xfrm>
              <a:off x="7440896" y="4415097"/>
              <a:ext cx="1509" cy="219217"/>
            </a:xfrm>
            <a:prstGeom prst="straightConnector1">
              <a:avLst/>
            </a:prstGeom>
            <a:noFill/>
            <a:ln cap="flat" cmpd="sng" w="9525">
              <a:solidFill>
                <a:srgbClr val="1F1A17"/>
              </a:solidFill>
              <a:prstDash val="solid"/>
              <a:round/>
              <a:headEnd len="med" w="med" type="none"/>
              <a:tailEnd len="med" w="med" type="none"/>
            </a:ln>
          </p:spPr>
        </p:cxnSp>
        <p:cxnSp>
          <p:nvCxnSpPr>
            <p:cNvPr id="583" name="Google Shape;583;p11"/>
            <p:cNvCxnSpPr/>
            <p:nvPr/>
          </p:nvCxnSpPr>
          <p:spPr>
            <a:xfrm>
              <a:off x="7440896" y="4524705"/>
              <a:ext cx="221729" cy="1523"/>
            </a:xfrm>
            <a:prstGeom prst="straightConnector1">
              <a:avLst/>
            </a:prstGeom>
            <a:noFill/>
            <a:ln cap="flat" cmpd="sng" w="9525">
              <a:solidFill>
                <a:srgbClr val="1F1A17"/>
              </a:solidFill>
              <a:prstDash val="solid"/>
              <a:round/>
              <a:headEnd len="med" w="med" type="none"/>
              <a:tailEnd len="med" w="med" type="none"/>
            </a:ln>
          </p:spPr>
        </p:cxnSp>
        <p:grpSp>
          <p:nvGrpSpPr>
            <p:cNvPr id="584" name="Google Shape;584;p11"/>
            <p:cNvGrpSpPr/>
            <p:nvPr/>
          </p:nvGrpSpPr>
          <p:grpSpPr>
            <a:xfrm>
              <a:off x="6424273" y="4361815"/>
              <a:ext cx="603344" cy="383630"/>
              <a:chOff x="4116" y="2353"/>
              <a:chExt cx="400" cy="252"/>
            </a:xfrm>
          </p:grpSpPr>
          <p:sp>
            <p:nvSpPr>
              <p:cNvPr id="585" name="Google Shape;585;p11"/>
              <p:cNvSpPr/>
              <p:nvPr/>
            </p:nvSpPr>
            <p:spPr>
              <a:xfrm>
                <a:off x="4239" y="2353"/>
                <a:ext cx="277" cy="252"/>
              </a:xfrm>
              <a:prstGeom prst="ellipse">
                <a:avLst/>
              </a:prstGeom>
              <a:solidFill>
                <a:srgbClr val="FFFFCC"/>
              </a:solidFill>
              <a:ln cap="flat" cmpd="sng" w="9525">
                <a:solidFill>
                  <a:srgbClr val="1F1A1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86" name="Google Shape;586;p11"/>
              <p:cNvCxnSpPr/>
              <p:nvPr/>
            </p:nvCxnSpPr>
            <p:spPr>
              <a:xfrm>
                <a:off x="4116" y="2409"/>
                <a:ext cx="1" cy="134"/>
              </a:xfrm>
              <a:prstGeom prst="straightConnector1">
                <a:avLst/>
              </a:prstGeom>
              <a:noFill/>
              <a:ln cap="flat" cmpd="sng" w="9525">
                <a:solidFill>
                  <a:srgbClr val="1F1A17"/>
                </a:solidFill>
                <a:prstDash val="solid"/>
                <a:round/>
                <a:headEnd len="med" w="med" type="none"/>
                <a:tailEnd len="med" w="med" type="none"/>
              </a:ln>
            </p:spPr>
          </p:cxnSp>
          <p:cxnSp>
            <p:nvCxnSpPr>
              <p:cNvPr id="587" name="Google Shape;587;p11"/>
              <p:cNvCxnSpPr/>
              <p:nvPr/>
            </p:nvCxnSpPr>
            <p:spPr>
              <a:xfrm>
                <a:off x="4116" y="2476"/>
                <a:ext cx="135" cy="1"/>
              </a:xfrm>
              <a:prstGeom prst="straightConnector1">
                <a:avLst/>
              </a:prstGeom>
              <a:noFill/>
              <a:ln cap="flat" cmpd="sng" w="9525">
                <a:solidFill>
                  <a:srgbClr val="1F1A17"/>
                </a:solidFill>
                <a:prstDash val="solid"/>
                <a:round/>
                <a:headEnd len="med" w="med" type="none"/>
                <a:tailEnd len="med" w="med" type="none"/>
              </a:ln>
            </p:spPr>
          </p:cxnSp>
        </p:grpSp>
        <p:grpSp>
          <p:nvGrpSpPr>
            <p:cNvPr id="588" name="Google Shape;588;p11"/>
            <p:cNvGrpSpPr/>
            <p:nvPr/>
          </p:nvGrpSpPr>
          <p:grpSpPr>
            <a:xfrm>
              <a:off x="5831479" y="3387524"/>
              <a:ext cx="407257" cy="417122"/>
              <a:chOff x="6667" y="1465"/>
              <a:chExt cx="270" cy="274"/>
            </a:xfrm>
          </p:grpSpPr>
          <p:sp>
            <p:nvSpPr>
              <p:cNvPr id="589" name="Google Shape;589;p11"/>
              <p:cNvSpPr/>
              <p:nvPr/>
            </p:nvSpPr>
            <p:spPr>
              <a:xfrm>
                <a:off x="6667" y="1465"/>
                <a:ext cx="270" cy="271"/>
              </a:xfrm>
              <a:prstGeom prst="ellipse">
                <a:avLst/>
              </a:prstGeom>
              <a:solidFill>
                <a:srgbClr val="FFFFCC"/>
              </a:solidFill>
              <a:ln cap="flat" cmpd="sng" w="9525">
                <a:solidFill>
                  <a:srgbClr val="24272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90" name="Google Shape;590;p11"/>
              <p:cNvCxnSpPr/>
              <p:nvPr/>
            </p:nvCxnSpPr>
            <p:spPr>
              <a:xfrm>
                <a:off x="6667" y="1738"/>
                <a:ext cx="265" cy="1"/>
              </a:xfrm>
              <a:prstGeom prst="straightConnector1">
                <a:avLst/>
              </a:prstGeom>
              <a:noFill/>
              <a:ln cap="flat" cmpd="sng" w="9525">
                <a:solidFill>
                  <a:srgbClr val="242728"/>
                </a:solidFill>
                <a:prstDash val="solid"/>
                <a:round/>
                <a:headEnd len="med" w="med" type="none"/>
                <a:tailEnd len="med" w="med" type="none"/>
              </a:ln>
            </p:spPr>
          </p:cxnSp>
        </p:grpSp>
        <p:grpSp>
          <p:nvGrpSpPr>
            <p:cNvPr id="591" name="Google Shape;591;p11"/>
            <p:cNvGrpSpPr/>
            <p:nvPr/>
          </p:nvGrpSpPr>
          <p:grpSpPr>
            <a:xfrm>
              <a:off x="6507223" y="4800255"/>
              <a:ext cx="407257" cy="417122"/>
              <a:chOff x="6667" y="1465"/>
              <a:chExt cx="270" cy="274"/>
            </a:xfrm>
          </p:grpSpPr>
          <p:sp>
            <p:nvSpPr>
              <p:cNvPr id="592" name="Google Shape;592;p11"/>
              <p:cNvSpPr/>
              <p:nvPr/>
            </p:nvSpPr>
            <p:spPr>
              <a:xfrm>
                <a:off x="6667" y="1465"/>
                <a:ext cx="270" cy="271"/>
              </a:xfrm>
              <a:prstGeom prst="ellipse">
                <a:avLst/>
              </a:prstGeom>
              <a:solidFill>
                <a:srgbClr val="FFFFCC"/>
              </a:solidFill>
              <a:ln cap="flat" cmpd="sng" w="9525">
                <a:solidFill>
                  <a:srgbClr val="24272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93" name="Google Shape;593;p11"/>
              <p:cNvCxnSpPr/>
              <p:nvPr/>
            </p:nvCxnSpPr>
            <p:spPr>
              <a:xfrm>
                <a:off x="6667" y="1738"/>
                <a:ext cx="265" cy="1"/>
              </a:xfrm>
              <a:prstGeom prst="straightConnector1">
                <a:avLst/>
              </a:prstGeom>
              <a:noFill/>
              <a:ln cap="flat" cmpd="sng" w="9525">
                <a:solidFill>
                  <a:srgbClr val="242728"/>
                </a:solidFill>
                <a:prstDash val="solid"/>
                <a:round/>
                <a:headEnd len="med" w="med" type="none"/>
                <a:tailEnd len="med" w="med" type="none"/>
              </a:ln>
            </p:spPr>
          </p:cxnSp>
        </p:grpSp>
        <p:grpSp>
          <p:nvGrpSpPr>
            <p:cNvPr id="594" name="Google Shape;594;p11"/>
            <p:cNvGrpSpPr/>
            <p:nvPr/>
          </p:nvGrpSpPr>
          <p:grpSpPr>
            <a:xfrm>
              <a:off x="7385088" y="4757623"/>
              <a:ext cx="425357" cy="435389"/>
              <a:chOff x="3553" y="1549"/>
              <a:chExt cx="282" cy="286"/>
            </a:xfrm>
          </p:grpSpPr>
          <p:sp>
            <p:nvSpPr>
              <p:cNvPr id="595" name="Google Shape;595;p11"/>
              <p:cNvSpPr/>
              <p:nvPr/>
            </p:nvSpPr>
            <p:spPr>
              <a:xfrm>
                <a:off x="3553" y="1569"/>
                <a:ext cx="282" cy="266"/>
              </a:xfrm>
              <a:prstGeom prst="ellipse">
                <a:avLst/>
              </a:prstGeom>
              <a:solidFill>
                <a:srgbClr val="FFFFCC"/>
              </a:solidFill>
              <a:ln cap="flat" cmpd="sng" w="9525">
                <a:solidFill>
                  <a:srgbClr val="1F1A1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96" name="Google Shape;596;p11"/>
              <p:cNvCxnSpPr/>
              <p:nvPr/>
            </p:nvCxnSpPr>
            <p:spPr>
              <a:xfrm flipH="1">
                <a:off x="3700" y="1549"/>
                <a:ext cx="61" cy="22"/>
              </a:xfrm>
              <a:prstGeom prst="straightConnector1">
                <a:avLst/>
              </a:prstGeom>
              <a:noFill/>
              <a:ln cap="flat" cmpd="sng" w="9525">
                <a:solidFill>
                  <a:srgbClr val="1F1A17"/>
                </a:solidFill>
                <a:prstDash val="solid"/>
                <a:round/>
                <a:headEnd len="med" w="med" type="none"/>
                <a:tailEnd len="med" w="med" type="none"/>
              </a:ln>
            </p:spPr>
          </p:cxnSp>
          <p:cxnSp>
            <p:nvCxnSpPr>
              <p:cNvPr id="597" name="Google Shape;597;p11"/>
              <p:cNvCxnSpPr/>
              <p:nvPr/>
            </p:nvCxnSpPr>
            <p:spPr>
              <a:xfrm rot="10800000">
                <a:off x="3696" y="1573"/>
                <a:ext cx="61" cy="28"/>
              </a:xfrm>
              <a:prstGeom prst="straightConnector1">
                <a:avLst/>
              </a:prstGeom>
              <a:noFill/>
              <a:ln cap="flat" cmpd="sng" w="9525">
                <a:solidFill>
                  <a:srgbClr val="1F1A17"/>
                </a:solidFill>
                <a:prstDash val="solid"/>
                <a:round/>
                <a:headEnd len="med" w="med" type="none"/>
                <a:tailEnd len="med" w="med" type="none"/>
              </a:ln>
            </p:spPr>
          </p:cxnSp>
        </p:gr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1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600"/>
              <a:buFont typeface="Calibri"/>
              <a:buNone/>
            </a:pPr>
            <a:r>
              <a:rPr lang="en-US" sz="3600"/>
              <a:t>Chiến lược phân bố lớp vào gói: Các lớp có liên quan về mặt chức năng</a:t>
            </a:r>
            <a:endParaRPr sz="3600"/>
          </a:p>
        </p:txBody>
      </p:sp>
      <p:sp>
        <p:nvSpPr>
          <p:cNvPr id="603" name="Google Shape;603;p12"/>
          <p:cNvSpPr txBox="1"/>
          <p:nvPr>
            <p:ph idx="1" type="body"/>
          </p:nvPr>
        </p:nvSpPr>
        <p:spPr>
          <a:xfrm>
            <a:off x="457200" y="1935480"/>
            <a:ext cx="8229600" cy="4617720"/>
          </a:xfrm>
          <a:prstGeom prst="rect">
            <a:avLst/>
          </a:prstGeom>
          <a:noFill/>
          <a:ln>
            <a:noFill/>
          </a:ln>
        </p:spPr>
        <p:txBody>
          <a:bodyPr anchorCtr="0" anchor="t" bIns="45700" lIns="91425" spcFirstLastPara="1" rIns="91425" wrap="square" tIns="45700">
            <a:normAutofit/>
          </a:bodyPr>
          <a:lstStyle/>
          <a:p>
            <a:pPr indent="-274320" lvl="0" marL="274320" rtl="0" algn="l">
              <a:lnSpc>
                <a:spcPct val="80000"/>
              </a:lnSpc>
              <a:spcBef>
                <a:spcPts val="0"/>
              </a:spcBef>
              <a:spcAft>
                <a:spcPts val="0"/>
              </a:spcAft>
              <a:buSzPts val="2461"/>
              <a:buChar char="⚫"/>
            </a:pPr>
            <a:r>
              <a:rPr lang="en-US" sz="2590"/>
              <a:t>Tiêu chí để đánh giá hai lớp có quan hệ về mặt chức năng:</a:t>
            </a:r>
            <a:endParaRPr/>
          </a:p>
          <a:p>
            <a:pPr indent="-246888" lvl="1" marL="640080" rtl="0" algn="l">
              <a:lnSpc>
                <a:spcPct val="80000"/>
              </a:lnSpc>
              <a:spcBef>
                <a:spcPts val="444"/>
              </a:spcBef>
              <a:spcAft>
                <a:spcPts val="0"/>
              </a:spcAft>
              <a:buSzPts val="1887"/>
              <a:buChar char="⚫"/>
            </a:pPr>
            <a:r>
              <a:rPr lang="en-US" sz="2220"/>
              <a:t>Nếu thay đổi hành vi hoặc cấu trúc của một lớp đòi hỏi thay đổi trong lớp  khác</a:t>
            </a:r>
            <a:endParaRPr sz="2220"/>
          </a:p>
          <a:p>
            <a:pPr indent="-246888" lvl="1" marL="640080" rtl="0" algn="l">
              <a:lnSpc>
                <a:spcPct val="80000"/>
              </a:lnSpc>
              <a:spcBef>
                <a:spcPts val="444"/>
              </a:spcBef>
              <a:spcAft>
                <a:spcPts val="0"/>
              </a:spcAft>
              <a:buSzPts val="1887"/>
              <a:buChar char="⚫"/>
            </a:pPr>
            <a:r>
              <a:rPr lang="en-US" sz="2220"/>
              <a:t>Xóa bỏ một lớp làm ảnh hưởng tới lớp khác</a:t>
            </a:r>
            <a:endParaRPr sz="2220"/>
          </a:p>
          <a:p>
            <a:pPr indent="-246888" lvl="1" marL="640080" rtl="0" algn="l">
              <a:lnSpc>
                <a:spcPct val="80000"/>
              </a:lnSpc>
              <a:spcBef>
                <a:spcPts val="444"/>
              </a:spcBef>
              <a:spcAft>
                <a:spcPts val="0"/>
              </a:spcAft>
              <a:buSzPts val="1887"/>
              <a:buChar char="⚫"/>
            </a:pPr>
            <a:r>
              <a:rPr lang="en-US" sz="2220"/>
              <a:t>Hai đối tượng tương tác với nhau bởi nhiều thông điệp hoặc có giao tiếp phức tạp với nhau</a:t>
            </a:r>
            <a:endParaRPr sz="2220"/>
          </a:p>
          <a:p>
            <a:pPr indent="-246888" lvl="1" marL="640080" rtl="0" algn="l">
              <a:lnSpc>
                <a:spcPct val="80000"/>
              </a:lnSpc>
              <a:spcBef>
                <a:spcPts val="444"/>
              </a:spcBef>
              <a:spcAft>
                <a:spcPts val="0"/>
              </a:spcAft>
              <a:buSzPts val="1887"/>
              <a:buChar char="⚫"/>
            </a:pPr>
            <a:r>
              <a:rPr lang="en-US" sz="2220"/>
              <a:t>Một lớp biên có thể có quan hệ về chức năng với một lớp thực thể nếu chức năng của lớp biên là để biểu diễn lớp thực thể</a:t>
            </a:r>
            <a:endParaRPr sz="2220"/>
          </a:p>
          <a:p>
            <a:pPr indent="-246888" lvl="1" marL="640080" rtl="0" algn="l">
              <a:lnSpc>
                <a:spcPct val="80000"/>
              </a:lnSpc>
              <a:spcBef>
                <a:spcPts val="444"/>
              </a:spcBef>
              <a:spcAft>
                <a:spcPts val="0"/>
              </a:spcAft>
              <a:buSzPts val="1887"/>
              <a:buChar char="⚫"/>
            </a:pPr>
            <a:r>
              <a:rPr lang="en-US" sz="2220"/>
              <a:t>Hai lớp tương tác với hoặc bị ảnh hưởng bởi cùng một tác nhân</a:t>
            </a:r>
            <a:endParaRPr sz="2220"/>
          </a:p>
          <a:p>
            <a:pPr indent="-246888" lvl="1" marL="640080" rtl="0" algn="l">
              <a:lnSpc>
                <a:spcPct val="80000"/>
              </a:lnSpc>
              <a:spcBef>
                <a:spcPts val="444"/>
              </a:spcBef>
              <a:spcAft>
                <a:spcPts val="0"/>
              </a:spcAft>
              <a:buSzPts val="1887"/>
              <a:buChar char="⚫"/>
            </a:pPr>
            <a:r>
              <a:rPr lang="en-US" sz="2220"/>
              <a:t>Hai lớp có quan hệ với nhau (liên kết, tụ hợp, v.v)</a:t>
            </a:r>
            <a:endParaRPr/>
          </a:p>
          <a:p>
            <a:pPr indent="-246888" lvl="1" marL="640080" rtl="0" algn="l">
              <a:lnSpc>
                <a:spcPct val="80000"/>
              </a:lnSpc>
              <a:spcBef>
                <a:spcPts val="444"/>
              </a:spcBef>
              <a:spcAft>
                <a:spcPts val="0"/>
              </a:spcAft>
              <a:buSzPts val="1887"/>
              <a:buChar char="⚫"/>
            </a:pPr>
            <a:r>
              <a:rPr lang="en-US" sz="2220"/>
              <a:t>Một lớp tạo các thể hiện của lớp khác</a:t>
            </a:r>
            <a:endParaRPr sz="2220"/>
          </a:p>
        </p:txBody>
      </p:sp>
      <p:sp>
        <p:nvSpPr>
          <p:cNvPr id="604" name="Google Shape;604;p1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1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860"/>
              <a:buFont typeface="Calibri"/>
              <a:buNone/>
            </a:pPr>
            <a:r>
              <a:rPr lang="en-US" sz="4860"/>
              <a:t>Chiến lược phân bố lớp vào gói</a:t>
            </a:r>
            <a:endParaRPr sz="4500"/>
          </a:p>
        </p:txBody>
      </p:sp>
      <p:sp>
        <p:nvSpPr>
          <p:cNvPr id="610" name="Google Shape;610;p1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Tiêu chí để xác định khi nào hai lớp KHÔNG được đặt vào cùng một gói:</a:t>
            </a:r>
            <a:endParaRPr/>
          </a:p>
          <a:p>
            <a:pPr indent="-246888" lvl="1" marL="640080" rtl="0" algn="l">
              <a:spcBef>
                <a:spcPts val="480"/>
              </a:spcBef>
              <a:spcAft>
                <a:spcPts val="0"/>
              </a:spcAft>
              <a:buSzPts val="2040"/>
              <a:buChar char="⚫"/>
            </a:pPr>
            <a:r>
              <a:rPr lang="en-US"/>
              <a:t>Hai lớp có liên quan tới các tác nhân khác nhau không nên đặt trong cùng một gói.</a:t>
            </a:r>
            <a:endParaRPr/>
          </a:p>
          <a:p>
            <a:pPr indent="-246888" lvl="1" marL="640080" rtl="0" algn="l">
              <a:spcBef>
                <a:spcPts val="480"/>
              </a:spcBef>
              <a:spcAft>
                <a:spcPts val="0"/>
              </a:spcAft>
              <a:buSzPts val="2040"/>
              <a:buChar char="⚫"/>
            </a:pPr>
            <a:r>
              <a:rPr lang="en-US"/>
              <a:t>Các lớp tùy chọn (optional) và các lớp thiết yếu (mandatory) không nên đặt trong cùng một gói</a:t>
            </a:r>
            <a:endParaRPr/>
          </a:p>
        </p:txBody>
      </p:sp>
      <p:sp>
        <p:nvSpPr>
          <p:cNvPr id="611" name="Google Shape;611;p1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1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600"/>
              <a:buFont typeface="Calibri"/>
              <a:buNone/>
            </a:pPr>
            <a:r>
              <a:rPr lang="en-US" sz="3600"/>
              <a:t>Sự phụ thuộc gói: Khả năng nhân diện (visibility) giữa các gói</a:t>
            </a:r>
            <a:endParaRPr sz="3600"/>
          </a:p>
        </p:txBody>
      </p:sp>
      <p:sp>
        <p:nvSpPr>
          <p:cNvPr id="617" name="Google Shape;617;p1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618" name="Google Shape;618;p14"/>
          <p:cNvGrpSpPr/>
          <p:nvPr/>
        </p:nvGrpSpPr>
        <p:grpSpPr>
          <a:xfrm>
            <a:off x="609600" y="1981200"/>
            <a:ext cx="7524750" cy="4878388"/>
            <a:chOff x="798513" y="1295400"/>
            <a:chExt cx="8174037" cy="5564188"/>
          </a:xfrm>
        </p:grpSpPr>
        <p:sp>
          <p:nvSpPr>
            <p:cNvPr id="619" name="Google Shape;619;p14"/>
            <p:cNvSpPr/>
            <p:nvPr/>
          </p:nvSpPr>
          <p:spPr>
            <a:xfrm>
              <a:off x="3105150" y="4376738"/>
              <a:ext cx="3254375" cy="1719262"/>
            </a:xfrm>
            <a:prstGeom prst="rect">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20" name="Google Shape;620;p14"/>
            <p:cNvSpPr/>
            <p:nvPr/>
          </p:nvSpPr>
          <p:spPr>
            <a:xfrm>
              <a:off x="3105150" y="3962400"/>
              <a:ext cx="1220788" cy="414338"/>
            </a:xfrm>
            <a:prstGeom prst="rect">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21" name="Google Shape;621;p14"/>
            <p:cNvSpPr/>
            <p:nvPr/>
          </p:nvSpPr>
          <p:spPr>
            <a:xfrm>
              <a:off x="3181350" y="4038600"/>
              <a:ext cx="1041400" cy="2746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PackageB</a:t>
              </a:r>
              <a:endParaRPr sz="2400">
                <a:solidFill>
                  <a:schemeClr val="dk1"/>
                </a:solidFill>
                <a:latin typeface="Constantia"/>
                <a:ea typeface="Constantia"/>
                <a:cs typeface="Constantia"/>
                <a:sym typeface="Constantia"/>
              </a:endParaRPr>
            </a:p>
          </p:txBody>
        </p:sp>
        <p:cxnSp>
          <p:nvCxnSpPr>
            <p:cNvPr id="622" name="Google Shape;622;p14"/>
            <p:cNvCxnSpPr/>
            <p:nvPr/>
          </p:nvCxnSpPr>
          <p:spPr>
            <a:xfrm>
              <a:off x="4267200" y="4953000"/>
              <a:ext cx="787400" cy="320675"/>
            </a:xfrm>
            <a:prstGeom prst="straightConnector1">
              <a:avLst/>
            </a:prstGeom>
            <a:noFill/>
            <a:ln cap="flat" cmpd="sng" w="28575">
              <a:solidFill>
                <a:schemeClr val="dk1"/>
              </a:solidFill>
              <a:prstDash val="lgDash"/>
              <a:round/>
              <a:headEnd len="sm" w="sm" type="none"/>
              <a:tailEnd len="med" w="med" type="stealth"/>
            </a:ln>
          </p:spPr>
        </p:cxnSp>
        <p:sp>
          <p:nvSpPr>
            <p:cNvPr id="623" name="Google Shape;623;p14"/>
            <p:cNvSpPr/>
            <p:nvPr/>
          </p:nvSpPr>
          <p:spPr>
            <a:xfrm>
              <a:off x="3105150" y="1709738"/>
              <a:ext cx="3254375" cy="1947862"/>
            </a:xfrm>
            <a:prstGeom prst="rect">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24" name="Google Shape;624;p14"/>
            <p:cNvSpPr/>
            <p:nvPr/>
          </p:nvSpPr>
          <p:spPr>
            <a:xfrm>
              <a:off x="3105150" y="1295400"/>
              <a:ext cx="1220788" cy="414338"/>
            </a:xfrm>
            <a:prstGeom prst="rect">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25" name="Google Shape;625;p14"/>
            <p:cNvSpPr/>
            <p:nvPr/>
          </p:nvSpPr>
          <p:spPr>
            <a:xfrm>
              <a:off x="3181350" y="1371600"/>
              <a:ext cx="1041400" cy="2746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PackageA</a:t>
              </a:r>
              <a:endParaRPr sz="2400">
                <a:solidFill>
                  <a:schemeClr val="dk1"/>
                </a:solidFill>
                <a:latin typeface="Constantia"/>
                <a:ea typeface="Constantia"/>
                <a:cs typeface="Constantia"/>
                <a:sym typeface="Constantia"/>
              </a:endParaRPr>
            </a:p>
          </p:txBody>
        </p:sp>
        <p:cxnSp>
          <p:nvCxnSpPr>
            <p:cNvPr id="626" name="Google Shape;626;p14"/>
            <p:cNvCxnSpPr/>
            <p:nvPr/>
          </p:nvCxnSpPr>
          <p:spPr>
            <a:xfrm>
              <a:off x="4232275" y="2235200"/>
              <a:ext cx="914400" cy="355600"/>
            </a:xfrm>
            <a:prstGeom prst="straightConnector1">
              <a:avLst/>
            </a:prstGeom>
            <a:noFill/>
            <a:ln cap="flat" cmpd="sng" w="28575">
              <a:solidFill>
                <a:schemeClr val="dk1"/>
              </a:solidFill>
              <a:prstDash val="lgDash"/>
              <a:round/>
              <a:headEnd len="sm" w="sm" type="none"/>
              <a:tailEnd len="med" w="med" type="stealth"/>
            </a:ln>
          </p:spPr>
        </p:cxnSp>
        <p:cxnSp>
          <p:nvCxnSpPr>
            <p:cNvPr id="627" name="Google Shape;627;p14"/>
            <p:cNvCxnSpPr/>
            <p:nvPr/>
          </p:nvCxnSpPr>
          <p:spPr>
            <a:xfrm>
              <a:off x="3976688" y="2378075"/>
              <a:ext cx="355600" cy="481013"/>
            </a:xfrm>
            <a:prstGeom prst="straightConnector1">
              <a:avLst/>
            </a:prstGeom>
            <a:noFill/>
            <a:ln cap="flat" cmpd="sng" w="28575">
              <a:solidFill>
                <a:schemeClr val="dk1"/>
              </a:solidFill>
              <a:prstDash val="lgDash"/>
              <a:round/>
              <a:headEnd len="sm" w="sm" type="none"/>
              <a:tailEnd len="med" w="med" type="stealth"/>
            </a:ln>
          </p:spPr>
        </p:cxnSp>
        <p:cxnSp>
          <p:nvCxnSpPr>
            <p:cNvPr id="628" name="Google Shape;628;p14"/>
            <p:cNvCxnSpPr/>
            <p:nvPr/>
          </p:nvCxnSpPr>
          <p:spPr>
            <a:xfrm flipH="1">
              <a:off x="4227513" y="3378200"/>
              <a:ext cx="509587" cy="1314450"/>
            </a:xfrm>
            <a:prstGeom prst="straightConnector1">
              <a:avLst/>
            </a:prstGeom>
            <a:noFill/>
            <a:ln cap="flat" cmpd="sng" w="28575">
              <a:solidFill>
                <a:schemeClr val="dk1"/>
              </a:solidFill>
              <a:prstDash val="lgDash"/>
              <a:round/>
              <a:headEnd len="sm" w="sm" type="none"/>
              <a:tailEnd len="med" w="med" type="stealth"/>
            </a:ln>
          </p:spPr>
        </p:cxnSp>
        <p:sp>
          <p:nvSpPr>
            <p:cNvPr id="629" name="Google Shape;629;p14"/>
            <p:cNvSpPr/>
            <p:nvPr/>
          </p:nvSpPr>
          <p:spPr>
            <a:xfrm>
              <a:off x="4962525" y="4962525"/>
              <a:ext cx="1219200" cy="762000"/>
            </a:xfrm>
            <a:prstGeom prst="roundRect">
              <a:avLst>
                <a:gd fmla="val 16667" name="adj"/>
              </a:avLst>
            </a:prstGeom>
            <a:noFill/>
            <a:ln cap="rnd" cmpd="sng" w="28575">
              <a:solidFill>
                <a:srgbClr val="00CCF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1"/>
                </a:solidFill>
                <a:latin typeface="Constantia"/>
                <a:ea typeface="Constantia"/>
                <a:cs typeface="Constantia"/>
                <a:sym typeface="Constantia"/>
              </a:endParaRPr>
            </a:p>
          </p:txBody>
        </p:sp>
        <p:cxnSp>
          <p:nvCxnSpPr>
            <p:cNvPr id="630" name="Google Shape;630;p14"/>
            <p:cNvCxnSpPr/>
            <p:nvPr/>
          </p:nvCxnSpPr>
          <p:spPr>
            <a:xfrm>
              <a:off x="5581650" y="2819400"/>
              <a:ext cx="0" cy="2235200"/>
            </a:xfrm>
            <a:prstGeom prst="straightConnector1">
              <a:avLst/>
            </a:prstGeom>
            <a:noFill/>
            <a:ln cap="flat" cmpd="sng" w="28575">
              <a:solidFill>
                <a:schemeClr val="dk1"/>
              </a:solidFill>
              <a:prstDash val="lgDash"/>
              <a:round/>
              <a:headEnd len="sm" w="sm" type="none"/>
              <a:tailEnd len="med" w="med" type="stealth"/>
            </a:ln>
          </p:spPr>
        </p:cxnSp>
        <p:grpSp>
          <p:nvGrpSpPr>
            <p:cNvPr id="631" name="Google Shape;631;p14"/>
            <p:cNvGrpSpPr/>
            <p:nvPr/>
          </p:nvGrpSpPr>
          <p:grpSpPr>
            <a:xfrm>
              <a:off x="5340350" y="3784600"/>
              <a:ext cx="457200" cy="457200"/>
              <a:chOff x="3420" y="2160"/>
              <a:chExt cx="192" cy="192"/>
            </a:xfrm>
          </p:grpSpPr>
          <p:sp>
            <p:nvSpPr>
              <p:cNvPr id="632" name="Google Shape;632;p14"/>
              <p:cNvSpPr/>
              <p:nvPr/>
            </p:nvSpPr>
            <p:spPr>
              <a:xfrm>
                <a:off x="3420" y="2160"/>
                <a:ext cx="192" cy="192"/>
              </a:xfrm>
              <a:prstGeom prst="ellipse">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Constantia"/>
                  <a:ea typeface="Constantia"/>
                  <a:cs typeface="Constantia"/>
                  <a:sym typeface="Constantia"/>
                </a:endParaRPr>
              </a:p>
            </p:txBody>
          </p:sp>
          <p:cxnSp>
            <p:nvCxnSpPr>
              <p:cNvPr id="633" name="Google Shape;633;p14"/>
              <p:cNvCxnSpPr/>
              <p:nvPr/>
            </p:nvCxnSpPr>
            <p:spPr>
              <a:xfrm>
                <a:off x="3435" y="2215"/>
                <a:ext cx="167" cy="84"/>
              </a:xfrm>
              <a:prstGeom prst="straightConnector1">
                <a:avLst/>
              </a:prstGeom>
              <a:noFill/>
              <a:ln cap="flat" cmpd="sng" w="38100">
                <a:solidFill>
                  <a:srgbClr val="FF0000"/>
                </a:solidFill>
                <a:prstDash val="solid"/>
                <a:round/>
                <a:headEnd len="sm" w="sm" type="none"/>
                <a:tailEnd len="med" w="med" type="none"/>
              </a:ln>
            </p:spPr>
          </p:cxnSp>
        </p:grpSp>
        <p:sp>
          <p:nvSpPr>
            <p:cNvPr id="634" name="Google Shape;634;p14"/>
            <p:cNvSpPr txBox="1"/>
            <p:nvPr/>
          </p:nvSpPr>
          <p:spPr>
            <a:xfrm>
              <a:off x="876300" y="4724400"/>
              <a:ext cx="1847850" cy="366713"/>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1" lang="en-US" sz="1800">
                  <a:solidFill>
                    <a:srgbClr val="00CCFF"/>
                  </a:solidFill>
                  <a:latin typeface="Constantia"/>
                  <a:ea typeface="Constantia"/>
                  <a:cs typeface="Constantia"/>
                  <a:sym typeface="Constantia"/>
                </a:rPr>
                <a:t>Public visibility</a:t>
              </a:r>
              <a:endParaRPr/>
            </a:p>
          </p:txBody>
        </p:sp>
        <p:cxnSp>
          <p:nvCxnSpPr>
            <p:cNvPr id="635" name="Google Shape;635;p14"/>
            <p:cNvCxnSpPr/>
            <p:nvPr/>
          </p:nvCxnSpPr>
          <p:spPr>
            <a:xfrm>
              <a:off x="2786063" y="4891088"/>
              <a:ext cx="566737" cy="0"/>
            </a:xfrm>
            <a:prstGeom prst="straightConnector1">
              <a:avLst/>
            </a:prstGeom>
            <a:noFill/>
            <a:ln cap="flat" cmpd="sng" w="28575">
              <a:solidFill>
                <a:schemeClr val="hlink"/>
              </a:solidFill>
              <a:prstDash val="solid"/>
              <a:round/>
              <a:headEnd len="sm" w="sm" type="none"/>
              <a:tailEnd len="med" w="med" type="triangle"/>
            </a:ln>
          </p:spPr>
        </p:cxnSp>
        <p:sp>
          <p:nvSpPr>
            <p:cNvPr id="636" name="Google Shape;636;p14"/>
            <p:cNvSpPr txBox="1"/>
            <p:nvPr/>
          </p:nvSpPr>
          <p:spPr>
            <a:xfrm>
              <a:off x="876300" y="5348288"/>
              <a:ext cx="1924050" cy="36671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1" lang="en-US" sz="1800">
                  <a:solidFill>
                    <a:srgbClr val="00CCFF"/>
                  </a:solidFill>
                  <a:latin typeface="Constantia"/>
                  <a:ea typeface="Constantia"/>
                  <a:cs typeface="Constantia"/>
                  <a:sym typeface="Constantia"/>
                </a:rPr>
                <a:t>Private visibility</a:t>
              </a:r>
              <a:endParaRPr/>
            </a:p>
          </p:txBody>
        </p:sp>
        <p:cxnSp>
          <p:nvCxnSpPr>
            <p:cNvPr id="637" name="Google Shape;637;p14"/>
            <p:cNvCxnSpPr/>
            <p:nvPr/>
          </p:nvCxnSpPr>
          <p:spPr>
            <a:xfrm>
              <a:off x="2786063" y="5486400"/>
              <a:ext cx="2297112" cy="0"/>
            </a:xfrm>
            <a:prstGeom prst="straightConnector1">
              <a:avLst/>
            </a:prstGeom>
            <a:noFill/>
            <a:ln cap="flat" cmpd="sng" w="28575">
              <a:solidFill>
                <a:schemeClr val="hlink"/>
              </a:solidFill>
              <a:prstDash val="solid"/>
              <a:round/>
              <a:headEnd len="sm" w="sm" type="none"/>
              <a:tailEnd len="med" w="med" type="triangle"/>
            </a:ln>
          </p:spPr>
        </p:cxnSp>
        <p:sp>
          <p:nvSpPr>
            <p:cNvPr id="638" name="Google Shape;638;p14"/>
            <p:cNvSpPr txBox="1"/>
            <p:nvPr/>
          </p:nvSpPr>
          <p:spPr>
            <a:xfrm>
              <a:off x="6518275" y="3521075"/>
              <a:ext cx="2454275" cy="1323439"/>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i="1" lang="en-US" sz="2000">
                  <a:solidFill>
                    <a:srgbClr val="FF0000"/>
                  </a:solidFill>
                  <a:latin typeface="Constantia"/>
                  <a:ea typeface="Constantia"/>
                  <a:cs typeface="Constantia"/>
                  <a:sym typeface="Constantia"/>
                </a:rPr>
                <a:t>Chỉ những lớp public mới có thể được tham chiếu từ bên ngoài gói</a:t>
              </a:r>
              <a:endParaRPr i="1" sz="2000">
                <a:solidFill>
                  <a:srgbClr val="FF0000"/>
                </a:solidFill>
                <a:latin typeface="Constantia"/>
                <a:ea typeface="Constantia"/>
                <a:cs typeface="Constantia"/>
                <a:sym typeface="Constantia"/>
              </a:endParaRPr>
            </a:p>
          </p:txBody>
        </p:sp>
        <p:sp>
          <p:nvSpPr>
            <p:cNvPr id="639" name="Google Shape;639;p14"/>
            <p:cNvSpPr txBox="1"/>
            <p:nvPr/>
          </p:nvSpPr>
          <p:spPr>
            <a:xfrm>
              <a:off x="1600200" y="6324600"/>
              <a:ext cx="6172200" cy="534988"/>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i="1" lang="en-US" sz="2800">
                  <a:solidFill>
                    <a:srgbClr val="FF0000"/>
                  </a:solidFill>
                  <a:latin typeface="Times New Roman"/>
                  <a:ea typeface="Times New Roman"/>
                  <a:cs typeface="Times New Roman"/>
                  <a:sym typeface="Times New Roman"/>
                </a:rPr>
                <a:t>OO Principle: Encapsulation</a:t>
              </a:r>
              <a:endParaRPr i="1" sz="2400">
                <a:solidFill>
                  <a:srgbClr val="FF0000"/>
                </a:solidFill>
                <a:latin typeface="Times New Roman"/>
                <a:ea typeface="Times New Roman"/>
                <a:cs typeface="Times New Roman"/>
                <a:sym typeface="Times New Roman"/>
              </a:endParaRPr>
            </a:p>
          </p:txBody>
        </p:sp>
        <p:sp>
          <p:nvSpPr>
            <p:cNvPr id="640" name="Google Shape;640;p14"/>
            <p:cNvSpPr/>
            <p:nvPr/>
          </p:nvSpPr>
          <p:spPr>
            <a:xfrm>
              <a:off x="798513" y="1720850"/>
              <a:ext cx="1614487" cy="890588"/>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41" name="Google Shape;641;p14"/>
            <p:cNvSpPr/>
            <p:nvPr/>
          </p:nvSpPr>
          <p:spPr>
            <a:xfrm>
              <a:off x="798513" y="1539875"/>
              <a:ext cx="636587" cy="180975"/>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42" name="Google Shape;642;p14"/>
            <p:cNvSpPr/>
            <p:nvPr/>
          </p:nvSpPr>
          <p:spPr>
            <a:xfrm>
              <a:off x="1566863" y="1741488"/>
              <a:ext cx="101600"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A</a:t>
              </a:r>
              <a:endParaRPr sz="1800">
                <a:solidFill>
                  <a:schemeClr val="dk1"/>
                </a:solidFill>
                <a:latin typeface="Constantia"/>
                <a:ea typeface="Constantia"/>
                <a:cs typeface="Constantia"/>
                <a:sym typeface="Constantia"/>
              </a:endParaRPr>
            </a:p>
          </p:txBody>
        </p:sp>
        <p:sp>
          <p:nvSpPr>
            <p:cNvPr id="643" name="Google Shape;643;p14"/>
            <p:cNvSpPr/>
            <p:nvPr/>
          </p:nvSpPr>
          <p:spPr>
            <a:xfrm>
              <a:off x="798513" y="3556000"/>
              <a:ext cx="1614487" cy="965200"/>
            </a:xfrm>
            <a:prstGeom prst="rect">
              <a:avLst/>
            </a:prstGeom>
            <a:solidFill>
              <a:srgbClr val="FFFFCC"/>
            </a:solidFill>
            <a:ln cap="flat" cmpd="sng" w="12700">
              <a:solidFill>
                <a:srgbClr val="99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44" name="Google Shape;644;p14"/>
            <p:cNvSpPr/>
            <p:nvPr/>
          </p:nvSpPr>
          <p:spPr>
            <a:xfrm>
              <a:off x="798513" y="3375025"/>
              <a:ext cx="636587" cy="180975"/>
            </a:xfrm>
            <a:prstGeom prst="rect">
              <a:avLst/>
            </a:prstGeom>
            <a:solidFill>
              <a:srgbClr val="FFFFCC"/>
            </a:solidFill>
            <a:ln cap="flat" cmpd="sng" w="12700">
              <a:solidFill>
                <a:srgbClr val="99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45" name="Google Shape;645;p14"/>
            <p:cNvSpPr/>
            <p:nvPr/>
          </p:nvSpPr>
          <p:spPr>
            <a:xfrm>
              <a:off x="1566863" y="3576638"/>
              <a:ext cx="101600"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B</a:t>
              </a:r>
              <a:endParaRPr sz="1800">
                <a:solidFill>
                  <a:schemeClr val="dk1"/>
                </a:solidFill>
                <a:latin typeface="Constantia"/>
                <a:ea typeface="Constantia"/>
                <a:cs typeface="Constantia"/>
                <a:sym typeface="Constantia"/>
              </a:endParaRPr>
            </a:p>
          </p:txBody>
        </p:sp>
        <p:cxnSp>
          <p:nvCxnSpPr>
            <p:cNvPr id="646" name="Google Shape;646;p14"/>
            <p:cNvCxnSpPr/>
            <p:nvPr/>
          </p:nvCxnSpPr>
          <p:spPr>
            <a:xfrm>
              <a:off x="1611313" y="2611438"/>
              <a:ext cx="1587" cy="842962"/>
            </a:xfrm>
            <a:prstGeom prst="straightConnector1">
              <a:avLst/>
            </a:prstGeom>
            <a:noFill/>
            <a:ln cap="flat" cmpd="sng" w="28575">
              <a:solidFill>
                <a:schemeClr val="dk1"/>
              </a:solidFill>
              <a:prstDash val="dash"/>
              <a:round/>
              <a:headEnd len="med" w="med" type="none"/>
              <a:tailEnd len="med" w="med" type="stealth"/>
            </a:ln>
          </p:spPr>
        </p:cxnSp>
        <p:sp>
          <p:nvSpPr>
            <p:cNvPr id="647" name="Google Shape;647;p14"/>
            <p:cNvSpPr/>
            <p:nvPr/>
          </p:nvSpPr>
          <p:spPr>
            <a:xfrm>
              <a:off x="3414713" y="1978025"/>
              <a:ext cx="828675" cy="460375"/>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48" name="Google Shape;648;p14"/>
            <p:cNvSpPr/>
            <p:nvPr/>
          </p:nvSpPr>
          <p:spPr>
            <a:xfrm>
              <a:off x="3538538" y="2022475"/>
              <a:ext cx="608012" cy="1825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Class A1</a:t>
              </a:r>
              <a:endParaRPr sz="1800">
                <a:solidFill>
                  <a:schemeClr val="dk1"/>
                </a:solidFill>
                <a:latin typeface="Constantia"/>
                <a:ea typeface="Constantia"/>
                <a:cs typeface="Constantia"/>
                <a:sym typeface="Constantia"/>
              </a:endParaRPr>
            </a:p>
          </p:txBody>
        </p:sp>
        <p:sp>
          <p:nvSpPr>
            <p:cNvPr id="649" name="Google Shape;649;p14"/>
            <p:cNvSpPr/>
            <p:nvPr/>
          </p:nvSpPr>
          <p:spPr>
            <a:xfrm>
              <a:off x="3413125" y="2225675"/>
              <a:ext cx="831850" cy="212725"/>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50" name="Google Shape;650;p14"/>
            <p:cNvSpPr/>
            <p:nvPr/>
          </p:nvSpPr>
          <p:spPr>
            <a:xfrm>
              <a:off x="3413125" y="2314575"/>
              <a:ext cx="831850" cy="123825"/>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51" name="Google Shape;651;p14"/>
            <p:cNvSpPr/>
            <p:nvPr/>
          </p:nvSpPr>
          <p:spPr>
            <a:xfrm>
              <a:off x="5178425" y="2357438"/>
              <a:ext cx="831850" cy="461962"/>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52" name="Google Shape;652;p14"/>
            <p:cNvSpPr/>
            <p:nvPr/>
          </p:nvSpPr>
          <p:spPr>
            <a:xfrm>
              <a:off x="5291138" y="2403475"/>
              <a:ext cx="608012" cy="1825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Class A2</a:t>
              </a:r>
              <a:endParaRPr sz="1800">
                <a:solidFill>
                  <a:schemeClr val="dk1"/>
                </a:solidFill>
                <a:latin typeface="Constantia"/>
                <a:ea typeface="Constantia"/>
                <a:cs typeface="Constantia"/>
                <a:sym typeface="Constantia"/>
              </a:endParaRPr>
            </a:p>
          </p:txBody>
        </p:sp>
        <p:sp>
          <p:nvSpPr>
            <p:cNvPr id="653" name="Google Shape;653;p14"/>
            <p:cNvSpPr/>
            <p:nvPr/>
          </p:nvSpPr>
          <p:spPr>
            <a:xfrm>
              <a:off x="5178425" y="2605088"/>
              <a:ext cx="831850" cy="214312"/>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54" name="Google Shape;654;p14"/>
            <p:cNvSpPr/>
            <p:nvPr/>
          </p:nvSpPr>
          <p:spPr>
            <a:xfrm>
              <a:off x="5178425" y="2695575"/>
              <a:ext cx="831850" cy="123825"/>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55" name="Google Shape;655;p14"/>
            <p:cNvSpPr/>
            <p:nvPr/>
          </p:nvSpPr>
          <p:spPr>
            <a:xfrm>
              <a:off x="4278313" y="2901950"/>
              <a:ext cx="830262" cy="45085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56" name="Google Shape;656;p14"/>
            <p:cNvSpPr/>
            <p:nvPr/>
          </p:nvSpPr>
          <p:spPr>
            <a:xfrm>
              <a:off x="4389438" y="2947988"/>
              <a:ext cx="608012"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Class A3</a:t>
              </a:r>
              <a:endParaRPr sz="1800">
                <a:solidFill>
                  <a:schemeClr val="dk1"/>
                </a:solidFill>
                <a:latin typeface="Constantia"/>
                <a:ea typeface="Constantia"/>
                <a:cs typeface="Constantia"/>
                <a:sym typeface="Constantia"/>
              </a:endParaRPr>
            </a:p>
          </p:txBody>
        </p:sp>
        <p:sp>
          <p:nvSpPr>
            <p:cNvPr id="657" name="Google Shape;657;p14"/>
            <p:cNvSpPr/>
            <p:nvPr/>
          </p:nvSpPr>
          <p:spPr>
            <a:xfrm>
              <a:off x="4278313" y="3138488"/>
              <a:ext cx="830262" cy="214312"/>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58" name="Google Shape;658;p14"/>
            <p:cNvSpPr/>
            <p:nvPr/>
          </p:nvSpPr>
          <p:spPr>
            <a:xfrm>
              <a:off x="4278313" y="3228975"/>
              <a:ext cx="830262" cy="123825"/>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59" name="Google Shape;659;p14"/>
            <p:cNvSpPr/>
            <p:nvPr/>
          </p:nvSpPr>
          <p:spPr>
            <a:xfrm>
              <a:off x="3363913" y="4724400"/>
              <a:ext cx="852487" cy="449263"/>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60" name="Google Shape;660;p14"/>
            <p:cNvSpPr/>
            <p:nvPr/>
          </p:nvSpPr>
          <p:spPr>
            <a:xfrm>
              <a:off x="3416300" y="4768850"/>
              <a:ext cx="782638" cy="182563"/>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000000"/>
                  </a:solidFill>
                  <a:latin typeface="Constantia"/>
                  <a:ea typeface="Constantia"/>
                  <a:cs typeface="Constantia"/>
                  <a:sym typeface="Constantia"/>
                </a:rPr>
                <a:t>+ Class B1 </a:t>
              </a:r>
              <a:endParaRPr sz="1800">
                <a:solidFill>
                  <a:schemeClr val="dk1"/>
                </a:solidFill>
                <a:latin typeface="Constantia"/>
                <a:ea typeface="Constantia"/>
                <a:cs typeface="Constantia"/>
                <a:sym typeface="Constantia"/>
              </a:endParaRPr>
            </a:p>
          </p:txBody>
        </p:sp>
        <p:sp>
          <p:nvSpPr>
            <p:cNvPr id="661" name="Google Shape;661;p14"/>
            <p:cNvSpPr/>
            <p:nvPr/>
          </p:nvSpPr>
          <p:spPr>
            <a:xfrm>
              <a:off x="3363913" y="4960938"/>
              <a:ext cx="852487" cy="212725"/>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62" name="Google Shape;662;p14"/>
            <p:cNvSpPr/>
            <p:nvPr/>
          </p:nvSpPr>
          <p:spPr>
            <a:xfrm>
              <a:off x="3363913" y="5049838"/>
              <a:ext cx="852487" cy="123825"/>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63" name="Google Shape;663;p14"/>
            <p:cNvSpPr/>
            <p:nvPr/>
          </p:nvSpPr>
          <p:spPr>
            <a:xfrm>
              <a:off x="5114925" y="5105400"/>
              <a:ext cx="914400" cy="45720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64" name="Google Shape;664;p14"/>
            <p:cNvSpPr/>
            <p:nvPr/>
          </p:nvSpPr>
          <p:spPr>
            <a:xfrm>
              <a:off x="5257800" y="5151438"/>
              <a:ext cx="701675"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 Class B2</a:t>
              </a:r>
              <a:endParaRPr sz="1800">
                <a:solidFill>
                  <a:schemeClr val="dk1"/>
                </a:solidFill>
                <a:latin typeface="Constantia"/>
                <a:ea typeface="Constantia"/>
                <a:cs typeface="Constantia"/>
                <a:sym typeface="Constantia"/>
              </a:endParaRPr>
            </a:p>
          </p:txBody>
        </p:sp>
        <p:sp>
          <p:nvSpPr>
            <p:cNvPr id="665" name="Google Shape;665;p14"/>
            <p:cNvSpPr/>
            <p:nvPr/>
          </p:nvSpPr>
          <p:spPr>
            <a:xfrm>
              <a:off x="5114925" y="5349875"/>
              <a:ext cx="914400" cy="212725"/>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66" name="Google Shape;666;p14"/>
            <p:cNvSpPr/>
            <p:nvPr/>
          </p:nvSpPr>
          <p:spPr>
            <a:xfrm>
              <a:off x="5114925" y="5440363"/>
              <a:ext cx="914400" cy="122237"/>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15"/>
          <p:cNvSpPr txBox="1"/>
          <p:nvPr>
            <p:ph type="title"/>
          </p:nvPr>
        </p:nvSpPr>
        <p:spPr>
          <a:xfrm>
            <a:off x="457200" y="704088"/>
            <a:ext cx="8229600" cy="6675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000"/>
              <a:buFont typeface="Calibri"/>
              <a:buNone/>
            </a:pPr>
            <a:r>
              <a:rPr lang="en-US" sz="4000"/>
              <a:t>Chiến lược móc nối (phụ thuộc) gói</a:t>
            </a:r>
            <a:endParaRPr sz="4000"/>
          </a:p>
        </p:txBody>
      </p:sp>
      <p:sp>
        <p:nvSpPr>
          <p:cNvPr id="672" name="Google Shape;672;p1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673" name="Google Shape;673;p15"/>
          <p:cNvSpPr txBox="1"/>
          <p:nvPr>
            <p:ph idx="1" type="body"/>
          </p:nvPr>
        </p:nvSpPr>
        <p:spPr>
          <a:xfrm>
            <a:off x="457200" y="1935480"/>
            <a:ext cx="41148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Các gói không nên móc nối chéo nhau (móc nối qua lại)</a:t>
            </a:r>
            <a:endParaRPr/>
          </a:p>
          <a:p>
            <a:pPr indent="-274320" lvl="0" marL="274320" rtl="0" algn="l">
              <a:spcBef>
                <a:spcPts val="520"/>
              </a:spcBef>
              <a:spcAft>
                <a:spcPts val="0"/>
              </a:spcAft>
              <a:buSzPts val="2470"/>
              <a:buFont typeface="Noto Sans Symbols"/>
              <a:buNone/>
            </a:pPr>
            <a:r>
              <a:rPr lang="en-US"/>
              <a:t> </a:t>
            </a:r>
            <a:endParaRPr/>
          </a:p>
          <a:p>
            <a:pPr indent="-274320" lvl="0" marL="274320" rtl="0" algn="l">
              <a:spcBef>
                <a:spcPts val="520"/>
              </a:spcBef>
              <a:spcAft>
                <a:spcPts val="0"/>
              </a:spcAft>
              <a:buSzPts val="2470"/>
              <a:buChar char="⚫"/>
            </a:pPr>
            <a:r>
              <a:rPr lang="en-US"/>
              <a:t>Các gói ở tầng thấp hơn không nên phụ thuộc vào gói ở tầng trên</a:t>
            </a:r>
            <a:endParaRPr/>
          </a:p>
          <a:p>
            <a:pPr indent="-274320" lvl="0" marL="274320" rtl="0" algn="l">
              <a:spcBef>
                <a:spcPts val="520"/>
              </a:spcBef>
              <a:spcAft>
                <a:spcPts val="0"/>
              </a:spcAft>
              <a:buSzPts val="2470"/>
              <a:buFont typeface="Noto Sans Symbols"/>
              <a:buNone/>
            </a:pPr>
            <a:r>
              <a:t/>
            </a:r>
            <a:endParaRPr/>
          </a:p>
          <a:p>
            <a:pPr indent="-274320" lvl="0" marL="274320" rtl="0" algn="l">
              <a:spcBef>
                <a:spcPts val="520"/>
              </a:spcBef>
              <a:spcAft>
                <a:spcPts val="0"/>
              </a:spcAft>
              <a:buSzPts val="2470"/>
              <a:buChar char="⚫"/>
            </a:pPr>
            <a:r>
              <a:rPr lang="en-US"/>
              <a:t>Nói chung, sự móc nối không nên nhảy tầng</a:t>
            </a:r>
            <a:endParaRPr/>
          </a:p>
          <a:p>
            <a:pPr indent="-117475" lvl="0" marL="274320" rtl="0" algn="l">
              <a:spcBef>
                <a:spcPts val="520"/>
              </a:spcBef>
              <a:spcAft>
                <a:spcPts val="0"/>
              </a:spcAft>
              <a:buSzPts val="2470"/>
              <a:buNone/>
            </a:pPr>
            <a:r>
              <a:t/>
            </a:r>
            <a:endParaRPr/>
          </a:p>
        </p:txBody>
      </p:sp>
      <p:grpSp>
        <p:nvGrpSpPr>
          <p:cNvPr id="674" name="Google Shape;674;p15"/>
          <p:cNvGrpSpPr/>
          <p:nvPr/>
        </p:nvGrpSpPr>
        <p:grpSpPr>
          <a:xfrm>
            <a:off x="5024437" y="1282700"/>
            <a:ext cx="3890963" cy="5346700"/>
            <a:chOff x="4768850" y="939800"/>
            <a:chExt cx="3890963" cy="5346700"/>
          </a:xfrm>
        </p:grpSpPr>
        <p:cxnSp>
          <p:nvCxnSpPr>
            <p:cNvPr id="675" name="Google Shape;675;p15"/>
            <p:cNvCxnSpPr/>
            <p:nvPr/>
          </p:nvCxnSpPr>
          <p:spPr>
            <a:xfrm>
              <a:off x="5486400" y="3276600"/>
              <a:ext cx="2667000" cy="0"/>
            </a:xfrm>
            <a:prstGeom prst="straightConnector1">
              <a:avLst/>
            </a:prstGeom>
            <a:noFill/>
            <a:ln cap="flat" cmpd="sng" w="22225">
              <a:solidFill>
                <a:srgbClr val="00CCFF"/>
              </a:solidFill>
              <a:prstDash val="dash"/>
              <a:round/>
              <a:headEnd len="med" w="med" type="none"/>
              <a:tailEnd len="med" w="med" type="none"/>
            </a:ln>
          </p:spPr>
        </p:cxnSp>
        <p:cxnSp>
          <p:nvCxnSpPr>
            <p:cNvPr id="676" name="Google Shape;676;p15"/>
            <p:cNvCxnSpPr/>
            <p:nvPr/>
          </p:nvCxnSpPr>
          <p:spPr>
            <a:xfrm>
              <a:off x="5486400" y="4546600"/>
              <a:ext cx="2667000" cy="0"/>
            </a:xfrm>
            <a:prstGeom prst="straightConnector1">
              <a:avLst/>
            </a:prstGeom>
            <a:noFill/>
            <a:ln cap="flat" cmpd="sng" w="22225">
              <a:solidFill>
                <a:srgbClr val="00CCFF"/>
              </a:solidFill>
              <a:prstDash val="dash"/>
              <a:round/>
              <a:headEnd len="med" w="med" type="none"/>
              <a:tailEnd len="med" w="med" type="none"/>
            </a:ln>
          </p:spPr>
        </p:cxnSp>
        <p:sp>
          <p:nvSpPr>
            <p:cNvPr id="677" name="Google Shape;677;p15"/>
            <p:cNvSpPr/>
            <p:nvPr/>
          </p:nvSpPr>
          <p:spPr>
            <a:xfrm>
              <a:off x="6303963" y="2255838"/>
              <a:ext cx="1239837" cy="665162"/>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78" name="Google Shape;678;p15"/>
            <p:cNvSpPr/>
            <p:nvPr/>
          </p:nvSpPr>
          <p:spPr>
            <a:xfrm>
              <a:off x="6303963" y="2057400"/>
              <a:ext cx="495300" cy="198438"/>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79" name="Google Shape;679;p15"/>
            <p:cNvSpPr/>
            <p:nvPr/>
          </p:nvSpPr>
          <p:spPr>
            <a:xfrm>
              <a:off x="6303963" y="2057400"/>
              <a:ext cx="495300" cy="198438"/>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80" name="Google Shape;680;p15"/>
            <p:cNvSpPr/>
            <p:nvPr/>
          </p:nvSpPr>
          <p:spPr>
            <a:xfrm>
              <a:off x="6878638" y="2279650"/>
              <a:ext cx="85725"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rgbClr val="000000"/>
                  </a:solidFill>
                  <a:latin typeface="Constantia"/>
                  <a:ea typeface="Constantia"/>
                  <a:cs typeface="Constantia"/>
                  <a:sym typeface="Constantia"/>
                </a:rPr>
                <a:t>A</a:t>
              </a:r>
              <a:endParaRPr sz="1800">
                <a:solidFill>
                  <a:schemeClr val="dk1"/>
                </a:solidFill>
                <a:latin typeface="Constantia"/>
                <a:ea typeface="Constantia"/>
                <a:cs typeface="Constantia"/>
                <a:sym typeface="Constantia"/>
              </a:endParaRPr>
            </a:p>
          </p:txBody>
        </p:sp>
        <p:sp>
          <p:nvSpPr>
            <p:cNvPr id="681" name="Google Shape;681;p15"/>
            <p:cNvSpPr/>
            <p:nvPr/>
          </p:nvSpPr>
          <p:spPr>
            <a:xfrm>
              <a:off x="6303963" y="3679825"/>
              <a:ext cx="1239837" cy="663575"/>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82" name="Google Shape;682;p15"/>
            <p:cNvSpPr/>
            <p:nvPr/>
          </p:nvSpPr>
          <p:spPr>
            <a:xfrm>
              <a:off x="6303963" y="3481388"/>
              <a:ext cx="495300" cy="198437"/>
            </a:xfrm>
            <a:prstGeom prst="rect">
              <a:avLst/>
            </a:prstGeom>
            <a:solidFill>
              <a:srgbClr val="FFFFCC"/>
            </a:solidFill>
            <a:ln cap="flat"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83" name="Google Shape;683;p15"/>
            <p:cNvSpPr/>
            <p:nvPr/>
          </p:nvSpPr>
          <p:spPr>
            <a:xfrm>
              <a:off x="6303963" y="3481388"/>
              <a:ext cx="495300" cy="198437"/>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84" name="Google Shape;684;p15"/>
            <p:cNvSpPr/>
            <p:nvPr/>
          </p:nvSpPr>
          <p:spPr>
            <a:xfrm>
              <a:off x="6865938" y="3703638"/>
              <a:ext cx="84137"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rgbClr val="000000"/>
                  </a:solidFill>
                  <a:latin typeface="Constantia"/>
                  <a:ea typeface="Constantia"/>
                  <a:cs typeface="Constantia"/>
                  <a:sym typeface="Constantia"/>
                </a:rPr>
                <a:t>B</a:t>
              </a:r>
              <a:endParaRPr sz="1800">
                <a:solidFill>
                  <a:schemeClr val="dk1"/>
                </a:solidFill>
                <a:latin typeface="Constantia"/>
                <a:ea typeface="Constantia"/>
                <a:cs typeface="Constantia"/>
                <a:sym typeface="Constantia"/>
              </a:endParaRPr>
            </a:p>
          </p:txBody>
        </p:sp>
        <p:cxnSp>
          <p:nvCxnSpPr>
            <p:cNvPr id="685" name="Google Shape;685;p15"/>
            <p:cNvCxnSpPr/>
            <p:nvPr/>
          </p:nvCxnSpPr>
          <p:spPr>
            <a:xfrm rot="10800000">
              <a:off x="6932613" y="2921000"/>
              <a:ext cx="1587" cy="736600"/>
            </a:xfrm>
            <a:prstGeom prst="straightConnector1">
              <a:avLst/>
            </a:prstGeom>
            <a:noFill/>
            <a:ln cap="flat" cmpd="sng" w="22225">
              <a:solidFill>
                <a:schemeClr val="dk1"/>
              </a:solidFill>
              <a:prstDash val="dash"/>
              <a:round/>
              <a:headEnd len="med" w="med" type="none"/>
              <a:tailEnd len="med" w="med" type="stealth"/>
            </a:ln>
          </p:spPr>
        </p:cxnSp>
        <p:sp>
          <p:nvSpPr>
            <p:cNvPr id="686" name="Google Shape;686;p15"/>
            <p:cNvSpPr txBox="1"/>
            <p:nvPr/>
          </p:nvSpPr>
          <p:spPr>
            <a:xfrm>
              <a:off x="6654800" y="2955925"/>
              <a:ext cx="628650" cy="657225"/>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b="1" i="1" lang="en-US" sz="3600">
                  <a:solidFill>
                    <a:srgbClr val="FF0000"/>
                  </a:solidFill>
                  <a:latin typeface="Constantia"/>
                  <a:ea typeface="Constantia"/>
                  <a:cs typeface="Constantia"/>
                  <a:sym typeface="Constantia"/>
                </a:rPr>
                <a:t>X</a:t>
              </a:r>
              <a:endParaRPr/>
            </a:p>
          </p:txBody>
        </p:sp>
        <p:sp>
          <p:nvSpPr>
            <p:cNvPr id="687" name="Google Shape;687;p15"/>
            <p:cNvSpPr/>
            <p:nvPr/>
          </p:nvSpPr>
          <p:spPr>
            <a:xfrm>
              <a:off x="5284788" y="1143000"/>
              <a:ext cx="1079500" cy="64135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88" name="Google Shape;688;p15"/>
            <p:cNvSpPr/>
            <p:nvPr/>
          </p:nvSpPr>
          <p:spPr>
            <a:xfrm>
              <a:off x="5284788" y="939800"/>
              <a:ext cx="427037" cy="203200"/>
            </a:xfrm>
            <a:prstGeom prst="rect">
              <a:avLst/>
            </a:prstGeom>
            <a:solidFill>
              <a:srgbClr val="FFFFCC"/>
            </a:solidFill>
            <a:ln cap="flat"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89" name="Google Shape;689;p15"/>
            <p:cNvSpPr/>
            <p:nvPr/>
          </p:nvSpPr>
          <p:spPr>
            <a:xfrm>
              <a:off x="5284788" y="939800"/>
              <a:ext cx="427037" cy="203200"/>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90" name="Google Shape;690;p15"/>
            <p:cNvSpPr/>
            <p:nvPr/>
          </p:nvSpPr>
          <p:spPr>
            <a:xfrm>
              <a:off x="5780088" y="1192213"/>
              <a:ext cx="93662" cy="168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Constantia"/>
                  <a:ea typeface="Constantia"/>
                  <a:cs typeface="Constantia"/>
                  <a:sym typeface="Constantia"/>
                </a:rPr>
                <a:t>A</a:t>
              </a:r>
              <a:endParaRPr sz="1800">
                <a:solidFill>
                  <a:schemeClr val="dk1"/>
                </a:solidFill>
                <a:latin typeface="Constantia"/>
                <a:ea typeface="Constantia"/>
                <a:cs typeface="Constantia"/>
                <a:sym typeface="Constantia"/>
              </a:endParaRPr>
            </a:p>
          </p:txBody>
        </p:sp>
        <p:sp>
          <p:nvSpPr>
            <p:cNvPr id="691" name="Google Shape;691;p15"/>
            <p:cNvSpPr/>
            <p:nvPr/>
          </p:nvSpPr>
          <p:spPr>
            <a:xfrm>
              <a:off x="7580313" y="1143000"/>
              <a:ext cx="1079500" cy="64135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92" name="Google Shape;692;p15"/>
            <p:cNvSpPr/>
            <p:nvPr/>
          </p:nvSpPr>
          <p:spPr>
            <a:xfrm>
              <a:off x="7580313" y="939800"/>
              <a:ext cx="438150" cy="203200"/>
            </a:xfrm>
            <a:prstGeom prst="rect">
              <a:avLst/>
            </a:prstGeom>
            <a:solidFill>
              <a:srgbClr val="FFFFCC"/>
            </a:solidFill>
            <a:ln cap="flat"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93" name="Google Shape;693;p15"/>
            <p:cNvSpPr/>
            <p:nvPr/>
          </p:nvSpPr>
          <p:spPr>
            <a:xfrm>
              <a:off x="7580313" y="939800"/>
              <a:ext cx="438150" cy="203200"/>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94" name="Google Shape;694;p15"/>
            <p:cNvSpPr/>
            <p:nvPr/>
          </p:nvSpPr>
          <p:spPr>
            <a:xfrm>
              <a:off x="8074025" y="1192213"/>
              <a:ext cx="93663" cy="168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Constantia"/>
                  <a:ea typeface="Constantia"/>
                  <a:cs typeface="Constantia"/>
                  <a:sym typeface="Constantia"/>
                </a:rPr>
                <a:t>B</a:t>
              </a:r>
              <a:endParaRPr sz="1800">
                <a:solidFill>
                  <a:schemeClr val="dk1"/>
                </a:solidFill>
                <a:latin typeface="Constantia"/>
                <a:ea typeface="Constantia"/>
                <a:cs typeface="Constantia"/>
                <a:sym typeface="Constantia"/>
              </a:endParaRPr>
            </a:p>
          </p:txBody>
        </p:sp>
        <p:sp>
          <p:nvSpPr>
            <p:cNvPr id="695" name="Google Shape;695;p15"/>
            <p:cNvSpPr/>
            <p:nvPr/>
          </p:nvSpPr>
          <p:spPr>
            <a:xfrm>
              <a:off x="6364288" y="1525588"/>
              <a:ext cx="1216025" cy="100012"/>
            </a:xfrm>
            <a:custGeom>
              <a:rect b="b" l="l" r="r" t="t"/>
              <a:pathLst>
                <a:path extrusionOk="0" h="9" w="108">
                  <a:moveTo>
                    <a:pt x="108" y="1"/>
                  </a:moveTo>
                  <a:lnTo>
                    <a:pt x="59" y="9"/>
                  </a:lnTo>
                  <a:lnTo>
                    <a:pt x="0" y="0"/>
                  </a:lnTo>
                </a:path>
              </a:pathLst>
            </a:custGeom>
            <a:noFill/>
            <a:ln cap="flat" cmpd="sng" w="19050">
              <a:solidFill>
                <a:schemeClr val="dk1"/>
              </a:solidFill>
              <a:prstDash val="dash"/>
              <a:round/>
              <a:headEnd len="med" w="med" type="none"/>
              <a:tailEnd len="med" w="med" type="stealth"/>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96" name="Google Shape;696;p15"/>
            <p:cNvSpPr/>
            <p:nvPr/>
          </p:nvSpPr>
          <p:spPr>
            <a:xfrm>
              <a:off x="6364288" y="1344613"/>
              <a:ext cx="1216025" cy="68262"/>
            </a:xfrm>
            <a:custGeom>
              <a:rect b="b" l="l" r="r" t="t"/>
              <a:pathLst>
                <a:path extrusionOk="0" h="6" w="108">
                  <a:moveTo>
                    <a:pt x="0" y="4"/>
                  </a:moveTo>
                  <a:lnTo>
                    <a:pt x="39" y="0"/>
                  </a:lnTo>
                  <a:lnTo>
                    <a:pt x="108" y="6"/>
                  </a:lnTo>
                </a:path>
              </a:pathLst>
            </a:custGeom>
            <a:noFill/>
            <a:ln cap="flat" cmpd="sng" w="15875">
              <a:solidFill>
                <a:schemeClr val="dk1"/>
              </a:solidFill>
              <a:prstDash val="dash"/>
              <a:round/>
              <a:headEnd len="med" w="med" type="none"/>
              <a:tailEnd len="med" w="med" type="stealth"/>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97" name="Google Shape;697;p15"/>
            <p:cNvSpPr txBox="1"/>
            <p:nvPr/>
          </p:nvSpPr>
          <p:spPr>
            <a:xfrm>
              <a:off x="4768850" y="2336800"/>
              <a:ext cx="911225" cy="717550"/>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2000">
                  <a:solidFill>
                    <a:schemeClr val="dk1"/>
                  </a:solidFill>
                  <a:latin typeface="Constantia"/>
                  <a:ea typeface="Constantia"/>
                  <a:cs typeface="Constantia"/>
                  <a:sym typeface="Constantia"/>
                </a:rPr>
                <a:t>Upper Layer</a:t>
              </a:r>
              <a:endParaRPr/>
            </a:p>
          </p:txBody>
        </p:sp>
        <p:sp>
          <p:nvSpPr>
            <p:cNvPr id="698" name="Google Shape;698;p15"/>
            <p:cNvSpPr txBox="1"/>
            <p:nvPr/>
          </p:nvSpPr>
          <p:spPr>
            <a:xfrm>
              <a:off x="4803775" y="3473450"/>
              <a:ext cx="911225" cy="717550"/>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2000">
                  <a:solidFill>
                    <a:schemeClr val="dk1"/>
                  </a:solidFill>
                  <a:latin typeface="Constantia"/>
                  <a:ea typeface="Constantia"/>
                  <a:cs typeface="Constantia"/>
                  <a:sym typeface="Constantia"/>
                </a:rPr>
                <a:t>Lower Layer</a:t>
              </a:r>
              <a:endParaRPr/>
            </a:p>
          </p:txBody>
        </p:sp>
        <p:sp>
          <p:nvSpPr>
            <p:cNvPr id="699" name="Google Shape;699;p15"/>
            <p:cNvSpPr/>
            <p:nvPr/>
          </p:nvSpPr>
          <p:spPr>
            <a:xfrm>
              <a:off x="6324600" y="4946650"/>
              <a:ext cx="1295400" cy="64135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00" name="Google Shape;700;p15"/>
            <p:cNvSpPr/>
            <p:nvPr/>
          </p:nvSpPr>
          <p:spPr>
            <a:xfrm>
              <a:off x="6324600" y="4743450"/>
              <a:ext cx="525463" cy="203200"/>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01" name="Google Shape;701;p15"/>
            <p:cNvSpPr/>
            <p:nvPr/>
          </p:nvSpPr>
          <p:spPr>
            <a:xfrm>
              <a:off x="6324600" y="4743450"/>
              <a:ext cx="525463" cy="203200"/>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02" name="Google Shape;702;p15"/>
            <p:cNvSpPr/>
            <p:nvPr/>
          </p:nvSpPr>
          <p:spPr>
            <a:xfrm>
              <a:off x="6916738" y="4995863"/>
              <a:ext cx="101600" cy="168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Constantia"/>
                  <a:ea typeface="Constantia"/>
                  <a:cs typeface="Constantia"/>
                  <a:sym typeface="Constantia"/>
                </a:rPr>
                <a:t>C</a:t>
              </a:r>
              <a:endParaRPr sz="1800">
                <a:solidFill>
                  <a:schemeClr val="dk1"/>
                </a:solidFill>
                <a:latin typeface="Constantia"/>
                <a:ea typeface="Constantia"/>
                <a:cs typeface="Constantia"/>
                <a:sym typeface="Constantia"/>
              </a:endParaRPr>
            </a:p>
          </p:txBody>
        </p:sp>
        <p:cxnSp>
          <p:nvCxnSpPr>
            <p:cNvPr id="703" name="Google Shape;703;p15"/>
            <p:cNvCxnSpPr/>
            <p:nvPr/>
          </p:nvCxnSpPr>
          <p:spPr>
            <a:xfrm flipH="1">
              <a:off x="7632700" y="3505200"/>
              <a:ext cx="673100" cy="1422400"/>
            </a:xfrm>
            <a:prstGeom prst="straightConnector1">
              <a:avLst/>
            </a:prstGeom>
            <a:noFill/>
            <a:ln cap="flat" cmpd="sng" w="19050">
              <a:solidFill>
                <a:schemeClr val="dk1"/>
              </a:solidFill>
              <a:prstDash val="dash"/>
              <a:round/>
              <a:headEnd len="med" w="med" type="none"/>
              <a:tailEnd len="med" w="med" type="stealth"/>
            </a:ln>
          </p:spPr>
        </p:cxnSp>
        <p:cxnSp>
          <p:nvCxnSpPr>
            <p:cNvPr id="704" name="Google Shape;704;p15"/>
            <p:cNvCxnSpPr/>
            <p:nvPr/>
          </p:nvCxnSpPr>
          <p:spPr>
            <a:xfrm rot="10800000">
              <a:off x="7543800" y="2743200"/>
              <a:ext cx="762000" cy="762000"/>
            </a:xfrm>
            <a:prstGeom prst="straightConnector1">
              <a:avLst/>
            </a:prstGeom>
            <a:noFill/>
            <a:ln cap="flat" cmpd="sng" w="15875">
              <a:solidFill>
                <a:schemeClr val="dk1"/>
              </a:solidFill>
              <a:prstDash val="dash"/>
              <a:round/>
              <a:headEnd len="med" w="med" type="none"/>
              <a:tailEnd len="med" w="med" type="none"/>
            </a:ln>
          </p:spPr>
        </p:cxnSp>
        <p:sp>
          <p:nvSpPr>
            <p:cNvPr id="705" name="Google Shape;705;p15"/>
            <p:cNvSpPr txBox="1"/>
            <p:nvPr/>
          </p:nvSpPr>
          <p:spPr>
            <a:xfrm>
              <a:off x="8039100" y="3146425"/>
              <a:ext cx="584200" cy="657225"/>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b="1" i="1" lang="en-US" sz="3600">
                  <a:solidFill>
                    <a:srgbClr val="FF0000"/>
                  </a:solidFill>
                  <a:latin typeface="Constantia"/>
                  <a:ea typeface="Constantia"/>
                  <a:cs typeface="Constantia"/>
                  <a:sym typeface="Constantia"/>
                </a:rPr>
                <a:t>X</a:t>
              </a:r>
              <a:endParaRPr/>
            </a:p>
          </p:txBody>
        </p:sp>
        <p:sp>
          <p:nvSpPr>
            <p:cNvPr id="706" name="Google Shape;706;p15"/>
            <p:cNvSpPr txBox="1"/>
            <p:nvPr/>
          </p:nvSpPr>
          <p:spPr>
            <a:xfrm>
              <a:off x="5499100" y="5629275"/>
              <a:ext cx="2895600" cy="657225"/>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b="1" i="1" lang="en-US" sz="2000">
                  <a:solidFill>
                    <a:srgbClr val="FF0000"/>
                  </a:solidFill>
                  <a:latin typeface="Constantia"/>
                  <a:ea typeface="Constantia"/>
                  <a:cs typeface="Constantia"/>
                  <a:sym typeface="Constantia"/>
                </a:rPr>
                <a:t>X</a:t>
              </a:r>
              <a:r>
                <a:rPr b="1" i="1" lang="en-US" sz="3600">
                  <a:solidFill>
                    <a:srgbClr val="00CCFF"/>
                  </a:solidFill>
                  <a:latin typeface="Constantia"/>
                  <a:ea typeface="Constantia"/>
                  <a:cs typeface="Constantia"/>
                  <a:sym typeface="Constantia"/>
                </a:rPr>
                <a:t> </a:t>
              </a:r>
              <a:r>
                <a:rPr lang="en-US" sz="2000">
                  <a:solidFill>
                    <a:srgbClr val="00CCFF"/>
                  </a:solidFill>
                  <a:latin typeface="Constantia"/>
                  <a:ea typeface="Constantia"/>
                  <a:cs typeface="Constantia"/>
                  <a:sym typeface="Constantia"/>
                </a:rPr>
                <a:t>= Coupling violation</a:t>
              </a:r>
              <a:endParaRPr sz="3600">
                <a:solidFill>
                  <a:schemeClr val="hlink"/>
                </a:solidFill>
                <a:latin typeface="Constantia"/>
                <a:ea typeface="Constantia"/>
                <a:cs typeface="Constantia"/>
                <a:sym typeface="Constantia"/>
              </a:endParaRPr>
            </a:p>
          </p:txBody>
        </p:sp>
        <p:sp>
          <p:nvSpPr>
            <p:cNvPr id="707" name="Google Shape;707;p15"/>
            <p:cNvSpPr txBox="1"/>
            <p:nvPr/>
          </p:nvSpPr>
          <p:spPr>
            <a:xfrm>
              <a:off x="6680200" y="1152525"/>
              <a:ext cx="584200" cy="657225"/>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b="1" i="1" lang="en-US" sz="3600">
                  <a:solidFill>
                    <a:srgbClr val="FF0000"/>
                  </a:solidFill>
                  <a:latin typeface="Constantia"/>
                  <a:ea typeface="Constantia"/>
                  <a:cs typeface="Constantia"/>
                  <a:sym typeface="Constantia"/>
                </a:rPr>
                <a:t>X</a:t>
              </a: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16"/>
          <p:cNvSpPr txBox="1"/>
          <p:nvPr>
            <p:ph type="title"/>
          </p:nvPr>
        </p:nvSpPr>
        <p:spPr>
          <a:xfrm>
            <a:off x="457200" y="704088"/>
            <a:ext cx="8229600" cy="7437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000"/>
              <a:buFont typeface="Calibri"/>
              <a:buNone/>
            </a:pPr>
            <a:r>
              <a:rPr lang="en-US" sz="4000"/>
              <a:t>Ví dụ: Gói Đăng ký môn học</a:t>
            </a:r>
            <a:endParaRPr sz="4000"/>
          </a:p>
        </p:txBody>
      </p:sp>
      <p:sp>
        <p:nvSpPr>
          <p:cNvPr id="713" name="Google Shape;713;p1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714" name="Google Shape;714;p16"/>
          <p:cNvGrpSpPr/>
          <p:nvPr/>
        </p:nvGrpSpPr>
        <p:grpSpPr>
          <a:xfrm>
            <a:off x="457200" y="1935163"/>
            <a:ext cx="8229600" cy="4389437"/>
            <a:chOff x="1411288" y="1538288"/>
            <a:chExt cx="6272212" cy="4105275"/>
          </a:xfrm>
        </p:grpSpPr>
        <p:sp>
          <p:nvSpPr>
            <p:cNvPr id="715" name="Google Shape;715;p16"/>
            <p:cNvSpPr/>
            <p:nvPr/>
          </p:nvSpPr>
          <p:spPr>
            <a:xfrm>
              <a:off x="5213350" y="1538288"/>
              <a:ext cx="2044700" cy="644525"/>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16" name="Google Shape;716;p16"/>
            <p:cNvSpPr/>
            <p:nvPr/>
          </p:nvSpPr>
          <p:spPr>
            <a:xfrm>
              <a:off x="5341938" y="1603375"/>
              <a:ext cx="1847850" cy="2587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Constantia"/>
                  <a:ea typeface="Constantia"/>
                  <a:cs typeface="Constantia"/>
                  <a:sym typeface="Constantia"/>
                </a:rPr>
                <a:t>MainRegistrarForm</a:t>
              </a:r>
              <a:endParaRPr sz="1800">
                <a:solidFill>
                  <a:schemeClr val="dk1"/>
                </a:solidFill>
                <a:latin typeface="Constantia"/>
                <a:ea typeface="Constantia"/>
                <a:cs typeface="Constantia"/>
                <a:sym typeface="Constantia"/>
              </a:endParaRPr>
            </a:p>
          </p:txBody>
        </p:sp>
        <p:sp>
          <p:nvSpPr>
            <p:cNvPr id="717" name="Google Shape;717;p16"/>
            <p:cNvSpPr/>
            <p:nvPr/>
          </p:nvSpPr>
          <p:spPr>
            <a:xfrm>
              <a:off x="5213350" y="1876425"/>
              <a:ext cx="2044700" cy="306388"/>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18" name="Google Shape;718;p16"/>
            <p:cNvSpPr/>
            <p:nvPr/>
          </p:nvSpPr>
          <p:spPr>
            <a:xfrm>
              <a:off x="5213350" y="2005013"/>
              <a:ext cx="2044700" cy="177800"/>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719" name="Google Shape;719;p16"/>
            <p:cNvCxnSpPr/>
            <p:nvPr/>
          </p:nvCxnSpPr>
          <p:spPr>
            <a:xfrm rot="10800000">
              <a:off x="6227763" y="2487613"/>
              <a:ext cx="0" cy="344487"/>
            </a:xfrm>
            <a:prstGeom prst="straightConnector1">
              <a:avLst/>
            </a:prstGeom>
            <a:noFill/>
            <a:ln cap="flat" cmpd="sng" w="9525">
              <a:solidFill>
                <a:schemeClr val="dk1"/>
              </a:solidFill>
              <a:prstDash val="solid"/>
              <a:round/>
              <a:headEnd len="med" w="med" type="none"/>
              <a:tailEnd len="med" w="med" type="none"/>
            </a:ln>
          </p:spPr>
        </p:cxnSp>
        <p:sp>
          <p:nvSpPr>
            <p:cNvPr id="720" name="Google Shape;720;p16"/>
            <p:cNvSpPr/>
            <p:nvPr/>
          </p:nvSpPr>
          <p:spPr>
            <a:xfrm>
              <a:off x="6453188" y="2206625"/>
              <a:ext cx="120650" cy="2587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chemeClr val="dk1"/>
                  </a:solidFill>
                  <a:latin typeface="Constantia"/>
                  <a:ea typeface="Constantia"/>
                  <a:cs typeface="Constantia"/>
                  <a:sym typeface="Constantia"/>
                </a:rPr>
                <a:t>1</a:t>
              </a:r>
              <a:endParaRPr sz="1800">
                <a:solidFill>
                  <a:schemeClr val="dk1"/>
                </a:solidFill>
                <a:latin typeface="Constantia"/>
                <a:ea typeface="Constantia"/>
                <a:cs typeface="Constantia"/>
                <a:sym typeface="Constantia"/>
              </a:endParaRPr>
            </a:p>
          </p:txBody>
        </p:sp>
        <p:sp>
          <p:nvSpPr>
            <p:cNvPr id="721" name="Google Shape;721;p16"/>
            <p:cNvSpPr/>
            <p:nvPr/>
          </p:nvSpPr>
          <p:spPr>
            <a:xfrm>
              <a:off x="6162675" y="2220913"/>
              <a:ext cx="146050" cy="273050"/>
            </a:xfrm>
            <a:custGeom>
              <a:rect b="b" l="l" r="r" t="t"/>
              <a:pathLst>
                <a:path extrusionOk="0" h="172" w="92">
                  <a:moveTo>
                    <a:pt x="41" y="0"/>
                  </a:moveTo>
                  <a:lnTo>
                    <a:pt x="92" y="91"/>
                  </a:lnTo>
                  <a:lnTo>
                    <a:pt x="41" y="172"/>
                  </a:lnTo>
                  <a:lnTo>
                    <a:pt x="0" y="91"/>
                  </a:lnTo>
                  <a:lnTo>
                    <a:pt x="41" y="0"/>
                  </a:lnTo>
                  <a:close/>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722" name="Google Shape;722;p16"/>
            <p:cNvCxnSpPr/>
            <p:nvPr/>
          </p:nvCxnSpPr>
          <p:spPr>
            <a:xfrm>
              <a:off x="6227763" y="2832100"/>
              <a:ext cx="1587" cy="611188"/>
            </a:xfrm>
            <a:prstGeom prst="straightConnector1">
              <a:avLst/>
            </a:prstGeom>
            <a:noFill/>
            <a:ln cap="flat" cmpd="sng" w="9525">
              <a:solidFill>
                <a:schemeClr val="dk1"/>
              </a:solidFill>
              <a:prstDash val="solid"/>
              <a:round/>
              <a:headEnd len="med" w="med" type="none"/>
              <a:tailEnd len="med" w="med" type="none"/>
            </a:ln>
          </p:spPr>
        </p:cxnSp>
        <p:cxnSp>
          <p:nvCxnSpPr>
            <p:cNvPr id="723" name="Google Shape;723;p16"/>
            <p:cNvCxnSpPr/>
            <p:nvPr/>
          </p:nvCxnSpPr>
          <p:spPr>
            <a:xfrm flipH="1" rot="10800000">
              <a:off x="6227763" y="3700463"/>
              <a:ext cx="1587" cy="419100"/>
            </a:xfrm>
            <a:prstGeom prst="straightConnector1">
              <a:avLst/>
            </a:prstGeom>
            <a:noFill/>
            <a:ln cap="flat" cmpd="sng" w="9525">
              <a:solidFill>
                <a:schemeClr val="dk1"/>
              </a:solidFill>
              <a:prstDash val="solid"/>
              <a:round/>
              <a:headEnd len="med" w="med" type="none"/>
              <a:tailEnd len="med" w="med" type="none"/>
            </a:ln>
          </p:spPr>
        </p:cxnSp>
        <p:cxnSp>
          <p:nvCxnSpPr>
            <p:cNvPr id="724" name="Google Shape;724;p16"/>
            <p:cNvCxnSpPr/>
            <p:nvPr/>
          </p:nvCxnSpPr>
          <p:spPr>
            <a:xfrm>
              <a:off x="6227763" y="4119563"/>
              <a:ext cx="1587" cy="455612"/>
            </a:xfrm>
            <a:prstGeom prst="straightConnector1">
              <a:avLst/>
            </a:prstGeom>
            <a:noFill/>
            <a:ln cap="flat" cmpd="sng" w="9525">
              <a:solidFill>
                <a:schemeClr val="dk1"/>
              </a:solidFill>
              <a:prstDash val="solid"/>
              <a:round/>
              <a:headEnd len="med" w="med" type="none"/>
              <a:tailEnd len="med" w="med" type="none"/>
            </a:ln>
          </p:spPr>
        </p:cxnSp>
        <p:sp>
          <p:nvSpPr>
            <p:cNvPr id="725" name="Google Shape;725;p16"/>
            <p:cNvSpPr/>
            <p:nvPr/>
          </p:nvSpPr>
          <p:spPr>
            <a:xfrm>
              <a:off x="6453188" y="4295775"/>
              <a:ext cx="120650" cy="2587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Constantia"/>
                  <a:ea typeface="Constantia"/>
                  <a:cs typeface="Constantia"/>
                  <a:sym typeface="Constantia"/>
                </a:rPr>
                <a:t>1</a:t>
              </a:r>
              <a:endParaRPr sz="1800">
                <a:solidFill>
                  <a:schemeClr val="dk1"/>
                </a:solidFill>
                <a:latin typeface="Constantia"/>
                <a:ea typeface="Constantia"/>
                <a:cs typeface="Constantia"/>
                <a:sym typeface="Constantia"/>
              </a:endParaRPr>
            </a:p>
          </p:txBody>
        </p:sp>
        <p:sp>
          <p:nvSpPr>
            <p:cNvPr id="726" name="Google Shape;726;p16"/>
            <p:cNvSpPr/>
            <p:nvPr/>
          </p:nvSpPr>
          <p:spPr>
            <a:xfrm>
              <a:off x="6453188" y="4295775"/>
              <a:ext cx="120650" cy="2587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chemeClr val="dk1"/>
                  </a:solidFill>
                  <a:latin typeface="Constantia"/>
                  <a:ea typeface="Constantia"/>
                  <a:cs typeface="Constantia"/>
                  <a:sym typeface="Constantia"/>
                </a:rPr>
                <a:t>1</a:t>
              </a:r>
              <a:endParaRPr sz="1800">
                <a:solidFill>
                  <a:schemeClr val="dk1"/>
                </a:solidFill>
                <a:latin typeface="Constantia"/>
                <a:ea typeface="Constantia"/>
                <a:cs typeface="Constantia"/>
                <a:sym typeface="Constantia"/>
              </a:endParaRPr>
            </a:p>
          </p:txBody>
        </p:sp>
        <p:sp>
          <p:nvSpPr>
            <p:cNvPr id="727" name="Google Shape;727;p16"/>
            <p:cNvSpPr/>
            <p:nvPr/>
          </p:nvSpPr>
          <p:spPr>
            <a:xfrm>
              <a:off x="1684338" y="1543050"/>
              <a:ext cx="2014537" cy="642938"/>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28" name="Google Shape;728;p16"/>
            <p:cNvSpPr/>
            <p:nvPr/>
          </p:nvSpPr>
          <p:spPr>
            <a:xfrm>
              <a:off x="1862138" y="1590675"/>
              <a:ext cx="1719262" cy="2587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Constantia"/>
                  <a:ea typeface="Constantia"/>
                  <a:cs typeface="Constantia"/>
                  <a:sym typeface="Constantia"/>
                </a:rPr>
                <a:t>MainStudentForm</a:t>
              </a:r>
              <a:endParaRPr sz="1800">
                <a:solidFill>
                  <a:schemeClr val="dk1"/>
                </a:solidFill>
                <a:latin typeface="Constantia"/>
                <a:ea typeface="Constantia"/>
                <a:cs typeface="Constantia"/>
                <a:sym typeface="Constantia"/>
              </a:endParaRPr>
            </a:p>
          </p:txBody>
        </p:sp>
        <p:sp>
          <p:nvSpPr>
            <p:cNvPr id="729" name="Google Shape;729;p16"/>
            <p:cNvSpPr/>
            <p:nvPr/>
          </p:nvSpPr>
          <p:spPr>
            <a:xfrm>
              <a:off x="1684338" y="1881188"/>
              <a:ext cx="2014537" cy="304800"/>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30" name="Google Shape;730;p16"/>
            <p:cNvSpPr/>
            <p:nvPr/>
          </p:nvSpPr>
          <p:spPr>
            <a:xfrm>
              <a:off x="1684338" y="2009775"/>
              <a:ext cx="2014537" cy="176213"/>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731" name="Google Shape;731;p16"/>
            <p:cNvCxnSpPr/>
            <p:nvPr/>
          </p:nvCxnSpPr>
          <p:spPr>
            <a:xfrm rot="10800000">
              <a:off x="2676525" y="2460625"/>
              <a:ext cx="6350" cy="273050"/>
            </a:xfrm>
            <a:prstGeom prst="straightConnector1">
              <a:avLst/>
            </a:prstGeom>
            <a:noFill/>
            <a:ln cap="flat" cmpd="sng" w="9525">
              <a:solidFill>
                <a:schemeClr val="dk1"/>
              </a:solidFill>
              <a:prstDash val="solid"/>
              <a:round/>
              <a:headEnd len="med" w="med" type="none"/>
              <a:tailEnd len="med" w="med" type="none"/>
            </a:ln>
          </p:spPr>
        </p:cxnSp>
        <p:sp>
          <p:nvSpPr>
            <p:cNvPr id="732" name="Google Shape;732;p16"/>
            <p:cNvSpPr/>
            <p:nvPr/>
          </p:nvSpPr>
          <p:spPr>
            <a:xfrm>
              <a:off x="2908300" y="2173288"/>
              <a:ext cx="120650" cy="2587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chemeClr val="dk1"/>
                  </a:solidFill>
                  <a:latin typeface="Constantia"/>
                  <a:ea typeface="Constantia"/>
                  <a:cs typeface="Constantia"/>
                  <a:sym typeface="Constantia"/>
                </a:rPr>
                <a:t>1</a:t>
              </a:r>
              <a:endParaRPr sz="1800">
                <a:solidFill>
                  <a:schemeClr val="dk1"/>
                </a:solidFill>
                <a:latin typeface="Constantia"/>
                <a:ea typeface="Constantia"/>
                <a:cs typeface="Constantia"/>
                <a:sym typeface="Constantia"/>
              </a:endParaRPr>
            </a:p>
          </p:txBody>
        </p:sp>
        <p:sp>
          <p:nvSpPr>
            <p:cNvPr id="733" name="Google Shape;733;p16"/>
            <p:cNvSpPr/>
            <p:nvPr/>
          </p:nvSpPr>
          <p:spPr>
            <a:xfrm>
              <a:off x="2619375" y="2185988"/>
              <a:ext cx="144463" cy="290512"/>
            </a:xfrm>
            <a:custGeom>
              <a:rect b="b" l="l" r="r" t="t"/>
              <a:pathLst>
                <a:path extrusionOk="0" h="183" w="91">
                  <a:moveTo>
                    <a:pt x="40" y="0"/>
                  </a:moveTo>
                  <a:lnTo>
                    <a:pt x="91" y="92"/>
                  </a:lnTo>
                  <a:lnTo>
                    <a:pt x="40" y="183"/>
                  </a:lnTo>
                  <a:lnTo>
                    <a:pt x="0" y="92"/>
                  </a:lnTo>
                  <a:lnTo>
                    <a:pt x="40" y="0"/>
                  </a:lnTo>
                  <a:close/>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734" name="Google Shape;734;p16"/>
            <p:cNvCxnSpPr/>
            <p:nvPr/>
          </p:nvCxnSpPr>
          <p:spPr>
            <a:xfrm>
              <a:off x="2682875" y="2733675"/>
              <a:ext cx="1588" cy="547688"/>
            </a:xfrm>
            <a:prstGeom prst="straightConnector1">
              <a:avLst/>
            </a:prstGeom>
            <a:noFill/>
            <a:ln cap="flat" cmpd="sng" w="9525">
              <a:solidFill>
                <a:schemeClr val="dk1"/>
              </a:solidFill>
              <a:prstDash val="solid"/>
              <a:round/>
              <a:headEnd len="med" w="med" type="none"/>
              <a:tailEnd len="med" w="med" type="none"/>
            </a:ln>
          </p:spPr>
        </p:cxnSp>
        <p:cxnSp>
          <p:nvCxnSpPr>
            <p:cNvPr id="735" name="Google Shape;735;p16"/>
            <p:cNvCxnSpPr/>
            <p:nvPr/>
          </p:nvCxnSpPr>
          <p:spPr>
            <a:xfrm flipH="1" rot="10800000">
              <a:off x="2682875" y="3587750"/>
              <a:ext cx="1588" cy="515938"/>
            </a:xfrm>
            <a:prstGeom prst="straightConnector1">
              <a:avLst/>
            </a:prstGeom>
            <a:noFill/>
            <a:ln cap="flat" cmpd="sng" w="9525">
              <a:solidFill>
                <a:schemeClr val="dk1"/>
              </a:solidFill>
              <a:prstDash val="solid"/>
              <a:round/>
              <a:headEnd len="med" w="med" type="none"/>
              <a:tailEnd len="med" w="med" type="none"/>
            </a:ln>
          </p:spPr>
        </p:cxnSp>
        <p:cxnSp>
          <p:nvCxnSpPr>
            <p:cNvPr id="736" name="Google Shape;736;p16"/>
            <p:cNvCxnSpPr/>
            <p:nvPr/>
          </p:nvCxnSpPr>
          <p:spPr>
            <a:xfrm>
              <a:off x="2682875" y="4103688"/>
              <a:ext cx="1588" cy="603250"/>
            </a:xfrm>
            <a:prstGeom prst="straightConnector1">
              <a:avLst/>
            </a:prstGeom>
            <a:noFill/>
            <a:ln cap="flat" cmpd="sng" w="9525">
              <a:solidFill>
                <a:schemeClr val="dk1"/>
              </a:solidFill>
              <a:prstDash val="solid"/>
              <a:round/>
              <a:headEnd len="med" w="med" type="none"/>
              <a:tailEnd len="med" w="med" type="none"/>
            </a:ln>
          </p:spPr>
        </p:cxnSp>
        <p:sp>
          <p:nvSpPr>
            <p:cNvPr id="737" name="Google Shape;737;p16"/>
            <p:cNvSpPr/>
            <p:nvPr/>
          </p:nvSpPr>
          <p:spPr>
            <a:xfrm>
              <a:off x="1411288" y="3009900"/>
              <a:ext cx="2633662" cy="97790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38" name="Google Shape;738;p16"/>
            <p:cNvSpPr/>
            <p:nvPr/>
          </p:nvSpPr>
          <p:spPr>
            <a:xfrm>
              <a:off x="1524000" y="3322638"/>
              <a:ext cx="2436813" cy="2587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Constantia"/>
                  <a:ea typeface="Constantia"/>
                  <a:cs typeface="Constantia"/>
                  <a:sym typeface="Constantia"/>
                </a:rPr>
                <a:t>RegisterForCoursesForm</a:t>
              </a:r>
              <a:endParaRPr sz="1800">
                <a:solidFill>
                  <a:schemeClr val="dk1"/>
                </a:solidFill>
                <a:latin typeface="Constantia"/>
                <a:ea typeface="Constantia"/>
                <a:cs typeface="Constantia"/>
                <a:sym typeface="Constantia"/>
              </a:endParaRPr>
            </a:p>
          </p:txBody>
        </p:sp>
        <p:sp>
          <p:nvSpPr>
            <p:cNvPr id="739" name="Google Shape;739;p16"/>
            <p:cNvSpPr/>
            <p:nvPr/>
          </p:nvSpPr>
          <p:spPr>
            <a:xfrm>
              <a:off x="1411288" y="3594100"/>
              <a:ext cx="2638425" cy="393700"/>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40" name="Google Shape;740;p16"/>
            <p:cNvSpPr/>
            <p:nvPr/>
          </p:nvSpPr>
          <p:spPr>
            <a:xfrm>
              <a:off x="1411288" y="3738563"/>
              <a:ext cx="2640012" cy="249237"/>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41" name="Google Shape;741;p16"/>
            <p:cNvSpPr/>
            <p:nvPr/>
          </p:nvSpPr>
          <p:spPr>
            <a:xfrm>
              <a:off x="2006600" y="3063875"/>
              <a:ext cx="1404938" cy="2587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Constantia"/>
                  <a:ea typeface="Constantia"/>
                  <a:cs typeface="Constantia"/>
                  <a:sym typeface="Constantia"/>
                </a:rPr>
                <a:t>&lt;&lt;boundary&gt;&gt;</a:t>
              </a:r>
              <a:endParaRPr sz="1800">
                <a:solidFill>
                  <a:schemeClr val="dk1"/>
                </a:solidFill>
                <a:latin typeface="Constantia"/>
                <a:ea typeface="Constantia"/>
                <a:cs typeface="Constantia"/>
                <a:sym typeface="Constantia"/>
              </a:endParaRPr>
            </a:p>
          </p:txBody>
        </p:sp>
        <p:sp>
          <p:nvSpPr>
            <p:cNvPr id="742" name="Google Shape;742;p16"/>
            <p:cNvSpPr/>
            <p:nvPr/>
          </p:nvSpPr>
          <p:spPr>
            <a:xfrm>
              <a:off x="2795588" y="2765425"/>
              <a:ext cx="361950" cy="2587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Constantia"/>
                  <a:ea typeface="Constantia"/>
                  <a:cs typeface="Constantia"/>
                  <a:sym typeface="Constantia"/>
                </a:rPr>
                <a:t>0..1</a:t>
              </a:r>
              <a:endParaRPr sz="1800">
                <a:solidFill>
                  <a:schemeClr val="dk1"/>
                </a:solidFill>
                <a:latin typeface="Constantia"/>
                <a:ea typeface="Constantia"/>
                <a:cs typeface="Constantia"/>
                <a:sym typeface="Constantia"/>
              </a:endParaRPr>
            </a:p>
          </p:txBody>
        </p:sp>
        <p:sp>
          <p:nvSpPr>
            <p:cNvPr id="743" name="Google Shape;743;p16"/>
            <p:cNvSpPr/>
            <p:nvPr/>
          </p:nvSpPr>
          <p:spPr>
            <a:xfrm>
              <a:off x="2795588" y="2765425"/>
              <a:ext cx="361950" cy="2587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chemeClr val="dk1"/>
                  </a:solidFill>
                  <a:latin typeface="Constantia"/>
                  <a:ea typeface="Constantia"/>
                  <a:cs typeface="Constantia"/>
                  <a:sym typeface="Constantia"/>
                </a:rPr>
                <a:t>0..1</a:t>
              </a:r>
              <a:endParaRPr sz="1800">
                <a:solidFill>
                  <a:schemeClr val="dk1"/>
                </a:solidFill>
                <a:latin typeface="Constantia"/>
                <a:ea typeface="Constantia"/>
                <a:cs typeface="Constantia"/>
                <a:sym typeface="Constantia"/>
              </a:endParaRPr>
            </a:p>
          </p:txBody>
        </p:sp>
        <p:sp>
          <p:nvSpPr>
            <p:cNvPr id="744" name="Google Shape;744;p16"/>
            <p:cNvSpPr/>
            <p:nvPr/>
          </p:nvSpPr>
          <p:spPr>
            <a:xfrm>
              <a:off x="2908300" y="4003675"/>
              <a:ext cx="120650" cy="2587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Constantia"/>
                  <a:ea typeface="Constantia"/>
                  <a:cs typeface="Constantia"/>
                  <a:sym typeface="Constantia"/>
                </a:rPr>
                <a:t>1</a:t>
              </a:r>
              <a:endParaRPr sz="1800">
                <a:solidFill>
                  <a:schemeClr val="dk1"/>
                </a:solidFill>
                <a:latin typeface="Constantia"/>
                <a:ea typeface="Constantia"/>
                <a:cs typeface="Constantia"/>
                <a:sym typeface="Constantia"/>
              </a:endParaRPr>
            </a:p>
          </p:txBody>
        </p:sp>
        <p:sp>
          <p:nvSpPr>
            <p:cNvPr id="745" name="Google Shape;745;p16"/>
            <p:cNvSpPr/>
            <p:nvPr/>
          </p:nvSpPr>
          <p:spPr>
            <a:xfrm>
              <a:off x="2908300" y="4003675"/>
              <a:ext cx="120650" cy="2587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chemeClr val="dk1"/>
                  </a:solidFill>
                  <a:latin typeface="Constantia"/>
                  <a:ea typeface="Constantia"/>
                  <a:cs typeface="Constantia"/>
                  <a:sym typeface="Constantia"/>
                </a:rPr>
                <a:t>1</a:t>
              </a:r>
              <a:endParaRPr sz="1800">
                <a:solidFill>
                  <a:schemeClr val="dk1"/>
                </a:solidFill>
                <a:latin typeface="Constantia"/>
                <a:ea typeface="Constantia"/>
                <a:cs typeface="Constantia"/>
                <a:sym typeface="Constantia"/>
              </a:endParaRPr>
            </a:p>
          </p:txBody>
        </p:sp>
        <p:sp>
          <p:nvSpPr>
            <p:cNvPr id="746" name="Google Shape;746;p16"/>
            <p:cNvSpPr/>
            <p:nvPr/>
          </p:nvSpPr>
          <p:spPr>
            <a:xfrm>
              <a:off x="5035550" y="3001963"/>
              <a:ext cx="2400300" cy="998537"/>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47" name="Google Shape;747;p16"/>
            <p:cNvSpPr/>
            <p:nvPr/>
          </p:nvSpPr>
          <p:spPr>
            <a:xfrm>
              <a:off x="5164138" y="3324225"/>
              <a:ext cx="2209800" cy="2587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Constantia"/>
                  <a:ea typeface="Constantia"/>
                  <a:cs typeface="Constantia"/>
                  <a:sym typeface="Constantia"/>
                </a:rPr>
                <a:t>CloseRegistrationForm</a:t>
              </a:r>
              <a:endParaRPr sz="1800">
                <a:solidFill>
                  <a:schemeClr val="dk1"/>
                </a:solidFill>
                <a:latin typeface="Constantia"/>
                <a:ea typeface="Constantia"/>
                <a:cs typeface="Constantia"/>
                <a:sym typeface="Constantia"/>
              </a:endParaRPr>
            </a:p>
          </p:txBody>
        </p:sp>
        <p:sp>
          <p:nvSpPr>
            <p:cNvPr id="748" name="Google Shape;748;p16"/>
            <p:cNvSpPr/>
            <p:nvPr/>
          </p:nvSpPr>
          <p:spPr>
            <a:xfrm>
              <a:off x="5035550" y="3598863"/>
              <a:ext cx="2400300" cy="401637"/>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49" name="Google Shape;749;p16"/>
            <p:cNvSpPr/>
            <p:nvPr/>
          </p:nvSpPr>
          <p:spPr>
            <a:xfrm>
              <a:off x="5035550" y="3727450"/>
              <a:ext cx="2400300" cy="273050"/>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50" name="Google Shape;750;p16"/>
            <p:cNvSpPr/>
            <p:nvPr/>
          </p:nvSpPr>
          <p:spPr>
            <a:xfrm>
              <a:off x="5551488" y="3067050"/>
              <a:ext cx="1404937" cy="2587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Constantia"/>
                  <a:ea typeface="Constantia"/>
                  <a:cs typeface="Constantia"/>
                  <a:sym typeface="Constantia"/>
                </a:rPr>
                <a:t>&lt;&lt;boundary&gt;&gt;</a:t>
              </a:r>
              <a:endParaRPr sz="1800">
                <a:solidFill>
                  <a:schemeClr val="dk1"/>
                </a:solidFill>
                <a:latin typeface="Constantia"/>
                <a:ea typeface="Constantia"/>
                <a:cs typeface="Constantia"/>
                <a:sym typeface="Constantia"/>
              </a:endParaRPr>
            </a:p>
          </p:txBody>
        </p:sp>
        <p:sp>
          <p:nvSpPr>
            <p:cNvPr id="751" name="Google Shape;751;p16"/>
            <p:cNvSpPr/>
            <p:nvPr/>
          </p:nvSpPr>
          <p:spPr>
            <a:xfrm>
              <a:off x="6340475" y="2728913"/>
              <a:ext cx="361950" cy="2587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Constantia"/>
                  <a:ea typeface="Constantia"/>
                  <a:cs typeface="Constantia"/>
                  <a:sym typeface="Constantia"/>
                </a:rPr>
                <a:t>0..1</a:t>
              </a:r>
              <a:endParaRPr sz="1800">
                <a:solidFill>
                  <a:schemeClr val="dk1"/>
                </a:solidFill>
                <a:latin typeface="Constantia"/>
                <a:ea typeface="Constantia"/>
                <a:cs typeface="Constantia"/>
                <a:sym typeface="Constantia"/>
              </a:endParaRPr>
            </a:p>
          </p:txBody>
        </p:sp>
        <p:sp>
          <p:nvSpPr>
            <p:cNvPr id="752" name="Google Shape;752;p16"/>
            <p:cNvSpPr/>
            <p:nvPr/>
          </p:nvSpPr>
          <p:spPr>
            <a:xfrm>
              <a:off x="6340475" y="2728913"/>
              <a:ext cx="361950" cy="2587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chemeClr val="dk1"/>
                  </a:solidFill>
                  <a:latin typeface="Constantia"/>
                  <a:ea typeface="Constantia"/>
                  <a:cs typeface="Constantia"/>
                  <a:sym typeface="Constantia"/>
                </a:rPr>
                <a:t>0..1</a:t>
              </a:r>
              <a:endParaRPr sz="1800">
                <a:solidFill>
                  <a:schemeClr val="dk1"/>
                </a:solidFill>
                <a:latin typeface="Constantia"/>
                <a:ea typeface="Constantia"/>
                <a:cs typeface="Constantia"/>
                <a:sym typeface="Constantia"/>
              </a:endParaRPr>
            </a:p>
          </p:txBody>
        </p:sp>
        <p:sp>
          <p:nvSpPr>
            <p:cNvPr id="753" name="Google Shape;753;p16"/>
            <p:cNvSpPr/>
            <p:nvPr/>
          </p:nvSpPr>
          <p:spPr>
            <a:xfrm>
              <a:off x="4891088" y="4554538"/>
              <a:ext cx="2790825" cy="1077912"/>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54" name="Google Shape;754;p16"/>
            <p:cNvSpPr/>
            <p:nvPr/>
          </p:nvSpPr>
          <p:spPr>
            <a:xfrm>
              <a:off x="4970463" y="4859338"/>
              <a:ext cx="2643187" cy="2587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Constantia"/>
                  <a:ea typeface="Constantia"/>
                  <a:cs typeface="Constantia"/>
                  <a:sym typeface="Constantia"/>
                </a:rPr>
                <a:t>CloseRegistrationController</a:t>
              </a:r>
              <a:endParaRPr sz="1800">
                <a:solidFill>
                  <a:schemeClr val="dk1"/>
                </a:solidFill>
                <a:latin typeface="Constantia"/>
                <a:ea typeface="Constantia"/>
                <a:cs typeface="Constantia"/>
                <a:sym typeface="Constantia"/>
              </a:endParaRPr>
            </a:p>
          </p:txBody>
        </p:sp>
        <p:sp>
          <p:nvSpPr>
            <p:cNvPr id="755" name="Google Shape;755;p16"/>
            <p:cNvSpPr/>
            <p:nvPr/>
          </p:nvSpPr>
          <p:spPr>
            <a:xfrm>
              <a:off x="4891088" y="5149850"/>
              <a:ext cx="2792412" cy="482600"/>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56" name="Google Shape;756;p16"/>
            <p:cNvSpPr/>
            <p:nvPr/>
          </p:nvSpPr>
          <p:spPr>
            <a:xfrm>
              <a:off x="4891088" y="5278438"/>
              <a:ext cx="2789237" cy="354012"/>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57" name="Google Shape;757;p16"/>
            <p:cNvSpPr/>
            <p:nvPr/>
          </p:nvSpPr>
          <p:spPr>
            <a:xfrm>
              <a:off x="5664200" y="4602163"/>
              <a:ext cx="1150938" cy="2587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Constantia"/>
                  <a:ea typeface="Constantia"/>
                  <a:cs typeface="Constantia"/>
                  <a:sym typeface="Constantia"/>
                </a:rPr>
                <a:t>&lt;&lt;control&gt;&gt;</a:t>
              </a:r>
              <a:endParaRPr sz="1800">
                <a:solidFill>
                  <a:schemeClr val="dk1"/>
                </a:solidFill>
                <a:latin typeface="Constantia"/>
                <a:ea typeface="Constantia"/>
                <a:cs typeface="Constantia"/>
                <a:sym typeface="Constantia"/>
              </a:endParaRPr>
            </a:p>
          </p:txBody>
        </p:sp>
        <p:sp>
          <p:nvSpPr>
            <p:cNvPr id="758" name="Google Shape;758;p16"/>
            <p:cNvSpPr/>
            <p:nvPr/>
          </p:nvSpPr>
          <p:spPr>
            <a:xfrm>
              <a:off x="1555750" y="4559300"/>
              <a:ext cx="2271713" cy="1084263"/>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59" name="Google Shape;759;p16"/>
            <p:cNvSpPr/>
            <p:nvPr/>
          </p:nvSpPr>
          <p:spPr>
            <a:xfrm>
              <a:off x="1684338" y="4851400"/>
              <a:ext cx="2090737" cy="2587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Constantia"/>
                  <a:ea typeface="Constantia"/>
                  <a:cs typeface="Constantia"/>
                  <a:sym typeface="Constantia"/>
                </a:rPr>
                <a:t>RegistrationController</a:t>
              </a:r>
              <a:endParaRPr sz="1800">
                <a:solidFill>
                  <a:schemeClr val="dk1"/>
                </a:solidFill>
                <a:latin typeface="Constantia"/>
                <a:ea typeface="Constantia"/>
                <a:cs typeface="Constantia"/>
                <a:sym typeface="Constantia"/>
              </a:endParaRPr>
            </a:p>
          </p:txBody>
        </p:sp>
        <p:sp>
          <p:nvSpPr>
            <p:cNvPr id="760" name="Google Shape;760;p16"/>
            <p:cNvSpPr/>
            <p:nvPr/>
          </p:nvSpPr>
          <p:spPr>
            <a:xfrm>
              <a:off x="1555750" y="5156200"/>
              <a:ext cx="2271713" cy="487363"/>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61" name="Google Shape;761;p16"/>
            <p:cNvSpPr/>
            <p:nvPr/>
          </p:nvSpPr>
          <p:spPr>
            <a:xfrm>
              <a:off x="1555750" y="5283200"/>
              <a:ext cx="2271713" cy="360363"/>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62" name="Google Shape;762;p16"/>
            <p:cNvSpPr/>
            <p:nvPr/>
          </p:nvSpPr>
          <p:spPr>
            <a:xfrm>
              <a:off x="2119313" y="4594225"/>
              <a:ext cx="1150937" cy="2587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Constantia"/>
                  <a:ea typeface="Constantia"/>
                  <a:cs typeface="Constantia"/>
                  <a:sym typeface="Constantia"/>
                </a:rPr>
                <a:t>&lt;&lt;control&gt;&gt;</a:t>
              </a:r>
              <a:endParaRPr sz="1800">
                <a:solidFill>
                  <a:schemeClr val="dk1"/>
                </a:solidFill>
                <a:latin typeface="Constantia"/>
                <a:ea typeface="Constantia"/>
                <a:cs typeface="Constantia"/>
                <a:sym typeface="Constantia"/>
              </a:endParaRPr>
            </a:p>
          </p:txBody>
        </p:sp>
        <p:sp>
          <p:nvSpPr>
            <p:cNvPr id="763" name="Google Shape;763;p16"/>
            <p:cNvSpPr/>
            <p:nvPr/>
          </p:nvSpPr>
          <p:spPr>
            <a:xfrm>
              <a:off x="2908300" y="4310063"/>
              <a:ext cx="120650" cy="2587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Constantia"/>
                  <a:ea typeface="Constantia"/>
                  <a:cs typeface="Constantia"/>
                  <a:sym typeface="Constantia"/>
                </a:rPr>
                <a:t>1</a:t>
              </a:r>
              <a:endParaRPr sz="1800">
                <a:solidFill>
                  <a:schemeClr val="dk1"/>
                </a:solidFill>
                <a:latin typeface="Constantia"/>
                <a:ea typeface="Constantia"/>
                <a:cs typeface="Constantia"/>
                <a:sym typeface="Constantia"/>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17"/>
          <p:cNvSpPr txBox="1"/>
          <p:nvPr>
            <p:ph type="title"/>
          </p:nvPr>
        </p:nvSpPr>
        <p:spPr>
          <a:xfrm>
            <a:off x="457200" y="704088"/>
            <a:ext cx="8229600" cy="7437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000"/>
              <a:buFont typeface="Calibri"/>
              <a:buNone/>
            </a:pPr>
            <a:r>
              <a:rPr lang="en-US" sz="4000"/>
              <a:t>Example: University Artifacts Package</a:t>
            </a:r>
            <a:endParaRPr sz="4000"/>
          </a:p>
        </p:txBody>
      </p:sp>
      <p:sp>
        <p:nvSpPr>
          <p:cNvPr id="769" name="Google Shape;769;p1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770" name="Google Shape;770;p17"/>
          <p:cNvGrpSpPr/>
          <p:nvPr/>
        </p:nvGrpSpPr>
        <p:grpSpPr>
          <a:xfrm>
            <a:off x="457200" y="1935163"/>
            <a:ext cx="8229600" cy="4389437"/>
            <a:chOff x="603250" y="930275"/>
            <a:chExt cx="8213958" cy="5300663"/>
          </a:xfrm>
        </p:grpSpPr>
        <p:cxnSp>
          <p:nvCxnSpPr>
            <p:cNvPr id="771" name="Google Shape;771;p17"/>
            <p:cNvCxnSpPr/>
            <p:nvPr/>
          </p:nvCxnSpPr>
          <p:spPr>
            <a:xfrm rot="10800000">
              <a:off x="5676900" y="2952750"/>
              <a:ext cx="0" cy="409575"/>
            </a:xfrm>
            <a:prstGeom prst="straightConnector1">
              <a:avLst/>
            </a:prstGeom>
            <a:noFill/>
            <a:ln cap="flat" cmpd="sng" w="9525">
              <a:solidFill>
                <a:schemeClr val="dk1"/>
              </a:solidFill>
              <a:prstDash val="solid"/>
              <a:round/>
              <a:headEnd len="med" w="med" type="none"/>
              <a:tailEnd len="med" w="med" type="none"/>
            </a:ln>
          </p:spPr>
        </p:cxnSp>
        <p:cxnSp>
          <p:nvCxnSpPr>
            <p:cNvPr id="772" name="Google Shape;772;p17"/>
            <p:cNvCxnSpPr/>
            <p:nvPr/>
          </p:nvCxnSpPr>
          <p:spPr>
            <a:xfrm rot="10800000">
              <a:off x="2536825" y="2165350"/>
              <a:ext cx="1588" cy="247650"/>
            </a:xfrm>
            <a:prstGeom prst="straightConnector1">
              <a:avLst/>
            </a:prstGeom>
            <a:noFill/>
            <a:ln cap="flat" cmpd="sng" w="9525">
              <a:solidFill>
                <a:schemeClr val="dk1"/>
              </a:solidFill>
              <a:prstDash val="solid"/>
              <a:round/>
              <a:headEnd len="med" w="med" type="none"/>
              <a:tailEnd len="med" w="med" type="none"/>
            </a:ln>
          </p:spPr>
        </p:cxnSp>
        <p:cxnSp>
          <p:nvCxnSpPr>
            <p:cNvPr id="773" name="Google Shape;773;p17"/>
            <p:cNvCxnSpPr/>
            <p:nvPr/>
          </p:nvCxnSpPr>
          <p:spPr>
            <a:xfrm flipH="1" rot="10800000">
              <a:off x="1189038" y="2162175"/>
              <a:ext cx="1587" cy="303213"/>
            </a:xfrm>
            <a:prstGeom prst="straightConnector1">
              <a:avLst/>
            </a:prstGeom>
            <a:noFill/>
            <a:ln cap="flat" cmpd="sng" w="9525">
              <a:solidFill>
                <a:schemeClr val="dk1"/>
              </a:solidFill>
              <a:prstDash val="solid"/>
              <a:round/>
              <a:headEnd len="med" w="med" type="none"/>
              <a:tailEnd len="med" w="med" type="none"/>
            </a:ln>
          </p:spPr>
        </p:cxnSp>
        <p:cxnSp>
          <p:nvCxnSpPr>
            <p:cNvPr id="774" name="Google Shape;774;p17"/>
            <p:cNvCxnSpPr/>
            <p:nvPr/>
          </p:nvCxnSpPr>
          <p:spPr>
            <a:xfrm flipH="1">
              <a:off x="4011613" y="5000625"/>
              <a:ext cx="2693987" cy="1588"/>
            </a:xfrm>
            <a:prstGeom prst="straightConnector1">
              <a:avLst/>
            </a:prstGeom>
            <a:noFill/>
            <a:ln cap="flat" cmpd="sng" w="9525">
              <a:solidFill>
                <a:schemeClr val="dk1"/>
              </a:solidFill>
              <a:prstDash val="solid"/>
              <a:round/>
              <a:headEnd len="med" w="med" type="none"/>
              <a:tailEnd len="med" w="med" type="none"/>
            </a:ln>
          </p:spPr>
        </p:cxnSp>
        <p:cxnSp>
          <p:nvCxnSpPr>
            <p:cNvPr id="775" name="Google Shape;775;p17"/>
            <p:cNvCxnSpPr/>
            <p:nvPr/>
          </p:nvCxnSpPr>
          <p:spPr>
            <a:xfrm rot="10800000">
              <a:off x="6099175" y="1536700"/>
              <a:ext cx="1660525" cy="1744663"/>
            </a:xfrm>
            <a:prstGeom prst="straightConnector1">
              <a:avLst/>
            </a:prstGeom>
            <a:noFill/>
            <a:ln cap="flat" cmpd="sng" w="9525">
              <a:solidFill>
                <a:schemeClr val="dk1"/>
              </a:solidFill>
              <a:prstDash val="solid"/>
              <a:round/>
              <a:headEnd len="med" w="med" type="none"/>
              <a:tailEnd len="med" w="med" type="none"/>
            </a:ln>
          </p:spPr>
        </p:cxnSp>
        <p:sp>
          <p:nvSpPr>
            <p:cNvPr id="776" name="Google Shape;776;p17"/>
            <p:cNvSpPr/>
            <p:nvPr/>
          </p:nvSpPr>
          <p:spPr>
            <a:xfrm>
              <a:off x="603250" y="2398713"/>
              <a:ext cx="1192213" cy="652462"/>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777" name="Google Shape;777;p17"/>
            <p:cNvSpPr/>
            <p:nvPr/>
          </p:nvSpPr>
          <p:spPr>
            <a:xfrm>
              <a:off x="665163" y="2624138"/>
              <a:ext cx="997261"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FulltimeStudent</a:t>
              </a:r>
              <a:endParaRPr sz="1200">
                <a:solidFill>
                  <a:schemeClr val="dk1"/>
                </a:solidFill>
                <a:latin typeface="Arial"/>
                <a:ea typeface="Arial"/>
                <a:cs typeface="Arial"/>
                <a:sym typeface="Arial"/>
              </a:endParaRPr>
            </a:p>
          </p:txBody>
        </p:sp>
        <p:sp>
          <p:nvSpPr>
            <p:cNvPr id="778" name="Google Shape;778;p17"/>
            <p:cNvSpPr/>
            <p:nvPr/>
          </p:nvSpPr>
          <p:spPr>
            <a:xfrm>
              <a:off x="603250" y="2814638"/>
              <a:ext cx="1192213" cy="236537"/>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779" name="Google Shape;779;p17"/>
            <p:cNvSpPr/>
            <p:nvPr/>
          </p:nvSpPr>
          <p:spPr>
            <a:xfrm>
              <a:off x="603250" y="2894013"/>
              <a:ext cx="1192213" cy="157162"/>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780" name="Google Shape;780;p17"/>
            <p:cNvSpPr/>
            <p:nvPr/>
          </p:nvSpPr>
          <p:spPr>
            <a:xfrm>
              <a:off x="839788" y="2443163"/>
              <a:ext cx="670248"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&lt;&lt;entity&gt;&gt;</a:t>
              </a:r>
              <a:endParaRPr sz="1200">
                <a:solidFill>
                  <a:schemeClr val="dk1"/>
                </a:solidFill>
                <a:latin typeface="Arial"/>
                <a:ea typeface="Arial"/>
                <a:cs typeface="Arial"/>
                <a:sym typeface="Arial"/>
              </a:endParaRPr>
            </a:p>
          </p:txBody>
        </p:sp>
        <p:sp>
          <p:nvSpPr>
            <p:cNvPr id="781" name="Google Shape;781;p17"/>
            <p:cNvSpPr/>
            <p:nvPr/>
          </p:nvSpPr>
          <p:spPr>
            <a:xfrm>
              <a:off x="1885950" y="2403475"/>
              <a:ext cx="1260475" cy="652463"/>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782" name="Google Shape;782;p17"/>
            <p:cNvSpPr/>
            <p:nvPr/>
          </p:nvSpPr>
          <p:spPr>
            <a:xfrm>
              <a:off x="1970088" y="2628900"/>
              <a:ext cx="1028615"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ParttimeStudent</a:t>
              </a:r>
              <a:endParaRPr sz="1200">
                <a:solidFill>
                  <a:schemeClr val="dk1"/>
                </a:solidFill>
                <a:latin typeface="Arial"/>
                <a:ea typeface="Arial"/>
                <a:cs typeface="Arial"/>
                <a:sym typeface="Arial"/>
              </a:endParaRPr>
            </a:p>
          </p:txBody>
        </p:sp>
        <p:sp>
          <p:nvSpPr>
            <p:cNvPr id="783" name="Google Shape;783;p17"/>
            <p:cNvSpPr/>
            <p:nvPr/>
          </p:nvSpPr>
          <p:spPr>
            <a:xfrm>
              <a:off x="1885950" y="2819400"/>
              <a:ext cx="1260475" cy="236538"/>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784" name="Google Shape;784;p17"/>
            <p:cNvSpPr/>
            <p:nvPr/>
          </p:nvSpPr>
          <p:spPr>
            <a:xfrm>
              <a:off x="1885950" y="2898775"/>
              <a:ext cx="1260475" cy="157163"/>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785" name="Google Shape;785;p17"/>
            <p:cNvSpPr/>
            <p:nvPr/>
          </p:nvSpPr>
          <p:spPr>
            <a:xfrm>
              <a:off x="2166938" y="2447925"/>
              <a:ext cx="670248"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&lt;&lt;entity&gt;&gt;</a:t>
              </a:r>
              <a:endParaRPr sz="1200">
                <a:solidFill>
                  <a:schemeClr val="dk1"/>
                </a:solidFill>
                <a:latin typeface="Arial"/>
                <a:ea typeface="Arial"/>
                <a:cs typeface="Arial"/>
                <a:sym typeface="Arial"/>
              </a:endParaRPr>
            </a:p>
          </p:txBody>
        </p:sp>
        <p:sp>
          <p:nvSpPr>
            <p:cNvPr id="786" name="Google Shape;786;p17"/>
            <p:cNvSpPr/>
            <p:nvPr/>
          </p:nvSpPr>
          <p:spPr>
            <a:xfrm>
              <a:off x="4675188" y="3254375"/>
              <a:ext cx="2041525" cy="663575"/>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787" name="Google Shape;787;p17"/>
            <p:cNvSpPr/>
            <p:nvPr/>
          </p:nvSpPr>
          <p:spPr>
            <a:xfrm>
              <a:off x="4729163" y="3479800"/>
              <a:ext cx="1804340"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PrimaryScheduleOfferingInfo</a:t>
              </a:r>
              <a:endParaRPr sz="1200">
                <a:solidFill>
                  <a:schemeClr val="dk1"/>
                </a:solidFill>
                <a:latin typeface="Arial"/>
                <a:ea typeface="Arial"/>
                <a:cs typeface="Arial"/>
                <a:sym typeface="Arial"/>
              </a:endParaRPr>
            </a:p>
          </p:txBody>
        </p:sp>
        <p:sp>
          <p:nvSpPr>
            <p:cNvPr id="788" name="Google Shape;788;p17"/>
            <p:cNvSpPr/>
            <p:nvPr/>
          </p:nvSpPr>
          <p:spPr>
            <a:xfrm>
              <a:off x="4675188" y="3657600"/>
              <a:ext cx="2041525" cy="260350"/>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789" name="Google Shape;789;p17"/>
            <p:cNvSpPr/>
            <p:nvPr/>
          </p:nvSpPr>
          <p:spPr>
            <a:xfrm>
              <a:off x="4675188" y="3760788"/>
              <a:ext cx="2041525" cy="157162"/>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790" name="Google Shape;790;p17"/>
            <p:cNvSpPr/>
            <p:nvPr/>
          </p:nvSpPr>
          <p:spPr>
            <a:xfrm>
              <a:off x="5316538" y="3300413"/>
              <a:ext cx="670248"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&lt;&lt;entity&gt;&gt;</a:t>
              </a:r>
              <a:endParaRPr sz="1200">
                <a:solidFill>
                  <a:schemeClr val="dk1"/>
                </a:solidFill>
                <a:latin typeface="Arial"/>
                <a:ea typeface="Arial"/>
                <a:cs typeface="Arial"/>
                <a:sym typeface="Arial"/>
              </a:endParaRPr>
            </a:p>
          </p:txBody>
        </p:sp>
        <p:sp>
          <p:nvSpPr>
            <p:cNvPr id="791" name="Google Shape;791;p17"/>
            <p:cNvSpPr/>
            <p:nvPr/>
          </p:nvSpPr>
          <p:spPr>
            <a:xfrm>
              <a:off x="4900613" y="2063750"/>
              <a:ext cx="1604962" cy="663575"/>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792" name="Google Shape;792;p17"/>
            <p:cNvSpPr/>
            <p:nvPr/>
          </p:nvSpPr>
          <p:spPr>
            <a:xfrm>
              <a:off x="4989513" y="2287588"/>
              <a:ext cx="1316258"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ScheduleOfferingInfo</a:t>
              </a:r>
              <a:endParaRPr sz="1200">
                <a:solidFill>
                  <a:schemeClr val="dk1"/>
                </a:solidFill>
                <a:latin typeface="Arial"/>
                <a:ea typeface="Arial"/>
                <a:cs typeface="Arial"/>
                <a:sym typeface="Arial"/>
              </a:endParaRPr>
            </a:p>
          </p:txBody>
        </p:sp>
        <p:sp>
          <p:nvSpPr>
            <p:cNvPr id="793" name="Google Shape;793;p17"/>
            <p:cNvSpPr/>
            <p:nvPr/>
          </p:nvSpPr>
          <p:spPr>
            <a:xfrm>
              <a:off x="4900613" y="2479675"/>
              <a:ext cx="1604962" cy="247650"/>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794" name="Google Shape;794;p17"/>
            <p:cNvSpPr/>
            <p:nvPr/>
          </p:nvSpPr>
          <p:spPr>
            <a:xfrm>
              <a:off x="4900613" y="2570163"/>
              <a:ext cx="1604962" cy="157162"/>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795" name="Google Shape;795;p17"/>
            <p:cNvSpPr/>
            <p:nvPr/>
          </p:nvSpPr>
          <p:spPr>
            <a:xfrm>
              <a:off x="5334000" y="2108200"/>
              <a:ext cx="670248"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&lt;&lt;entity&gt;&gt;</a:t>
              </a:r>
              <a:endParaRPr sz="1200">
                <a:solidFill>
                  <a:schemeClr val="dk1"/>
                </a:solidFill>
                <a:latin typeface="Arial"/>
                <a:ea typeface="Arial"/>
                <a:cs typeface="Arial"/>
                <a:sym typeface="Arial"/>
              </a:endParaRPr>
            </a:p>
          </p:txBody>
        </p:sp>
        <p:grpSp>
          <p:nvGrpSpPr>
            <p:cNvPr id="796" name="Google Shape;796;p17"/>
            <p:cNvGrpSpPr/>
            <p:nvPr/>
          </p:nvGrpSpPr>
          <p:grpSpPr>
            <a:xfrm>
              <a:off x="1462088" y="1036638"/>
              <a:ext cx="798512" cy="652462"/>
              <a:chOff x="1400" y="479"/>
              <a:chExt cx="503" cy="411"/>
            </a:xfrm>
          </p:grpSpPr>
          <p:sp>
            <p:nvSpPr>
              <p:cNvPr id="797" name="Google Shape;797;p17"/>
              <p:cNvSpPr/>
              <p:nvPr/>
            </p:nvSpPr>
            <p:spPr>
              <a:xfrm>
                <a:off x="1400" y="479"/>
                <a:ext cx="503" cy="411"/>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798" name="Google Shape;798;p17"/>
              <p:cNvSpPr/>
              <p:nvPr/>
            </p:nvSpPr>
            <p:spPr>
              <a:xfrm>
                <a:off x="1492" y="621"/>
                <a:ext cx="300" cy="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Student</a:t>
                </a:r>
                <a:endParaRPr sz="1200">
                  <a:solidFill>
                    <a:schemeClr val="dk1"/>
                  </a:solidFill>
                  <a:latin typeface="Arial"/>
                  <a:ea typeface="Arial"/>
                  <a:cs typeface="Arial"/>
                  <a:sym typeface="Arial"/>
                </a:endParaRPr>
              </a:p>
            </p:txBody>
          </p:sp>
          <p:sp>
            <p:nvSpPr>
              <p:cNvPr id="799" name="Google Shape;799;p17"/>
              <p:cNvSpPr/>
              <p:nvPr/>
            </p:nvSpPr>
            <p:spPr>
              <a:xfrm>
                <a:off x="1400" y="741"/>
                <a:ext cx="503" cy="149"/>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800" name="Google Shape;800;p17"/>
              <p:cNvSpPr/>
              <p:nvPr/>
            </p:nvSpPr>
            <p:spPr>
              <a:xfrm>
                <a:off x="1400" y="798"/>
                <a:ext cx="503" cy="92"/>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801" name="Google Shape;801;p17"/>
              <p:cNvSpPr/>
              <p:nvPr/>
            </p:nvSpPr>
            <p:spPr>
              <a:xfrm>
                <a:off x="1428" y="508"/>
                <a:ext cx="300" cy="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&lt;&lt;entity&gt;&gt;</a:t>
                </a:r>
                <a:endParaRPr sz="1200">
                  <a:solidFill>
                    <a:schemeClr val="dk1"/>
                  </a:solidFill>
                  <a:latin typeface="Arial"/>
                  <a:ea typeface="Arial"/>
                  <a:cs typeface="Arial"/>
                  <a:sym typeface="Arial"/>
                </a:endParaRPr>
              </a:p>
            </p:txBody>
          </p:sp>
        </p:grpSp>
        <p:sp>
          <p:nvSpPr>
            <p:cNvPr id="802" name="Google Shape;802;p17"/>
            <p:cNvSpPr/>
            <p:nvPr/>
          </p:nvSpPr>
          <p:spPr>
            <a:xfrm>
              <a:off x="3190875" y="4662488"/>
              <a:ext cx="820738" cy="663575"/>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803" name="Google Shape;803;p17"/>
            <p:cNvSpPr/>
            <p:nvPr/>
          </p:nvSpPr>
          <p:spPr>
            <a:xfrm>
              <a:off x="3271838" y="4887913"/>
              <a:ext cx="588366"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Professor</a:t>
              </a:r>
              <a:endParaRPr sz="1200">
                <a:solidFill>
                  <a:schemeClr val="dk1"/>
                </a:solidFill>
                <a:latin typeface="Arial"/>
                <a:ea typeface="Arial"/>
                <a:cs typeface="Arial"/>
                <a:sym typeface="Arial"/>
              </a:endParaRPr>
            </a:p>
          </p:txBody>
        </p:sp>
        <p:sp>
          <p:nvSpPr>
            <p:cNvPr id="804" name="Google Shape;804;p17"/>
            <p:cNvSpPr/>
            <p:nvPr/>
          </p:nvSpPr>
          <p:spPr>
            <a:xfrm>
              <a:off x="3190875" y="5078413"/>
              <a:ext cx="820738" cy="247650"/>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805" name="Google Shape;805;p17"/>
            <p:cNvSpPr/>
            <p:nvPr/>
          </p:nvSpPr>
          <p:spPr>
            <a:xfrm>
              <a:off x="3190875" y="5168900"/>
              <a:ext cx="820738" cy="157163"/>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806" name="Google Shape;806;p17"/>
            <p:cNvSpPr/>
            <p:nvPr/>
          </p:nvSpPr>
          <p:spPr>
            <a:xfrm>
              <a:off x="3246438" y="4706938"/>
              <a:ext cx="670248"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&lt;&lt;entity&gt;&gt;</a:t>
              </a:r>
              <a:endParaRPr sz="1200">
                <a:solidFill>
                  <a:schemeClr val="dk1"/>
                </a:solidFill>
                <a:latin typeface="Arial"/>
                <a:ea typeface="Arial"/>
                <a:cs typeface="Arial"/>
                <a:sym typeface="Arial"/>
              </a:endParaRPr>
            </a:p>
          </p:txBody>
        </p:sp>
        <p:grpSp>
          <p:nvGrpSpPr>
            <p:cNvPr id="807" name="Google Shape;807;p17"/>
            <p:cNvGrpSpPr/>
            <p:nvPr/>
          </p:nvGrpSpPr>
          <p:grpSpPr>
            <a:xfrm>
              <a:off x="5327650" y="930275"/>
              <a:ext cx="800100" cy="652463"/>
              <a:chOff x="3356" y="621"/>
              <a:chExt cx="504" cy="411"/>
            </a:xfrm>
          </p:grpSpPr>
          <p:sp>
            <p:nvSpPr>
              <p:cNvPr id="808" name="Google Shape;808;p17"/>
              <p:cNvSpPr/>
              <p:nvPr/>
            </p:nvSpPr>
            <p:spPr>
              <a:xfrm>
                <a:off x="3356" y="621"/>
                <a:ext cx="504" cy="411"/>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809" name="Google Shape;809;p17"/>
              <p:cNvSpPr/>
              <p:nvPr/>
            </p:nvSpPr>
            <p:spPr>
              <a:xfrm>
                <a:off x="3420" y="763"/>
                <a:ext cx="356" cy="116"/>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Schedule</a:t>
                </a:r>
                <a:endParaRPr sz="1200">
                  <a:solidFill>
                    <a:schemeClr val="dk1"/>
                  </a:solidFill>
                  <a:latin typeface="Arial"/>
                  <a:ea typeface="Arial"/>
                  <a:cs typeface="Arial"/>
                  <a:sym typeface="Arial"/>
                </a:endParaRPr>
              </a:p>
            </p:txBody>
          </p:sp>
          <p:sp>
            <p:nvSpPr>
              <p:cNvPr id="810" name="Google Shape;810;p17"/>
              <p:cNvSpPr/>
              <p:nvPr/>
            </p:nvSpPr>
            <p:spPr>
              <a:xfrm>
                <a:off x="3356" y="883"/>
                <a:ext cx="504" cy="149"/>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811" name="Google Shape;811;p17"/>
              <p:cNvSpPr/>
              <p:nvPr/>
            </p:nvSpPr>
            <p:spPr>
              <a:xfrm>
                <a:off x="3356" y="940"/>
                <a:ext cx="504" cy="92"/>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812" name="Google Shape;812;p17"/>
              <p:cNvSpPr/>
              <p:nvPr/>
            </p:nvSpPr>
            <p:spPr>
              <a:xfrm>
                <a:off x="3385" y="649"/>
                <a:ext cx="422" cy="116"/>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&lt;&lt;entity&gt;&gt;</a:t>
                </a:r>
                <a:endParaRPr sz="1200">
                  <a:solidFill>
                    <a:schemeClr val="dk1"/>
                  </a:solidFill>
                  <a:latin typeface="Arial"/>
                  <a:ea typeface="Arial"/>
                  <a:cs typeface="Arial"/>
                  <a:sym typeface="Arial"/>
                </a:endParaRPr>
              </a:p>
            </p:txBody>
          </p:sp>
        </p:grpSp>
        <p:sp>
          <p:nvSpPr>
            <p:cNvPr id="813" name="Google Shape;813;p17"/>
            <p:cNvSpPr/>
            <p:nvPr/>
          </p:nvSpPr>
          <p:spPr>
            <a:xfrm>
              <a:off x="4991100" y="4662488"/>
              <a:ext cx="1136650" cy="663575"/>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814" name="Google Shape;814;p17"/>
            <p:cNvSpPr/>
            <p:nvPr/>
          </p:nvSpPr>
          <p:spPr>
            <a:xfrm>
              <a:off x="5046663" y="4887913"/>
              <a:ext cx="939424"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CourseOffering</a:t>
              </a:r>
              <a:endParaRPr sz="1200">
                <a:solidFill>
                  <a:schemeClr val="dk1"/>
                </a:solidFill>
                <a:latin typeface="Arial"/>
                <a:ea typeface="Arial"/>
                <a:cs typeface="Arial"/>
                <a:sym typeface="Arial"/>
              </a:endParaRPr>
            </a:p>
          </p:txBody>
        </p:sp>
        <p:sp>
          <p:nvSpPr>
            <p:cNvPr id="815" name="Google Shape;815;p17"/>
            <p:cNvSpPr/>
            <p:nvPr/>
          </p:nvSpPr>
          <p:spPr>
            <a:xfrm>
              <a:off x="4991100" y="5078413"/>
              <a:ext cx="1136650" cy="247650"/>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816" name="Google Shape;816;p17"/>
            <p:cNvSpPr/>
            <p:nvPr/>
          </p:nvSpPr>
          <p:spPr>
            <a:xfrm>
              <a:off x="4991100" y="5168900"/>
              <a:ext cx="1136650" cy="157163"/>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817" name="Google Shape;817;p17"/>
            <p:cNvSpPr/>
            <p:nvPr/>
          </p:nvSpPr>
          <p:spPr>
            <a:xfrm>
              <a:off x="5203825" y="4706938"/>
              <a:ext cx="670248"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&lt;&lt;entity&gt;&gt;</a:t>
              </a:r>
              <a:endParaRPr sz="1200">
                <a:solidFill>
                  <a:schemeClr val="dk1"/>
                </a:solidFill>
                <a:latin typeface="Arial"/>
                <a:ea typeface="Arial"/>
                <a:cs typeface="Arial"/>
                <a:sym typeface="Arial"/>
              </a:endParaRPr>
            </a:p>
          </p:txBody>
        </p:sp>
        <p:sp>
          <p:nvSpPr>
            <p:cNvPr id="818" name="Google Shape;818;p17"/>
            <p:cNvSpPr/>
            <p:nvPr/>
          </p:nvSpPr>
          <p:spPr>
            <a:xfrm>
              <a:off x="4856163" y="5780088"/>
              <a:ext cx="1395412" cy="450850"/>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819" name="Google Shape;819;p17"/>
            <p:cNvSpPr/>
            <p:nvPr/>
          </p:nvSpPr>
          <p:spPr>
            <a:xfrm>
              <a:off x="4921250" y="5826125"/>
              <a:ext cx="1149289"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CourseOfferingList</a:t>
              </a:r>
              <a:endParaRPr sz="1200">
                <a:solidFill>
                  <a:schemeClr val="dk1"/>
                </a:solidFill>
                <a:latin typeface="Arial"/>
                <a:ea typeface="Arial"/>
                <a:cs typeface="Arial"/>
                <a:sym typeface="Arial"/>
              </a:endParaRPr>
            </a:p>
          </p:txBody>
        </p:sp>
        <p:sp>
          <p:nvSpPr>
            <p:cNvPr id="820" name="Google Shape;820;p17"/>
            <p:cNvSpPr/>
            <p:nvPr/>
          </p:nvSpPr>
          <p:spPr>
            <a:xfrm>
              <a:off x="4856163" y="6005513"/>
              <a:ext cx="1395412" cy="225425"/>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821" name="Google Shape;821;p17"/>
            <p:cNvSpPr/>
            <p:nvPr/>
          </p:nvSpPr>
          <p:spPr>
            <a:xfrm>
              <a:off x="4856163" y="6107113"/>
              <a:ext cx="1395412" cy="123825"/>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822" name="Google Shape;822;p17"/>
            <p:cNvSpPr/>
            <p:nvPr/>
          </p:nvSpPr>
          <p:spPr>
            <a:xfrm>
              <a:off x="5597525" y="2727325"/>
              <a:ext cx="158750" cy="225425"/>
            </a:xfrm>
            <a:custGeom>
              <a:rect b="b" l="l" r="r" t="t"/>
              <a:pathLst>
                <a:path extrusionOk="0" h="142" w="100">
                  <a:moveTo>
                    <a:pt x="50" y="0"/>
                  </a:moveTo>
                  <a:lnTo>
                    <a:pt x="100" y="142"/>
                  </a:lnTo>
                  <a:lnTo>
                    <a:pt x="0" y="142"/>
                  </a:lnTo>
                  <a:lnTo>
                    <a:pt x="50" y="0"/>
                  </a:lnTo>
                  <a:close/>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cxnSp>
          <p:nvCxnSpPr>
            <p:cNvPr id="823" name="Google Shape;823;p17"/>
            <p:cNvCxnSpPr/>
            <p:nvPr/>
          </p:nvCxnSpPr>
          <p:spPr>
            <a:xfrm rot="10800000">
              <a:off x="1852613" y="1916113"/>
              <a:ext cx="0" cy="246062"/>
            </a:xfrm>
            <a:prstGeom prst="straightConnector1">
              <a:avLst/>
            </a:prstGeom>
            <a:noFill/>
            <a:ln cap="flat" cmpd="sng" w="9525">
              <a:solidFill>
                <a:schemeClr val="dk1"/>
              </a:solidFill>
              <a:prstDash val="solid"/>
              <a:round/>
              <a:headEnd len="med" w="med" type="none"/>
              <a:tailEnd len="med" w="med" type="none"/>
            </a:ln>
          </p:spPr>
        </p:cxnSp>
        <p:cxnSp>
          <p:nvCxnSpPr>
            <p:cNvPr id="824" name="Google Shape;824;p17"/>
            <p:cNvCxnSpPr/>
            <p:nvPr/>
          </p:nvCxnSpPr>
          <p:spPr>
            <a:xfrm>
              <a:off x="1189038" y="2162175"/>
              <a:ext cx="1349375" cy="1588"/>
            </a:xfrm>
            <a:prstGeom prst="straightConnector1">
              <a:avLst/>
            </a:prstGeom>
            <a:noFill/>
            <a:ln cap="flat" cmpd="sng" w="9525">
              <a:solidFill>
                <a:schemeClr val="dk1"/>
              </a:solidFill>
              <a:prstDash val="solid"/>
              <a:round/>
              <a:headEnd len="med" w="med" type="none"/>
              <a:tailEnd len="med" w="med" type="none"/>
            </a:ln>
          </p:spPr>
        </p:cxnSp>
        <p:sp>
          <p:nvSpPr>
            <p:cNvPr id="825" name="Google Shape;825;p17"/>
            <p:cNvSpPr/>
            <p:nvPr/>
          </p:nvSpPr>
          <p:spPr>
            <a:xfrm>
              <a:off x="1773238" y="1700213"/>
              <a:ext cx="157162" cy="214312"/>
            </a:xfrm>
            <a:custGeom>
              <a:rect b="b" l="l" r="r" t="t"/>
              <a:pathLst>
                <a:path extrusionOk="0" h="135" w="99">
                  <a:moveTo>
                    <a:pt x="50" y="0"/>
                  </a:moveTo>
                  <a:lnTo>
                    <a:pt x="99" y="135"/>
                  </a:lnTo>
                  <a:lnTo>
                    <a:pt x="0" y="135"/>
                  </a:lnTo>
                  <a:lnTo>
                    <a:pt x="50" y="0"/>
                  </a:lnTo>
                  <a:close/>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826" name="Google Shape;826;p17"/>
            <p:cNvSpPr/>
            <p:nvPr/>
          </p:nvSpPr>
          <p:spPr>
            <a:xfrm>
              <a:off x="2357438" y="1338263"/>
              <a:ext cx="78548"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1</a:t>
              </a:r>
              <a:endParaRPr sz="1200">
                <a:solidFill>
                  <a:schemeClr val="dk1"/>
                </a:solidFill>
                <a:latin typeface="Arial"/>
                <a:ea typeface="Arial"/>
                <a:cs typeface="Arial"/>
                <a:sym typeface="Arial"/>
              </a:endParaRPr>
            </a:p>
          </p:txBody>
        </p:sp>
        <p:sp>
          <p:nvSpPr>
            <p:cNvPr id="827" name="Google Shape;827;p17"/>
            <p:cNvSpPr/>
            <p:nvPr/>
          </p:nvSpPr>
          <p:spPr>
            <a:xfrm>
              <a:off x="7972425" y="5194300"/>
              <a:ext cx="844783"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preRequisites</a:t>
              </a:r>
              <a:endParaRPr sz="1200">
                <a:solidFill>
                  <a:schemeClr val="dk1"/>
                </a:solidFill>
                <a:latin typeface="Arial"/>
                <a:ea typeface="Arial"/>
                <a:cs typeface="Arial"/>
                <a:sym typeface="Arial"/>
              </a:endParaRPr>
            </a:p>
          </p:txBody>
        </p:sp>
        <p:sp>
          <p:nvSpPr>
            <p:cNvPr id="828" name="Google Shape;828;p17"/>
            <p:cNvSpPr/>
            <p:nvPr/>
          </p:nvSpPr>
          <p:spPr>
            <a:xfrm>
              <a:off x="7578725" y="5000625"/>
              <a:ext cx="232436"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0..*</a:t>
              </a:r>
              <a:endParaRPr sz="1200">
                <a:solidFill>
                  <a:schemeClr val="dk1"/>
                </a:solidFill>
                <a:latin typeface="Arial"/>
                <a:ea typeface="Arial"/>
                <a:cs typeface="Arial"/>
                <a:sym typeface="Arial"/>
              </a:endParaRPr>
            </a:p>
          </p:txBody>
        </p:sp>
        <p:sp>
          <p:nvSpPr>
            <p:cNvPr id="829" name="Google Shape;829;p17"/>
            <p:cNvSpPr/>
            <p:nvPr/>
          </p:nvSpPr>
          <p:spPr>
            <a:xfrm>
              <a:off x="7512050" y="5033963"/>
              <a:ext cx="652463" cy="427037"/>
            </a:xfrm>
            <a:custGeom>
              <a:rect b="b" l="l" r="r" t="t"/>
              <a:pathLst>
                <a:path extrusionOk="0" h="38" w="58">
                  <a:moveTo>
                    <a:pt x="58" y="0"/>
                  </a:moveTo>
                  <a:lnTo>
                    <a:pt x="41" y="38"/>
                  </a:lnTo>
                  <a:lnTo>
                    <a:pt x="0" y="16"/>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cxnSp>
          <p:nvCxnSpPr>
            <p:cNvPr id="830" name="Google Shape;830;p17"/>
            <p:cNvCxnSpPr/>
            <p:nvPr/>
          </p:nvCxnSpPr>
          <p:spPr>
            <a:xfrm>
              <a:off x="7512050" y="5213350"/>
              <a:ext cx="146050" cy="11113"/>
            </a:xfrm>
            <a:prstGeom prst="straightConnector1">
              <a:avLst/>
            </a:prstGeom>
            <a:noFill/>
            <a:ln cap="flat" cmpd="sng" w="9525">
              <a:solidFill>
                <a:schemeClr val="dk1"/>
              </a:solidFill>
              <a:prstDash val="solid"/>
              <a:round/>
              <a:headEnd len="med" w="med" type="none"/>
              <a:tailEnd len="med" w="med" type="none"/>
            </a:ln>
          </p:spPr>
        </p:cxnSp>
        <p:grpSp>
          <p:nvGrpSpPr>
            <p:cNvPr id="831" name="Google Shape;831;p17"/>
            <p:cNvGrpSpPr/>
            <p:nvPr/>
          </p:nvGrpSpPr>
          <p:grpSpPr>
            <a:xfrm>
              <a:off x="6711950" y="4662488"/>
              <a:ext cx="889000" cy="663575"/>
              <a:chOff x="4228" y="3264"/>
              <a:chExt cx="560" cy="418"/>
            </a:xfrm>
          </p:grpSpPr>
          <p:sp>
            <p:nvSpPr>
              <p:cNvPr id="832" name="Google Shape;832;p17"/>
              <p:cNvSpPr/>
              <p:nvPr/>
            </p:nvSpPr>
            <p:spPr>
              <a:xfrm>
                <a:off x="4228" y="3264"/>
                <a:ext cx="504" cy="418"/>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833" name="Google Shape;833;p17"/>
              <p:cNvSpPr/>
              <p:nvPr/>
            </p:nvSpPr>
            <p:spPr>
              <a:xfrm>
                <a:off x="4335" y="3406"/>
                <a:ext cx="272" cy="1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Course</a:t>
                </a:r>
                <a:endParaRPr sz="1200">
                  <a:solidFill>
                    <a:schemeClr val="dk1"/>
                  </a:solidFill>
                  <a:latin typeface="Arial"/>
                  <a:ea typeface="Arial"/>
                  <a:cs typeface="Arial"/>
                  <a:sym typeface="Arial"/>
                </a:endParaRPr>
              </a:p>
            </p:txBody>
          </p:sp>
          <p:sp>
            <p:nvSpPr>
              <p:cNvPr id="834" name="Google Shape;834;p17"/>
              <p:cNvSpPr/>
              <p:nvPr/>
            </p:nvSpPr>
            <p:spPr>
              <a:xfrm>
                <a:off x="4228" y="3526"/>
                <a:ext cx="504" cy="156"/>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835" name="Google Shape;835;p17"/>
              <p:cNvSpPr/>
              <p:nvPr/>
            </p:nvSpPr>
            <p:spPr>
              <a:xfrm>
                <a:off x="4228" y="3583"/>
                <a:ext cx="504" cy="99"/>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836" name="Google Shape;836;p17"/>
              <p:cNvSpPr/>
              <p:nvPr/>
            </p:nvSpPr>
            <p:spPr>
              <a:xfrm>
                <a:off x="4257" y="3292"/>
                <a:ext cx="422" cy="1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&lt;&lt;entity&gt;&gt;</a:t>
                </a:r>
                <a:endParaRPr sz="1200">
                  <a:solidFill>
                    <a:schemeClr val="dk1"/>
                  </a:solidFill>
                  <a:latin typeface="Arial"/>
                  <a:ea typeface="Arial"/>
                  <a:cs typeface="Arial"/>
                  <a:sym typeface="Arial"/>
                </a:endParaRPr>
              </a:p>
            </p:txBody>
          </p:sp>
          <p:cxnSp>
            <p:nvCxnSpPr>
              <p:cNvPr id="837" name="Google Shape;837;p17"/>
              <p:cNvCxnSpPr/>
              <p:nvPr/>
            </p:nvCxnSpPr>
            <p:spPr>
              <a:xfrm>
                <a:off x="4732" y="3611"/>
                <a:ext cx="56" cy="71"/>
              </a:xfrm>
              <a:prstGeom prst="straightConnector1">
                <a:avLst/>
              </a:prstGeom>
              <a:noFill/>
              <a:ln cap="flat" cmpd="sng" w="9525">
                <a:solidFill>
                  <a:schemeClr val="dk1"/>
                </a:solidFill>
                <a:prstDash val="solid"/>
                <a:round/>
                <a:headEnd len="med" w="med" type="none"/>
                <a:tailEnd len="med" w="med" type="none"/>
              </a:ln>
            </p:spPr>
          </p:cxnSp>
        </p:grpSp>
        <p:sp>
          <p:nvSpPr>
            <p:cNvPr id="838" name="Google Shape;838;p17"/>
            <p:cNvSpPr/>
            <p:nvPr/>
          </p:nvSpPr>
          <p:spPr>
            <a:xfrm>
              <a:off x="7512050" y="4819650"/>
              <a:ext cx="741363" cy="214313"/>
            </a:xfrm>
            <a:custGeom>
              <a:rect b="b" l="l" r="r" t="t"/>
              <a:pathLst>
                <a:path extrusionOk="0" h="19" w="66">
                  <a:moveTo>
                    <a:pt x="58" y="19"/>
                  </a:moveTo>
                  <a:lnTo>
                    <a:pt x="66" y="0"/>
                  </a:lnTo>
                  <a:lnTo>
                    <a:pt x="0" y="1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839" name="Google Shape;839;p17"/>
            <p:cNvSpPr/>
            <p:nvPr/>
          </p:nvSpPr>
          <p:spPr>
            <a:xfrm>
              <a:off x="7608888" y="4629150"/>
              <a:ext cx="232436"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0..*</a:t>
              </a:r>
              <a:endParaRPr sz="1200">
                <a:solidFill>
                  <a:schemeClr val="dk1"/>
                </a:solidFill>
                <a:latin typeface="Arial"/>
                <a:ea typeface="Arial"/>
                <a:cs typeface="Arial"/>
                <a:sym typeface="Arial"/>
              </a:endParaRPr>
            </a:p>
          </p:txBody>
        </p:sp>
        <p:sp>
          <p:nvSpPr>
            <p:cNvPr id="840" name="Google Shape;840;p17"/>
            <p:cNvSpPr/>
            <p:nvPr/>
          </p:nvSpPr>
          <p:spPr>
            <a:xfrm>
              <a:off x="6616700" y="5100638"/>
              <a:ext cx="78548"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1</a:t>
              </a:r>
              <a:endParaRPr sz="1200">
                <a:solidFill>
                  <a:schemeClr val="dk1"/>
                </a:solidFill>
                <a:latin typeface="Arial"/>
                <a:ea typeface="Arial"/>
                <a:cs typeface="Arial"/>
                <a:sym typeface="Arial"/>
              </a:endParaRPr>
            </a:p>
          </p:txBody>
        </p:sp>
        <p:sp>
          <p:nvSpPr>
            <p:cNvPr id="841" name="Google Shape;841;p17"/>
            <p:cNvSpPr/>
            <p:nvPr/>
          </p:nvSpPr>
          <p:spPr>
            <a:xfrm>
              <a:off x="4040188" y="4760913"/>
              <a:ext cx="609141"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instructor</a:t>
              </a:r>
              <a:endParaRPr sz="1200">
                <a:solidFill>
                  <a:schemeClr val="dk1"/>
                </a:solidFill>
                <a:latin typeface="Arial"/>
                <a:ea typeface="Arial"/>
                <a:cs typeface="Arial"/>
                <a:sym typeface="Arial"/>
              </a:endParaRPr>
            </a:p>
          </p:txBody>
        </p:sp>
        <p:sp>
          <p:nvSpPr>
            <p:cNvPr id="842" name="Google Shape;842;p17"/>
            <p:cNvSpPr/>
            <p:nvPr/>
          </p:nvSpPr>
          <p:spPr>
            <a:xfrm>
              <a:off x="4094163" y="5100638"/>
              <a:ext cx="234038"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0..1</a:t>
              </a:r>
              <a:endParaRPr sz="1200">
                <a:solidFill>
                  <a:schemeClr val="dk1"/>
                </a:solidFill>
                <a:latin typeface="Arial"/>
                <a:ea typeface="Arial"/>
                <a:cs typeface="Arial"/>
                <a:sym typeface="Arial"/>
              </a:endParaRPr>
            </a:p>
          </p:txBody>
        </p:sp>
        <p:sp>
          <p:nvSpPr>
            <p:cNvPr id="843" name="Google Shape;843;p17"/>
            <p:cNvSpPr/>
            <p:nvPr/>
          </p:nvSpPr>
          <p:spPr>
            <a:xfrm>
              <a:off x="5092700" y="1309688"/>
              <a:ext cx="232436"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0..*</a:t>
              </a:r>
              <a:endParaRPr sz="1200">
                <a:solidFill>
                  <a:schemeClr val="dk1"/>
                </a:solidFill>
                <a:latin typeface="Arial"/>
                <a:ea typeface="Arial"/>
                <a:cs typeface="Arial"/>
                <a:sym typeface="Arial"/>
              </a:endParaRPr>
            </a:p>
          </p:txBody>
        </p:sp>
        <p:cxnSp>
          <p:nvCxnSpPr>
            <p:cNvPr id="844" name="Google Shape;844;p17"/>
            <p:cNvCxnSpPr/>
            <p:nvPr/>
          </p:nvCxnSpPr>
          <p:spPr>
            <a:xfrm>
              <a:off x="2474913" y="1231900"/>
              <a:ext cx="2852737" cy="0"/>
            </a:xfrm>
            <a:prstGeom prst="straightConnector1">
              <a:avLst/>
            </a:prstGeom>
            <a:noFill/>
            <a:ln cap="flat" cmpd="sng" w="9525">
              <a:solidFill>
                <a:schemeClr val="dk1"/>
              </a:solidFill>
              <a:prstDash val="solid"/>
              <a:round/>
              <a:headEnd len="med" w="med" type="none"/>
              <a:tailEnd len="med" w="med" type="none"/>
            </a:ln>
          </p:spPr>
        </p:cxnSp>
        <p:sp>
          <p:nvSpPr>
            <p:cNvPr id="845" name="Google Shape;845;p17"/>
            <p:cNvSpPr/>
            <p:nvPr/>
          </p:nvSpPr>
          <p:spPr>
            <a:xfrm>
              <a:off x="2279650" y="1176338"/>
              <a:ext cx="192088" cy="100012"/>
            </a:xfrm>
            <a:custGeom>
              <a:rect b="b" l="l" r="r" t="t"/>
              <a:pathLst>
                <a:path extrusionOk="0" h="63" w="121">
                  <a:moveTo>
                    <a:pt x="0" y="28"/>
                  </a:moveTo>
                  <a:lnTo>
                    <a:pt x="64" y="0"/>
                  </a:lnTo>
                  <a:lnTo>
                    <a:pt x="121" y="35"/>
                  </a:lnTo>
                  <a:lnTo>
                    <a:pt x="64" y="63"/>
                  </a:lnTo>
                  <a:lnTo>
                    <a:pt x="0" y="28"/>
                  </a:lnTo>
                  <a:close/>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846" name="Google Shape;846;p17"/>
            <p:cNvSpPr/>
            <p:nvPr/>
          </p:nvSpPr>
          <p:spPr>
            <a:xfrm>
              <a:off x="6161088" y="5100638"/>
              <a:ext cx="232436"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0..*</a:t>
              </a:r>
              <a:endParaRPr sz="1200">
                <a:solidFill>
                  <a:schemeClr val="dk1"/>
                </a:solidFill>
                <a:latin typeface="Arial"/>
                <a:ea typeface="Arial"/>
                <a:cs typeface="Arial"/>
                <a:sym typeface="Arial"/>
              </a:endParaRPr>
            </a:p>
          </p:txBody>
        </p:sp>
        <p:cxnSp>
          <p:nvCxnSpPr>
            <p:cNvPr id="847" name="Google Shape;847;p17"/>
            <p:cNvCxnSpPr/>
            <p:nvPr/>
          </p:nvCxnSpPr>
          <p:spPr>
            <a:xfrm flipH="1">
              <a:off x="6588125" y="5000625"/>
              <a:ext cx="123825" cy="55563"/>
            </a:xfrm>
            <a:prstGeom prst="straightConnector1">
              <a:avLst/>
            </a:prstGeom>
            <a:noFill/>
            <a:ln cap="flat" cmpd="sng" w="9525">
              <a:solidFill>
                <a:schemeClr val="dk1"/>
              </a:solidFill>
              <a:prstDash val="solid"/>
              <a:round/>
              <a:headEnd len="med" w="med" type="none"/>
              <a:tailEnd len="med" w="med" type="none"/>
            </a:ln>
          </p:spPr>
        </p:cxnSp>
        <p:cxnSp>
          <p:nvCxnSpPr>
            <p:cNvPr id="848" name="Google Shape;848;p17"/>
            <p:cNvCxnSpPr/>
            <p:nvPr/>
          </p:nvCxnSpPr>
          <p:spPr>
            <a:xfrm rot="10800000">
              <a:off x="6588125" y="4943475"/>
              <a:ext cx="123825" cy="57150"/>
            </a:xfrm>
            <a:prstGeom prst="straightConnector1">
              <a:avLst/>
            </a:prstGeom>
            <a:noFill/>
            <a:ln cap="flat" cmpd="sng" w="9525">
              <a:solidFill>
                <a:schemeClr val="dk1"/>
              </a:solidFill>
              <a:prstDash val="solid"/>
              <a:round/>
              <a:headEnd len="med" w="med" type="none"/>
              <a:tailEnd len="med" w="med" type="none"/>
            </a:ln>
          </p:spPr>
        </p:cxnSp>
        <p:sp>
          <p:nvSpPr>
            <p:cNvPr id="849" name="Google Shape;849;p17"/>
            <p:cNvSpPr/>
            <p:nvPr/>
          </p:nvSpPr>
          <p:spPr>
            <a:xfrm>
              <a:off x="4721225" y="5100638"/>
              <a:ext cx="232436"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0..*</a:t>
              </a:r>
              <a:endParaRPr sz="1200">
                <a:solidFill>
                  <a:schemeClr val="dk1"/>
                </a:solidFill>
                <a:latin typeface="Arial"/>
                <a:ea typeface="Arial"/>
                <a:cs typeface="Arial"/>
                <a:sym typeface="Arial"/>
              </a:endParaRPr>
            </a:p>
          </p:txBody>
        </p:sp>
        <p:sp>
          <p:nvSpPr>
            <p:cNvPr id="850" name="Google Shape;850;p17"/>
            <p:cNvSpPr/>
            <p:nvPr/>
          </p:nvSpPr>
          <p:spPr>
            <a:xfrm>
              <a:off x="3543300" y="1579563"/>
              <a:ext cx="1795463" cy="1560512"/>
            </a:xfrm>
            <a:custGeom>
              <a:rect b="b" l="l" r="r" t="t"/>
              <a:pathLst>
                <a:path extrusionOk="0" h="983" w="1131">
                  <a:moveTo>
                    <a:pt x="0" y="983"/>
                  </a:moveTo>
                  <a:lnTo>
                    <a:pt x="1131"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851" name="Google Shape;851;p17"/>
            <p:cNvSpPr/>
            <p:nvPr/>
          </p:nvSpPr>
          <p:spPr>
            <a:xfrm>
              <a:off x="4889500" y="1535113"/>
              <a:ext cx="232436"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0..*</a:t>
              </a:r>
              <a:endParaRPr sz="1200">
                <a:solidFill>
                  <a:schemeClr val="dk1"/>
                </a:solidFill>
                <a:latin typeface="Arial"/>
                <a:ea typeface="Arial"/>
                <a:cs typeface="Arial"/>
                <a:sym typeface="Arial"/>
              </a:endParaRPr>
            </a:p>
          </p:txBody>
        </p:sp>
        <p:cxnSp>
          <p:nvCxnSpPr>
            <p:cNvPr id="852" name="Google Shape;852;p17"/>
            <p:cNvCxnSpPr/>
            <p:nvPr/>
          </p:nvCxnSpPr>
          <p:spPr>
            <a:xfrm>
              <a:off x="3543300" y="3143250"/>
              <a:ext cx="1612900" cy="1519238"/>
            </a:xfrm>
            <a:prstGeom prst="straightConnector1">
              <a:avLst/>
            </a:prstGeom>
            <a:noFill/>
            <a:ln cap="flat" cmpd="sng" w="9525">
              <a:solidFill>
                <a:schemeClr val="dk1"/>
              </a:solidFill>
              <a:prstDash val="solid"/>
              <a:round/>
              <a:headEnd len="med" w="med" type="none"/>
              <a:tailEnd len="med" w="med" type="none"/>
            </a:ln>
          </p:spPr>
        </p:cxnSp>
        <p:sp>
          <p:nvSpPr>
            <p:cNvPr id="853" name="Google Shape;853;p17"/>
            <p:cNvSpPr/>
            <p:nvPr/>
          </p:nvSpPr>
          <p:spPr>
            <a:xfrm>
              <a:off x="4719638" y="4506913"/>
              <a:ext cx="234038"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0..4</a:t>
              </a:r>
              <a:endParaRPr sz="1200">
                <a:solidFill>
                  <a:schemeClr val="dk1"/>
                </a:solidFill>
                <a:latin typeface="Arial"/>
                <a:ea typeface="Arial"/>
                <a:cs typeface="Arial"/>
                <a:sym typeface="Arial"/>
              </a:endParaRPr>
            </a:p>
          </p:txBody>
        </p:sp>
        <p:sp>
          <p:nvSpPr>
            <p:cNvPr id="854" name="Google Shape;854;p17"/>
            <p:cNvSpPr/>
            <p:nvPr/>
          </p:nvSpPr>
          <p:spPr>
            <a:xfrm>
              <a:off x="4405313" y="4176713"/>
              <a:ext cx="980781"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primaryCourses</a:t>
              </a:r>
              <a:endParaRPr sz="1200">
                <a:solidFill>
                  <a:schemeClr val="dk1"/>
                </a:solidFill>
                <a:latin typeface="Arial"/>
                <a:ea typeface="Arial"/>
                <a:cs typeface="Arial"/>
                <a:sym typeface="Arial"/>
              </a:endParaRPr>
            </a:p>
          </p:txBody>
        </p:sp>
        <p:sp>
          <p:nvSpPr>
            <p:cNvPr id="855" name="Google Shape;855;p17"/>
            <p:cNvSpPr/>
            <p:nvPr/>
          </p:nvSpPr>
          <p:spPr>
            <a:xfrm>
              <a:off x="5969000" y="1804988"/>
              <a:ext cx="232436"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0..*</a:t>
              </a:r>
              <a:endParaRPr sz="1200">
                <a:solidFill>
                  <a:schemeClr val="dk1"/>
                </a:solidFill>
                <a:latin typeface="Arial"/>
                <a:ea typeface="Arial"/>
                <a:cs typeface="Arial"/>
                <a:sym typeface="Arial"/>
              </a:endParaRPr>
            </a:p>
          </p:txBody>
        </p:sp>
        <p:sp>
          <p:nvSpPr>
            <p:cNvPr id="856" name="Google Shape;856;p17"/>
            <p:cNvSpPr/>
            <p:nvPr/>
          </p:nvSpPr>
          <p:spPr>
            <a:xfrm>
              <a:off x="6048375" y="3278188"/>
              <a:ext cx="1709738" cy="1389062"/>
            </a:xfrm>
            <a:custGeom>
              <a:rect b="b" l="l" r="r" t="t"/>
              <a:pathLst>
                <a:path extrusionOk="0" h="875" w="1077">
                  <a:moveTo>
                    <a:pt x="1077" y="0"/>
                  </a:moveTo>
                  <a:lnTo>
                    <a:pt x="0" y="875"/>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857" name="Google Shape;857;p17"/>
            <p:cNvSpPr/>
            <p:nvPr/>
          </p:nvSpPr>
          <p:spPr>
            <a:xfrm>
              <a:off x="5935663" y="4300538"/>
              <a:ext cx="234038"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0..2</a:t>
              </a:r>
              <a:endParaRPr sz="1200">
                <a:solidFill>
                  <a:schemeClr val="dk1"/>
                </a:solidFill>
                <a:latin typeface="Arial"/>
                <a:ea typeface="Arial"/>
                <a:cs typeface="Arial"/>
                <a:sym typeface="Arial"/>
              </a:endParaRPr>
            </a:p>
          </p:txBody>
        </p:sp>
        <p:cxnSp>
          <p:nvCxnSpPr>
            <p:cNvPr id="858" name="Google Shape;858;p17"/>
            <p:cNvCxnSpPr/>
            <p:nvPr/>
          </p:nvCxnSpPr>
          <p:spPr>
            <a:xfrm flipH="1" rot="10800000">
              <a:off x="6061075" y="4629150"/>
              <a:ext cx="123825" cy="33338"/>
            </a:xfrm>
            <a:prstGeom prst="straightConnector1">
              <a:avLst/>
            </a:prstGeom>
            <a:noFill/>
            <a:ln cap="flat" cmpd="sng" w="9525">
              <a:solidFill>
                <a:schemeClr val="dk1"/>
              </a:solidFill>
              <a:prstDash val="solid"/>
              <a:round/>
              <a:headEnd len="med" w="med" type="none"/>
              <a:tailEnd len="med" w="med" type="none"/>
            </a:ln>
          </p:spPr>
        </p:cxnSp>
        <p:cxnSp>
          <p:nvCxnSpPr>
            <p:cNvPr id="859" name="Google Shape;859;p17"/>
            <p:cNvCxnSpPr/>
            <p:nvPr/>
          </p:nvCxnSpPr>
          <p:spPr>
            <a:xfrm flipH="1" rot="10800000">
              <a:off x="6051550" y="4538663"/>
              <a:ext cx="68263" cy="123825"/>
            </a:xfrm>
            <a:prstGeom prst="straightConnector1">
              <a:avLst/>
            </a:prstGeom>
            <a:noFill/>
            <a:ln cap="flat" cmpd="sng" w="9525">
              <a:solidFill>
                <a:schemeClr val="dk1"/>
              </a:solidFill>
              <a:prstDash val="solid"/>
              <a:round/>
              <a:headEnd len="med" w="med" type="none"/>
              <a:tailEnd len="med" w="med" type="none"/>
            </a:ln>
          </p:spPr>
        </p:cxnSp>
        <p:sp>
          <p:nvSpPr>
            <p:cNvPr id="860" name="Google Shape;860;p17"/>
            <p:cNvSpPr/>
            <p:nvPr/>
          </p:nvSpPr>
          <p:spPr>
            <a:xfrm>
              <a:off x="6364288" y="4165600"/>
              <a:ext cx="1060227"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alternateCourses</a:t>
              </a:r>
              <a:endParaRPr sz="1200">
                <a:solidFill>
                  <a:schemeClr val="dk1"/>
                </a:solidFill>
                <a:latin typeface="Arial"/>
                <a:ea typeface="Arial"/>
                <a:cs typeface="Arial"/>
                <a:sym typeface="Arial"/>
              </a:endParaRPr>
            </a:p>
          </p:txBody>
        </p:sp>
        <p:sp>
          <p:nvSpPr>
            <p:cNvPr id="861" name="Google Shape;861;p17"/>
            <p:cNvSpPr/>
            <p:nvPr/>
          </p:nvSpPr>
          <p:spPr>
            <a:xfrm>
              <a:off x="5643563" y="5357813"/>
              <a:ext cx="232436"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0..*</a:t>
              </a:r>
              <a:endParaRPr sz="1200">
                <a:solidFill>
                  <a:schemeClr val="dk1"/>
                </a:solidFill>
                <a:latin typeface="Arial"/>
                <a:ea typeface="Arial"/>
                <a:cs typeface="Arial"/>
                <a:sym typeface="Arial"/>
              </a:endParaRPr>
            </a:p>
          </p:txBody>
        </p:sp>
        <p:sp>
          <p:nvSpPr>
            <p:cNvPr id="862" name="Google Shape;862;p17"/>
            <p:cNvSpPr/>
            <p:nvPr/>
          </p:nvSpPr>
          <p:spPr>
            <a:xfrm>
              <a:off x="5721350" y="5592763"/>
              <a:ext cx="78548"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1</a:t>
              </a:r>
              <a:endParaRPr sz="1200">
                <a:solidFill>
                  <a:schemeClr val="dk1"/>
                </a:solidFill>
                <a:latin typeface="Arial"/>
                <a:ea typeface="Arial"/>
                <a:cs typeface="Arial"/>
                <a:sym typeface="Arial"/>
              </a:endParaRPr>
            </a:p>
          </p:txBody>
        </p:sp>
        <p:cxnSp>
          <p:nvCxnSpPr>
            <p:cNvPr id="863" name="Google Shape;863;p17"/>
            <p:cNvCxnSpPr/>
            <p:nvPr/>
          </p:nvCxnSpPr>
          <p:spPr>
            <a:xfrm rot="10800000">
              <a:off x="5561013" y="5330825"/>
              <a:ext cx="3175" cy="234950"/>
            </a:xfrm>
            <a:prstGeom prst="straightConnector1">
              <a:avLst/>
            </a:prstGeom>
            <a:noFill/>
            <a:ln cap="flat" cmpd="sng" w="9525">
              <a:solidFill>
                <a:schemeClr val="dk1"/>
              </a:solidFill>
              <a:prstDash val="solid"/>
              <a:round/>
              <a:headEnd len="med" w="med" type="none"/>
              <a:tailEnd len="med" w="med" type="none"/>
            </a:ln>
          </p:spPr>
        </p:cxnSp>
        <p:cxnSp>
          <p:nvCxnSpPr>
            <p:cNvPr id="864" name="Google Shape;864;p17"/>
            <p:cNvCxnSpPr/>
            <p:nvPr/>
          </p:nvCxnSpPr>
          <p:spPr>
            <a:xfrm>
              <a:off x="5564188" y="5326063"/>
              <a:ext cx="57150" cy="134937"/>
            </a:xfrm>
            <a:prstGeom prst="straightConnector1">
              <a:avLst/>
            </a:prstGeom>
            <a:noFill/>
            <a:ln cap="flat" cmpd="sng" w="9525">
              <a:solidFill>
                <a:schemeClr val="dk1"/>
              </a:solidFill>
              <a:prstDash val="solid"/>
              <a:round/>
              <a:headEnd len="med" w="med" type="none"/>
              <a:tailEnd len="med" w="med" type="none"/>
            </a:ln>
          </p:spPr>
        </p:cxnSp>
        <p:cxnSp>
          <p:nvCxnSpPr>
            <p:cNvPr id="865" name="Google Shape;865;p17"/>
            <p:cNvCxnSpPr/>
            <p:nvPr/>
          </p:nvCxnSpPr>
          <p:spPr>
            <a:xfrm flipH="1">
              <a:off x="5508625" y="5326063"/>
              <a:ext cx="55563" cy="134937"/>
            </a:xfrm>
            <a:prstGeom prst="straightConnector1">
              <a:avLst/>
            </a:prstGeom>
            <a:noFill/>
            <a:ln cap="flat" cmpd="sng" w="9525">
              <a:solidFill>
                <a:schemeClr val="dk1"/>
              </a:solidFill>
              <a:prstDash val="solid"/>
              <a:round/>
              <a:headEnd len="med" w="med" type="none"/>
              <a:tailEnd len="med" w="med" type="none"/>
            </a:ln>
          </p:spPr>
        </p:cxnSp>
        <p:sp>
          <p:nvSpPr>
            <p:cNvPr id="866" name="Google Shape;866;p17"/>
            <p:cNvSpPr/>
            <p:nvPr/>
          </p:nvSpPr>
          <p:spPr>
            <a:xfrm>
              <a:off x="5508625" y="5572125"/>
              <a:ext cx="112713" cy="201613"/>
            </a:xfrm>
            <a:custGeom>
              <a:rect b="b" l="l" r="r" t="t"/>
              <a:pathLst>
                <a:path extrusionOk="0" h="127" w="71">
                  <a:moveTo>
                    <a:pt x="35" y="127"/>
                  </a:moveTo>
                  <a:lnTo>
                    <a:pt x="71" y="63"/>
                  </a:lnTo>
                  <a:lnTo>
                    <a:pt x="35" y="0"/>
                  </a:lnTo>
                  <a:lnTo>
                    <a:pt x="0" y="63"/>
                  </a:lnTo>
                  <a:lnTo>
                    <a:pt x="35" y="127"/>
                  </a:lnTo>
                  <a:close/>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1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Ví dụ: Gói giao diện ngoại biên</a:t>
            </a:r>
            <a:endParaRPr/>
          </a:p>
        </p:txBody>
      </p:sp>
      <p:sp>
        <p:nvSpPr>
          <p:cNvPr id="872" name="Google Shape;872;p1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873" name="Google Shape;873;p18"/>
          <p:cNvGrpSpPr/>
          <p:nvPr/>
        </p:nvGrpSpPr>
        <p:grpSpPr>
          <a:xfrm>
            <a:off x="457200" y="2667000"/>
            <a:ext cx="8229600" cy="1219200"/>
            <a:chOff x="1681163" y="2049463"/>
            <a:chExt cx="5903912" cy="1108075"/>
          </a:xfrm>
        </p:grpSpPr>
        <p:sp>
          <p:nvSpPr>
            <p:cNvPr id="874" name="Google Shape;874;p18"/>
            <p:cNvSpPr/>
            <p:nvPr/>
          </p:nvSpPr>
          <p:spPr>
            <a:xfrm>
              <a:off x="1681163" y="2049463"/>
              <a:ext cx="1868487" cy="1108075"/>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875" name="Google Shape;875;p18"/>
            <p:cNvSpPr/>
            <p:nvPr/>
          </p:nvSpPr>
          <p:spPr>
            <a:xfrm>
              <a:off x="2003425" y="2424113"/>
              <a:ext cx="1146852" cy="246221"/>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IBillingSystem</a:t>
              </a:r>
              <a:endParaRPr sz="1600">
                <a:solidFill>
                  <a:schemeClr val="dk1"/>
                </a:solidFill>
                <a:latin typeface="Arial"/>
                <a:ea typeface="Arial"/>
                <a:cs typeface="Arial"/>
                <a:sym typeface="Arial"/>
              </a:endParaRPr>
            </a:p>
          </p:txBody>
        </p:sp>
        <p:sp>
          <p:nvSpPr>
            <p:cNvPr id="876" name="Google Shape;876;p18"/>
            <p:cNvSpPr/>
            <p:nvPr/>
          </p:nvSpPr>
          <p:spPr>
            <a:xfrm>
              <a:off x="1681163" y="2743200"/>
              <a:ext cx="1868487" cy="414338"/>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877" name="Google Shape;877;p18"/>
            <p:cNvSpPr/>
            <p:nvPr/>
          </p:nvSpPr>
          <p:spPr>
            <a:xfrm>
              <a:off x="1681163" y="2894013"/>
              <a:ext cx="1868487" cy="263525"/>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878" name="Google Shape;878;p18"/>
            <p:cNvSpPr/>
            <p:nvPr/>
          </p:nvSpPr>
          <p:spPr>
            <a:xfrm>
              <a:off x="2041525" y="2143125"/>
              <a:ext cx="1154034" cy="246221"/>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&lt;&lt;Interface&gt;&gt;</a:t>
              </a:r>
              <a:endParaRPr sz="1600">
                <a:solidFill>
                  <a:schemeClr val="dk1"/>
                </a:solidFill>
                <a:latin typeface="Arial"/>
                <a:ea typeface="Arial"/>
                <a:cs typeface="Arial"/>
                <a:sym typeface="Arial"/>
              </a:endParaRPr>
            </a:p>
          </p:txBody>
        </p:sp>
        <p:sp>
          <p:nvSpPr>
            <p:cNvPr id="879" name="Google Shape;879;p18"/>
            <p:cNvSpPr/>
            <p:nvPr/>
          </p:nvSpPr>
          <p:spPr>
            <a:xfrm>
              <a:off x="4810125" y="2049463"/>
              <a:ext cx="2774950" cy="1108075"/>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880" name="Google Shape;880;p18"/>
            <p:cNvSpPr/>
            <p:nvPr/>
          </p:nvSpPr>
          <p:spPr>
            <a:xfrm>
              <a:off x="5164138" y="2424113"/>
              <a:ext cx="1842620"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ICourseCatalogSystem</a:t>
              </a:r>
              <a:endParaRPr sz="1600">
                <a:solidFill>
                  <a:schemeClr val="dk1"/>
                </a:solidFill>
                <a:latin typeface="Arial"/>
                <a:ea typeface="Arial"/>
                <a:cs typeface="Arial"/>
                <a:sym typeface="Arial"/>
              </a:endParaRPr>
            </a:p>
          </p:txBody>
        </p:sp>
        <p:sp>
          <p:nvSpPr>
            <p:cNvPr id="881" name="Google Shape;881;p18"/>
            <p:cNvSpPr/>
            <p:nvPr/>
          </p:nvSpPr>
          <p:spPr>
            <a:xfrm>
              <a:off x="4810125" y="2743200"/>
              <a:ext cx="2774950" cy="414338"/>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882" name="Google Shape;882;p18"/>
            <p:cNvSpPr/>
            <p:nvPr/>
          </p:nvSpPr>
          <p:spPr>
            <a:xfrm>
              <a:off x="4810125" y="2894013"/>
              <a:ext cx="2774950" cy="263525"/>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883" name="Google Shape;883;p18"/>
            <p:cNvSpPr/>
            <p:nvPr/>
          </p:nvSpPr>
          <p:spPr>
            <a:xfrm>
              <a:off x="5578475" y="2143125"/>
              <a:ext cx="1154034"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&lt;&lt;Interface&gt;&gt;</a:t>
              </a:r>
              <a:endParaRPr sz="1600">
                <a:solidFill>
                  <a:schemeClr val="dk1"/>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19"/>
          <p:cNvSpPr txBox="1"/>
          <p:nvPr>
            <p:ph type="title"/>
          </p:nvPr>
        </p:nvSpPr>
        <p:spPr>
          <a:xfrm>
            <a:off x="457200" y="704088"/>
            <a:ext cx="8229600" cy="5913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Hệ thống con và giao diện</a:t>
            </a:r>
            <a:endParaRPr sz="4500"/>
          </a:p>
        </p:txBody>
      </p:sp>
      <p:sp>
        <p:nvSpPr>
          <p:cNvPr id="889" name="Google Shape;889;p19"/>
          <p:cNvSpPr txBox="1"/>
          <p:nvPr>
            <p:ph idx="1" type="body"/>
          </p:nvPr>
        </p:nvSpPr>
        <p:spPr>
          <a:xfrm>
            <a:off x="457200" y="1447800"/>
            <a:ext cx="8229600" cy="4876800"/>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2470"/>
              <a:buChar char="⚫"/>
            </a:pPr>
            <a:r>
              <a:rPr lang="en-US"/>
              <a:t>Hệ thống con (subsystem)</a:t>
            </a:r>
            <a:endParaRPr/>
          </a:p>
          <a:p>
            <a:pPr indent="-246888" lvl="1" marL="640080" rtl="0" algn="l">
              <a:lnSpc>
                <a:spcPct val="90000"/>
              </a:lnSpc>
              <a:spcBef>
                <a:spcPts val="480"/>
              </a:spcBef>
              <a:spcAft>
                <a:spcPts val="0"/>
              </a:spcAft>
              <a:buSzPts val="2040"/>
              <a:buChar char="⚫"/>
            </a:pPr>
            <a:r>
              <a:rPr lang="en-US"/>
              <a:t>Một hệ thống con là một phần tử mô hình có ngữ nghĩa giống với một gói, ví dụ nó thể chứa các phần tử mô hình , lớp.</a:t>
            </a:r>
            <a:endParaRPr/>
          </a:p>
          <a:p>
            <a:pPr indent="-246887" lvl="2" marL="914400" rtl="0" algn="l">
              <a:lnSpc>
                <a:spcPct val="90000"/>
              </a:lnSpc>
              <a:spcBef>
                <a:spcPts val="420"/>
              </a:spcBef>
              <a:spcAft>
                <a:spcPts val="0"/>
              </a:spcAft>
              <a:buSzPts val="1470"/>
              <a:buChar char="⚫"/>
            </a:pPr>
            <a:r>
              <a:rPr lang="en-US"/>
              <a:t>Một hệ thống con thực thi một hoặc nhiều giao diện dùng để định nghĩa các hành vi của hệ thống con có thể thực hiện. </a:t>
            </a:r>
            <a:endParaRPr/>
          </a:p>
          <a:p>
            <a:pPr indent="-246887" lvl="2" marL="914400" rtl="0" algn="l">
              <a:lnSpc>
                <a:spcPct val="90000"/>
              </a:lnSpc>
              <a:spcBef>
                <a:spcPts val="420"/>
              </a:spcBef>
              <a:spcAft>
                <a:spcPts val="0"/>
              </a:spcAft>
              <a:buSzPts val="1470"/>
              <a:buChar char="⚫"/>
            </a:pPr>
            <a:r>
              <a:rPr lang="en-US"/>
              <a:t>Hệ thống con có thể biểu diễn bằng ký hiệu của ngôn ngữ UML của một gói với kiểu mở rộng </a:t>
            </a:r>
            <a:r>
              <a:rPr i="1" lang="en-US"/>
              <a:t>&lt;&lt;subsystem&gt;&gt;.</a:t>
            </a:r>
            <a:endParaRPr/>
          </a:p>
          <a:p>
            <a:pPr indent="-274320" lvl="0" marL="274320" rtl="0" algn="l">
              <a:lnSpc>
                <a:spcPct val="90000"/>
              </a:lnSpc>
              <a:spcBef>
                <a:spcPts val="520"/>
              </a:spcBef>
              <a:spcAft>
                <a:spcPts val="0"/>
              </a:spcAft>
              <a:buSzPts val="2470"/>
              <a:buChar char="⚫"/>
            </a:pPr>
            <a:r>
              <a:rPr lang="en-US"/>
              <a:t>Giao diện (interface)</a:t>
            </a:r>
            <a:endParaRPr/>
          </a:p>
          <a:p>
            <a:pPr indent="-246888" lvl="1" marL="640080" rtl="0" algn="l">
              <a:lnSpc>
                <a:spcPct val="90000"/>
              </a:lnSpc>
              <a:spcBef>
                <a:spcPts val="480"/>
              </a:spcBef>
              <a:spcAft>
                <a:spcPts val="0"/>
              </a:spcAft>
              <a:buSzPts val="2040"/>
              <a:buChar char="⚫"/>
            </a:pPr>
            <a:r>
              <a:rPr lang="en-US"/>
              <a:t>Một giao diện là một phần tử mô hình dùng để định nghĩa một tập các hành vi được cung cấp bởi một phần tử mô hình phân lớp (lớp, hệ thống con, hoặc giao diện).</a:t>
            </a:r>
            <a:endParaRPr/>
          </a:p>
          <a:p>
            <a:pPr indent="-117475" lvl="0" marL="274320" rtl="0" algn="l">
              <a:lnSpc>
                <a:spcPct val="90000"/>
              </a:lnSpc>
              <a:spcBef>
                <a:spcPts val="520"/>
              </a:spcBef>
              <a:spcAft>
                <a:spcPts val="0"/>
              </a:spcAft>
              <a:buSzPts val="2470"/>
              <a:buNone/>
            </a:pPr>
            <a:r>
              <a:t/>
            </a:r>
            <a:endParaRPr/>
          </a:p>
        </p:txBody>
      </p:sp>
      <p:sp>
        <p:nvSpPr>
          <p:cNvPr id="890" name="Google Shape;890;p1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20"/>
          <p:cNvSpPr txBox="1"/>
          <p:nvPr>
            <p:ph type="title"/>
          </p:nvPr>
        </p:nvSpPr>
        <p:spPr>
          <a:xfrm>
            <a:off x="457200" y="704088"/>
            <a:ext cx="8229600" cy="5913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t/>
            </a:r>
            <a:endParaRPr sz="4500"/>
          </a:p>
        </p:txBody>
      </p:sp>
      <p:sp>
        <p:nvSpPr>
          <p:cNvPr id="896" name="Google Shape;896;p2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897" name="Google Shape;897;p20"/>
          <p:cNvSpPr txBox="1"/>
          <p:nvPr>
            <p:ph idx="1" type="body"/>
          </p:nvPr>
        </p:nvSpPr>
        <p:spPr>
          <a:xfrm>
            <a:off x="457200" y="1295400"/>
            <a:ext cx="8229600" cy="50292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Quan hệ cài đặt/hiện thực hóa giữa giao diện và hệ thống con</a:t>
            </a:r>
            <a:endParaRPr/>
          </a:p>
        </p:txBody>
      </p:sp>
      <p:grpSp>
        <p:nvGrpSpPr>
          <p:cNvPr id="898" name="Google Shape;898;p20"/>
          <p:cNvGrpSpPr/>
          <p:nvPr/>
        </p:nvGrpSpPr>
        <p:grpSpPr>
          <a:xfrm>
            <a:off x="381000" y="2667002"/>
            <a:ext cx="8382000" cy="3497261"/>
            <a:chOff x="482600" y="2933702"/>
            <a:chExt cx="8382000" cy="3497261"/>
          </a:xfrm>
        </p:grpSpPr>
        <p:cxnSp>
          <p:nvCxnSpPr>
            <p:cNvPr id="899" name="Google Shape;899;p20"/>
            <p:cNvCxnSpPr/>
            <p:nvPr/>
          </p:nvCxnSpPr>
          <p:spPr>
            <a:xfrm flipH="1">
              <a:off x="3048000" y="5497513"/>
              <a:ext cx="2238375" cy="1587"/>
            </a:xfrm>
            <a:prstGeom prst="straightConnector1">
              <a:avLst/>
            </a:prstGeom>
            <a:noFill/>
            <a:ln cap="flat" cmpd="sng" w="9525">
              <a:solidFill>
                <a:schemeClr val="dk1"/>
              </a:solidFill>
              <a:prstDash val="solid"/>
              <a:round/>
              <a:headEnd len="med" w="med" type="none"/>
              <a:tailEnd len="med" w="med" type="none"/>
            </a:ln>
          </p:spPr>
        </p:cxnSp>
        <p:grpSp>
          <p:nvGrpSpPr>
            <p:cNvPr id="900" name="Google Shape;900;p20"/>
            <p:cNvGrpSpPr/>
            <p:nvPr/>
          </p:nvGrpSpPr>
          <p:grpSpPr>
            <a:xfrm>
              <a:off x="5257800" y="2933702"/>
              <a:ext cx="1776413" cy="1301751"/>
              <a:chOff x="5200" y="1944"/>
              <a:chExt cx="1119" cy="820"/>
            </a:xfrm>
          </p:grpSpPr>
          <p:sp>
            <p:nvSpPr>
              <p:cNvPr id="901" name="Google Shape;901;p20"/>
              <p:cNvSpPr/>
              <p:nvPr/>
            </p:nvSpPr>
            <p:spPr>
              <a:xfrm>
                <a:off x="5200" y="2127"/>
                <a:ext cx="1119" cy="637"/>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02" name="Google Shape;902;p20"/>
              <p:cNvSpPr/>
              <p:nvPr/>
            </p:nvSpPr>
            <p:spPr>
              <a:xfrm>
                <a:off x="5200" y="1944"/>
                <a:ext cx="450" cy="183"/>
              </a:xfrm>
              <a:prstGeom prst="rect">
                <a:avLst/>
              </a:prstGeom>
              <a:solidFill>
                <a:srgbClr val="FFFFCC"/>
              </a:solidFill>
              <a:ln cap="flat" cmpd="sng" w="9525">
                <a:solidFill>
                  <a:srgbClr val="99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903" name="Google Shape;903;p20"/>
            <p:cNvSpPr txBox="1"/>
            <p:nvPr/>
          </p:nvSpPr>
          <p:spPr>
            <a:xfrm>
              <a:off x="7319963" y="4489450"/>
              <a:ext cx="1544637" cy="412750"/>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i="1" lang="en-US" sz="2000">
                  <a:solidFill>
                    <a:srgbClr val="00CCFF"/>
                  </a:solidFill>
                  <a:latin typeface="Constantia"/>
                  <a:ea typeface="Constantia"/>
                  <a:cs typeface="Constantia"/>
                  <a:sym typeface="Constantia"/>
                </a:rPr>
                <a:t>Subsystem</a:t>
              </a:r>
              <a:endParaRPr/>
            </a:p>
          </p:txBody>
        </p:sp>
        <p:sp>
          <p:nvSpPr>
            <p:cNvPr id="904" name="Google Shape;904;p20"/>
            <p:cNvSpPr txBox="1"/>
            <p:nvPr/>
          </p:nvSpPr>
          <p:spPr>
            <a:xfrm>
              <a:off x="482600" y="4489450"/>
              <a:ext cx="1249363" cy="412750"/>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i="1" lang="en-US" sz="2000">
                  <a:solidFill>
                    <a:srgbClr val="00CCFF"/>
                  </a:solidFill>
                  <a:latin typeface="Constantia"/>
                  <a:ea typeface="Constantia"/>
                  <a:cs typeface="Constantia"/>
                  <a:sym typeface="Constantia"/>
                </a:rPr>
                <a:t>Interface</a:t>
              </a:r>
              <a:endParaRPr/>
            </a:p>
          </p:txBody>
        </p:sp>
        <p:cxnSp>
          <p:nvCxnSpPr>
            <p:cNvPr id="905" name="Google Shape;905;p20"/>
            <p:cNvCxnSpPr/>
            <p:nvPr/>
          </p:nvCxnSpPr>
          <p:spPr>
            <a:xfrm flipH="1" rot="10800000">
              <a:off x="1438275" y="3810000"/>
              <a:ext cx="796925" cy="644525"/>
            </a:xfrm>
            <a:prstGeom prst="straightConnector1">
              <a:avLst/>
            </a:prstGeom>
            <a:noFill/>
            <a:ln cap="flat" cmpd="sng" w="28575">
              <a:solidFill>
                <a:schemeClr val="hlink"/>
              </a:solidFill>
              <a:prstDash val="solid"/>
              <a:round/>
              <a:headEnd len="med" w="med" type="none"/>
              <a:tailEnd len="med" w="med" type="triangle"/>
            </a:ln>
          </p:spPr>
        </p:cxnSp>
        <p:cxnSp>
          <p:nvCxnSpPr>
            <p:cNvPr id="906" name="Google Shape;906;p20"/>
            <p:cNvCxnSpPr/>
            <p:nvPr/>
          </p:nvCxnSpPr>
          <p:spPr>
            <a:xfrm rot="10800000">
              <a:off x="7099300" y="3824288"/>
              <a:ext cx="774700" cy="671512"/>
            </a:xfrm>
            <a:prstGeom prst="straightConnector1">
              <a:avLst/>
            </a:prstGeom>
            <a:noFill/>
            <a:ln cap="flat" cmpd="sng" w="28575">
              <a:solidFill>
                <a:schemeClr val="hlink"/>
              </a:solidFill>
              <a:prstDash val="solid"/>
              <a:round/>
              <a:headEnd len="med" w="med" type="none"/>
              <a:tailEnd len="med" w="med" type="triangle"/>
            </a:ln>
          </p:spPr>
        </p:cxnSp>
        <p:sp>
          <p:nvSpPr>
            <p:cNvPr id="907" name="Google Shape;907;p20"/>
            <p:cNvSpPr/>
            <p:nvPr/>
          </p:nvSpPr>
          <p:spPr>
            <a:xfrm>
              <a:off x="4379913" y="3756025"/>
              <a:ext cx="1587" cy="600075"/>
            </a:xfrm>
            <a:custGeom>
              <a:rect b="b" l="l" r="r" t="t"/>
              <a:pathLst>
                <a:path extrusionOk="0" h="378" w="1">
                  <a:moveTo>
                    <a:pt x="1" y="378"/>
                  </a:moveTo>
                  <a:lnTo>
                    <a:pt x="0" y="0"/>
                  </a:lnTo>
                </a:path>
              </a:pathLst>
            </a:custGeom>
            <a:noFill/>
            <a:ln cap="flat" cmpd="sng" w="28575">
              <a:solidFill>
                <a:schemeClr val="hlink"/>
              </a:solidFill>
              <a:prstDash val="solid"/>
              <a:round/>
              <a:headEnd len="med" w="med" type="none"/>
              <a:tailEnd len="med" w="med" type="triangl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08" name="Google Shape;908;p20"/>
            <p:cNvSpPr txBox="1"/>
            <p:nvPr/>
          </p:nvSpPr>
          <p:spPr>
            <a:xfrm>
              <a:off x="2462213" y="4279900"/>
              <a:ext cx="3836987" cy="412750"/>
            </a:xfrm>
            <a:prstGeom prst="rect">
              <a:avLst/>
            </a:prstGeom>
            <a:noFill/>
            <a:ln>
              <a:noFill/>
            </a:ln>
          </p:spPr>
          <p:txBody>
            <a:bodyPr anchorCtr="0" anchor="t" bIns="53975" lIns="107950" spcFirstLastPara="1" rIns="107950" wrap="square" tIns="53975">
              <a:spAutoFit/>
            </a:bodyPr>
            <a:lstStyle/>
            <a:p>
              <a:pPr indent="0" lvl="0" marL="0" marR="0" rtl="0" algn="r">
                <a:spcBef>
                  <a:spcPts val="0"/>
                </a:spcBef>
                <a:spcAft>
                  <a:spcPts val="0"/>
                </a:spcAft>
                <a:buNone/>
              </a:pPr>
              <a:r>
                <a:rPr i="1" lang="en-US" sz="2000">
                  <a:solidFill>
                    <a:srgbClr val="00CCFF"/>
                  </a:solidFill>
                  <a:latin typeface="Constantia"/>
                  <a:ea typeface="Constantia"/>
                  <a:cs typeface="Constantia"/>
                  <a:sym typeface="Constantia"/>
                </a:rPr>
                <a:t>Realization (Canonical form)</a:t>
              </a:r>
              <a:endParaRPr/>
            </a:p>
          </p:txBody>
        </p:sp>
        <p:sp>
          <p:nvSpPr>
            <p:cNvPr id="909" name="Google Shape;909;p20"/>
            <p:cNvSpPr txBox="1"/>
            <p:nvPr/>
          </p:nvSpPr>
          <p:spPr>
            <a:xfrm>
              <a:off x="2873375" y="6018213"/>
              <a:ext cx="3014663" cy="412750"/>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i="1" lang="en-US" sz="2000">
                  <a:solidFill>
                    <a:srgbClr val="00CCFF"/>
                  </a:solidFill>
                  <a:latin typeface="Constantia"/>
                  <a:ea typeface="Constantia"/>
                  <a:cs typeface="Constantia"/>
                  <a:sym typeface="Constantia"/>
                </a:rPr>
                <a:t>Realization (Elided form)</a:t>
              </a:r>
              <a:endParaRPr/>
            </a:p>
          </p:txBody>
        </p:sp>
        <p:cxnSp>
          <p:nvCxnSpPr>
            <p:cNvPr id="910" name="Google Shape;910;p20"/>
            <p:cNvCxnSpPr/>
            <p:nvPr/>
          </p:nvCxnSpPr>
          <p:spPr>
            <a:xfrm rot="10800000">
              <a:off x="4394200" y="5541963"/>
              <a:ext cx="0" cy="533400"/>
            </a:xfrm>
            <a:prstGeom prst="straightConnector1">
              <a:avLst/>
            </a:prstGeom>
            <a:noFill/>
            <a:ln cap="flat" cmpd="sng" w="28575">
              <a:solidFill>
                <a:schemeClr val="hlink"/>
              </a:solidFill>
              <a:prstDash val="solid"/>
              <a:round/>
              <a:headEnd len="med" w="med" type="none"/>
              <a:tailEnd len="med" w="med" type="triangle"/>
            </a:ln>
          </p:spPr>
        </p:cxnSp>
        <p:cxnSp>
          <p:nvCxnSpPr>
            <p:cNvPr id="911" name="Google Shape;911;p20"/>
            <p:cNvCxnSpPr/>
            <p:nvPr/>
          </p:nvCxnSpPr>
          <p:spPr>
            <a:xfrm flipH="1">
              <a:off x="7099300" y="4876800"/>
              <a:ext cx="774700" cy="768350"/>
            </a:xfrm>
            <a:prstGeom prst="straightConnector1">
              <a:avLst/>
            </a:prstGeom>
            <a:noFill/>
            <a:ln cap="flat" cmpd="sng" w="28575">
              <a:solidFill>
                <a:schemeClr val="hlink"/>
              </a:solidFill>
              <a:prstDash val="solid"/>
              <a:round/>
              <a:headEnd len="med" w="med" type="none"/>
              <a:tailEnd len="med" w="med" type="triangle"/>
            </a:ln>
          </p:spPr>
        </p:cxnSp>
        <p:cxnSp>
          <p:nvCxnSpPr>
            <p:cNvPr id="912" name="Google Shape;912;p20"/>
            <p:cNvCxnSpPr/>
            <p:nvPr/>
          </p:nvCxnSpPr>
          <p:spPr>
            <a:xfrm>
              <a:off x="1438275" y="4995863"/>
              <a:ext cx="1190625" cy="411162"/>
            </a:xfrm>
            <a:prstGeom prst="straightConnector1">
              <a:avLst/>
            </a:prstGeom>
            <a:noFill/>
            <a:ln cap="flat" cmpd="sng" w="28575">
              <a:solidFill>
                <a:schemeClr val="hlink"/>
              </a:solidFill>
              <a:prstDash val="solid"/>
              <a:round/>
              <a:headEnd len="med" w="med" type="none"/>
              <a:tailEnd len="med" w="med" type="triangle"/>
            </a:ln>
          </p:spPr>
        </p:cxnSp>
        <p:sp>
          <p:nvSpPr>
            <p:cNvPr id="913" name="Google Shape;913;p20"/>
            <p:cNvSpPr/>
            <p:nvPr/>
          </p:nvSpPr>
          <p:spPr>
            <a:xfrm>
              <a:off x="5259388" y="5014913"/>
              <a:ext cx="1776412" cy="1011237"/>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14" name="Google Shape;914;p20"/>
            <p:cNvSpPr/>
            <p:nvPr/>
          </p:nvSpPr>
          <p:spPr>
            <a:xfrm>
              <a:off x="5259388" y="4724400"/>
              <a:ext cx="714375" cy="290513"/>
            </a:xfrm>
            <a:prstGeom prst="rect">
              <a:avLst/>
            </a:prstGeom>
            <a:solidFill>
              <a:srgbClr val="FFFFCC"/>
            </a:solidFill>
            <a:ln cap="flat"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15" name="Google Shape;915;p20"/>
            <p:cNvSpPr/>
            <p:nvPr/>
          </p:nvSpPr>
          <p:spPr>
            <a:xfrm>
              <a:off x="5259388" y="4724400"/>
              <a:ext cx="714375" cy="290513"/>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16" name="Google Shape;916;p20"/>
            <p:cNvSpPr/>
            <p:nvPr/>
          </p:nvSpPr>
          <p:spPr>
            <a:xfrm>
              <a:off x="5665788" y="5324475"/>
              <a:ext cx="1062037"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Constantia"/>
                  <a:ea typeface="Constantia"/>
                  <a:cs typeface="Constantia"/>
                  <a:sym typeface="Constantia"/>
                </a:rPr>
                <a:t>Subsystem </a:t>
              </a:r>
              <a:endParaRPr sz="1600">
                <a:solidFill>
                  <a:schemeClr val="dk1"/>
                </a:solidFill>
                <a:latin typeface="Constantia"/>
                <a:ea typeface="Constantia"/>
                <a:cs typeface="Constantia"/>
                <a:sym typeface="Constantia"/>
              </a:endParaRPr>
            </a:p>
          </p:txBody>
        </p:sp>
        <p:sp>
          <p:nvSpPr>
            <p:cNvPr id="917" name="Google Shape;917;p20"/>
            <p:cNvSpPr/>
            <p:nvPr/>
          </p:nvSpPr>
          <p:spPr>
            <a:xfrm>
              <a:off x="5902325" y="5599113"/>
              <a:ext cx="541338"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Constantia"/>
                  <a:ea typeface="Constantia"/>
                  <a:cs typeface="Constantia"/>
                  <a:sym typeface="Constantia"/>
                </a:rPr>
                <a:t>Name</a:t>
              </a:r>
              <a:endParaRPr sz="1600">
                <a:solidFill>
                  <a:schemeClr val="dk1"/>
                </a:solidFill>
                <a:latin typeface="Constantia"/>
                <a:ea typeface="Constantia"/>
                <a:cs typeface="Constantia"/>
                <a:sym typeface="Constantia"/>
              </a:endParaRPr>
            </a:p>
          </p:txBody>
        </p:sp>
        <p:sp>
          <p:nvSpPr>
            <p:cNvPr id="918" name="Google Shape;918;p20"/>
            <p:cNvSpPr/>
            <p:nvPr/>
          </p:nvSpPr>
          <p:spPr>
            <a:xfrm>
              <a:off x="5438775" y="5049838"/>
              <a:ext cx="1447800"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Constantia"/>
                  <a:ea typeface="Constantia"/>
                  <a:cs typeface="Constantia"/>
                  <a:sym typeface="Constantia"/>
                </a:rPr>
                <a:t>&lt;&lt;subsystem&gt;&gt;</a:t>
              </a:r>
              <a:endParaRPr sz="1600">
                <a:solidFill>
                  <a:schemeClr val="dk1"/>
                </a:solidFill>
                <a:latin typeface="Constantia"/>
                <a:ea typeface="Constantia"/>
                <a:cs typeface="Constantia"/>
                <a:sym typeface="Constantia"/>
              </a:endParaRPr>
            </a:p>
          </p:txBody>
        </p:sp>
        <p:sp>
          <p:nvSpPr>
            <p:cNvPr id="919" name="Google Shape;919;p20"/>
            <p:cNvSpPr/>
            <p:nvPr/>
          </p:nvSpPr>
          <p:spPr>
            <a:xfrm>
              <a:off x="2770188" y="5254625"/>
              <a:ext cx="450850" cy="447675"/>
            </a:xfrm>
            <a:prstGeom prst="ellipse">
              <a:avLst/>
            </a:prstGeom>
            <a:solidFill>
              <a:srgbClr val="FFFFCC"/>
            </a:solidFill>
            <a:ln cap="flat" cmpd="sng" w="15875">
              <a:solidFill>
                <a:srgbClr val="8A0E5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20" name="Google Shape;920;p20"/>
            <p:cNvSpPr/>
            <p:nvPr/>
          </p:nvSpPr>
          <p:spPr>
            <a:xfrm>
              <a:off x="2571750" y="5715000"/>
              <a:ext cx="889000" cy="2746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Interface</a:t>
              </a:r>
              <a:endParaRPr sz="1800">
                <a:solidFill>
                  <a:schemeClr val="dk1"/>
                </a:solidFill>
                <a:latin typeface="Constantia"/>
                <a:ea typeface="Constantia"/>
                <a:cs typeface="Constantia"/>
                <a:sym typeface="Constantia"/>
              </a:endParaRPr>
            </a:p>
          </p:txBody>
        </p:sp>
        <p:sp>
          <p:nvSpPr>
            <p:cNvPr id="921" name="Google Shape;921;p20"/>
            <p:cNvSpPr/>
            <p:nvPr/>
          </p:nvSpPr>
          <p:spPr>
            <a:xfrm>
              <a:off x="5649913" y="3543300"/>
              <a:ext cx="1062037"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Constantia"/>
                  <a:ea typeface="Constantia"/>
                  <a:cs typeface="Constantia"/>
                  <a:sym typeface="Constantia"/>
                </a:rPr>
                <a:t>Subsystem </a:t>
              </a:r>
              <a:endParaRPr sz="1800">
                <a:solidFill>
                  <a:schemeClr val="dk1"/>
                </a:solidFill>
                <a:latin typeface="Constantia"/>
                <a:ea typeface="Constantia"/>
                <a:cs typeface="Constantia"/>
                <a:sym typeface="Constantia"/>
              </a:endParaRPr>
            </a:p>
          </p:txBody>
        </p:sp>
        <p:sp>
          <p:nvSpPr>
            <p:cNvPr id="922" name="Google Shape;922;p20"/>
            <p:cNvSpPr/>
            <p:nvPr/>
          </p:nvSpPr>
          <p:spPr>
            <a:xfrm>
              <a:off x="5957888" y="3798888"/>
              <a:ext cx="541337"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Constantia"/>
                  <a:ea typeface="Constantia"/>
                  <a:cs typeface="Constantia"/>
                  <a:sym typeface="Constantia"/>
                </a:rPr>
                <a:t>Name</a:t>
              </a:r>
              <a:endParaRPr sz="1800">
                <a:solidFill>
                  <a:schemeClr val="dk1"/>
                </a:solidFill>
                <a:latin typeface="Constantia"/>
                <a:ea typeface="Constantia"/>
                <a:cs typeface="Constantia"/>
                <a:sym typeface="Constantia"/>
              </a:endParaRPr>
            </a:p>
          </p:txBody>
        </p:sp>
        <p:sp>
          <p:nvSpPr>
            <p:cNvPr id="923" name="Google Shape;923;p20"/>
            <p:cNvSpPr/>
            <p:nvPr/>
          </p:nvSpPr>
          <p:spPr>
            <a:xfrm>
              <a:off x="5438775" y="3287713"/>
              <a:ext cx="1447800"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Constantia"/>
                  <a:ea typeface="Constantia"/>
                  <a:cs typeface="Constantia"/>
                  <a:sym typeface="Constantia"/>
                </a:rPr>
                <a:t>&lt;&lt;subsystem&gt;&gt;</a:t>
              </a:r>
              <a:endParaRPr sz="1800">
                <a:solidFill>
                  <a:schemeClr val="dk1"/>
                </a:solidFill>
                <a:latin typeface="Constantia"/>
                <a:ea typeface="Constantia"/>
                <a:cs typeface="Constantia"/>
                <a:sym typeface="Constantia"/>
              </a:endParaRPr>
            </a:p>
          </p:txBody>
        </p:sp>
        <p:sp>
          <p:nvSpPr>
            <p:cNvPr id="924" name="Google Shape;924;p20"/>
            <p:cNvSpPr/>
            <p:nvPr/>
          </p:nvSpPr>
          <p:spPr>
            <a:xfrm>
              <a:off x="2389188" y="3406775"/>
              <a:ext cx="1247775" cy="681038"/>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25" name="Google Shape;925;p20"/>
            <p:cNvSpPr/>
            <p:nvPr/>
          </p:nvSpPr>
          <p:spPr>
            <a:xfrm>
              <a:off x="2562225" y="3457575"/>
              <a:ext cx="792163"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Constantia"/>
                  <a:ea typeface="Constantia"/>
                  <a:cs typeface="Constantia"/>
                  <a:sym typeface="Constantia"/>
                </a:rPr>
                <a:t>Interface</a:t>
              </a:r>
              <a:endParaRPr sz="1800">
                <a:solidFill>
                  <a:schemeClr val="dk1"/>
                </a:solidFill>
                <a:latin typeface="Constantia"/>
                <a:ea typeface="Constantia"/>
                <a:cs typeface="Constantia"/>
                <a:sym typeface="Constantia"/>
              </a:endParaRPr>
            </a:p>
          </p:txBody>
        </p:sp>
        <p:sp>
          <p:nvSpPr>
            <p:cNvPr id="926" name="Google Shape;926;p20"/>
            <p:cNvSpPr/>
            <p:nvPr/>
          </p:nvSpPr>
          <p:spPr>
            <a:xfrm>
              <a:off x="2389188" y="3763963"/>
              <a:ext cx="1247775" cy="323850"/>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27" name="Google Shape;927;p20"/>
            <p:cNvSpPr/>
            <p:nvPr/>
          </p:nvSpPr>
          <p:spPr>
            <a:xfrm>
              <a:off x="2389188" y="3884613"/>
              <a:ext cx="1247775" cy="203200"/>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928" name="Google Shape;928;p20"/>
            <p:cNvCxnSpPr/>
            <p:nvPr/>
          </p:nvCxnSpPr>
          <p:spPr>
            <a:xfrm rot="10800000">
              <a:off x="4011613" y="3736975"/>
              <a:ext cx="1425575" cy="1588"/>
            </a:xfrm>
            <a:prstGeom prst="straightConnector1">
              <a:avLst/>
            </a:prstGeom>
            <a:noFill/>
            <a:ln cap="flat" cmpd="sng" w="9525">
              <a:solidFill>
                <a:schemeClr val="dk1"/>
              </a:solidFill>
              <a:prstDash val="dash"/>
              <a:round/>
              <a:headEnd len="med" w="med" type="none"/>
              <a:tailEnd len="med" w="med" type="none"/>
            </a:ln>
          </p:spPr>
        </p:cxnSp>
        <p:sp>
          <p:nvSpPr>
            <p:cNvPr id="929" name="Google Shape;929;p20"/>
            <p:cNvSpPr/>
            <p:nvPr/>
          </p:nvSpPr>
          <p:spPr>
            <a:xfrm>
              <a:off x="3646488" y="3622675"/>
              <a:ext cx="365125" cy="238125"/>
            </a:xfrm>
            <a:custGeom>
              <a:rect b="b" l="l" r="r" t="t"/>
              <a:pathLst>
                <a:path extrusionOk="0" h="150" w="230">
                  <a:moveTo>
                    <a:pt x="0" y="75"/>
                  </a:moveTo>
                  <a:lnTo>
                    <a:pt x="230" y="150"/>
                  </a:lnTo>
                  <a:lnTo>
                    <a:pt x="230" y="0"/>
                  </a:lnTo>
                  <a:lnTo>
                    <a:pt x="0" y="75"/>
                  </a:lnTo>
                  <a:close/>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p2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935" name="Google Shape;935;p21"/>
          <p:cNvSpPr txBox="1"/>
          <p:nvPr>
            <p:ph idx="1" type="body"/>
          </p:nvPr>
        </p:nvSpPr>
        <p:spPr>
          <a:xfrm>
            <a:off x="457200" y="838200"/>
            <a:ext cx="8229600" cy="54864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660"/>
              <a:buChar char="⚫"/>
            </a:pPr>
            <a:r>
              <a:rPr lang="en-US" sz="2800"/>
              <a:t>Subsystems :</a:t>
            </a:r>
            <a:endParaRPr/>
          </a:p>
          <a:p>
            <a:pPr indent="-342900" lvl="3" marL="800100" rtl="0" algn="l">
              <a:spcBef>
                <a:spcPts val="400"/>
              </a:spcBef>
              <a:spcAft>
                <a:spcPts val="0"/>
              </a:spcAft>
              <a:buSzPts val="1300"/>
              <a:buChar char="⚫"/>
            </a:pPr>
            <a:r>
              <a:rPr lang="en-US"/>
              <a:t>Quan hệ giữa giao diện và các phần tử này không phải lúc nào cũng là quan hệ 1-1. Một giao diện có thể được cài đặt bởi nhiều phần tử, và một phần tử có thể cài đặt nhiều giao diện.</a:t>
            </a:r>
            <a:endParaRPr/>
          </a:p>
          <a:p>
            <a:pPr indent="-105410" lvl="0" marL="274320" rtl="0" algn="l">
              <a:spcBef>
                <a:spcPts val="560"/>
              </a:spcBef>
              <a:spcAft>
                <a:spcPts val="0"/>
              </a:spcAft>
              <a:buSzPts val="2660"/>
              <a:buNone/>
            </a:pPr>
            <a:r>
              <a:t/>
            </a:r>
            <a:endParaRPr sz="2800"/>
          </a:p>
          <a:p>
            <a:pPr indent="-117475" lvl="0" marL="274320" rtl="0" algn="l">
              <a:spcBef>
                <a:spcPts val="520"/>
              </a:spcBef>
              <a:spcAft>
                <a:spcPts val="0"/>
              </a:spcAft>
              <a:buSzPts val="2470"/>
              <a:buNone/>
            </a:pPr>
            <a:r>
              <a:t/>
            </a:r>
            <a:endParaRPr/>
          </a:p>
        </p:txBody>
      </p:sp>
      <p:grpSp>
        <p:nvGrpSpPr>
          <p:cNvPr id="936" name="Google Shape;936;p21"/>
          <p:cNvGrpSpPr/>
          <p:nvPr/>
        </p:nvGrpSpPr>
        <p:grpSpPr>
          <a:xfrm>
            <a:off x="1447800" y="2590800"/>
            <a:ext cx="6392862" cy="3424238"/>
            <a:chOff x="1379538" y="2895600"/>
            <a:chExt cx="6392862" cy="3424238"/>
          </a:xfrm>
        </p:grpSpPr>
        <p:sp>
          <p:nvSpPr>
            <p:cNvPr id="937" name="Google Shape;937;p21"/>
            <p:cNvSpPr/>
            <p:nvPr/>
          </p:nvSpPr>
          <p:spPr>
            <a:xfrm>
              <a:off x="1379538" y="4170363"/>
              <a:ext cx="1214437" cy="1196975"/>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38" name="Google Shape;938;p21"/>
            <p:cNvSpPr/>
            <p:nvPr/>
          </p:nvSpPr>
          <p:spPr>
            <a:xfrm>
              <a:off x="1574800" y="4427538"/>
              <a:ext cx="754063" cy="19843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InterfaceK</a:t>
              </a:r>
              <a:endParaRPr sz="1800">
                <a:solidFill>
                  <a:schemeClr val="dk1"/>
                </a:solidFill>
                <a:latin typeface="Constantia"/>
                <a:ea typeface="Constantia"/>
                <a:cs typeface="Constantia"/>
                <a:sym typeface="Constantia"/>
              </a:endParaRPr>
            </a:p>
          </p:txBody>
        </p:sp>
        <p:sp>
          <p:nvSpPr>
            <p:cNvPr id="939" name="Google Shape;939;p21"/>
            <p:cNvSpPr/>
            <p:nvPr/>
          </p:nvSpPr>
          <p:spPr>
            <a:xfrm>
              <a:off x="1379538" y="4659313"/>
              <a:ext cx="1214437" cy="708025"/>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40" name="Google Shape;940;p21"/>
            <p:cNvSpPr/>
            <p:nvPr/>
          </p:nvSpPr>
          <p:spPr>
            <a:xfrm>
              <a:off x="1379538" y="4762500"/>
              <a:ext cx="1214437" cy="604838"/>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41" name="Google Shape;941;p21"/>
            <p:cNvSpPr/>
            <p:nvPr/>
          </p:nvSpPr>
          <p:spPr>
            <a:xfrm>
              <a:off x="1422375" y="4878400"/>
              <a:ext cx="449400" cy="19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X()</a:t>
              </a:r>
              <a:endParaRPr sz="1800">
                <a:solidFill>
                  <a:schemeClr val="dk1"/>
                </a:solidFill>
                <a:latin typeface="Constantia"/>
                <a:ea typeface="Constantia"/>
                <a:cs typeface="Constantia"/>
                <a:sym typeface="Constantia"/>
              </a:endParaRPr>
            </a:p>
          </p:txBody>
        </p:sp>
        <p:sp>
          <p:nvSpPr>
            <p:cNvPr id="942" name="Google Shape;942;p21"/>
            <p:cNvSpPr/>
            <p:nvPr/>
          </p:nvSpPr>
          <p:spPr>
            <a:xfrm>
              <a:off x="1422379" y="5083175"/>
              <a:ext cx="449400" cy="19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W()</a:t>
              </a:r>
              <a:endParaRPr sz="1800">
                <a:solidFill>
                  <a:schemeClr val="dk1"/>
                </a:solidFill>
                <a:latin typeface="Constantia"/>
                <a:ea typeface="Constantia"/>
                <a:cs typeface="Constantia"/>
                <a:sym typeface="Constantia"/>
              </a:endParaRPr>
            </a:p>
          </p:txBody>
        </p:sp>
        <p:sp>
          <p:nvSpPr>
            <p:cNvPr id="943" name="Google Shape;943;p21"/>
            <p:cNvSpPr/>
            <p:nvPr/>
          </p:nvSpPr>
          <p:spPr>
            <a:xfrm>
              <a:off x="1422400" y="4221163"/>
              <a:ext cx="1031875" cy="19843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&lt;&lt;Interface&gt;&gt;</a:t>
              </a:r>
              <a:endParaRPr sz="1800">
                <a:solidFill>
                  <a:schemeClr val="dk1"/>
                </a:solidFill>
                <a:latin typeface="Constantia"/>
                <a:ea typeface="Constantia"/>
                <a:cs typeface="Constantia"/>
                <a:sym typeface="Constantia"/>
              </a:endParaRPr>
            </a:p>
          </p:txBody>
        </p:sp>
        <p:sp>
          <p:nvSpPr>
            <p:cNvPr id="944" name="Google Shape;944;p21"/>
            <p:cNvSpPr/>
            <p:nvPr/>
          </p:nvSpPr>
          <p:spPr>
            <a:xfrm>
              <a:off x="4505325" y="3114675"/>
              <a:ext cx="2541588" cy="1338263"/>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45" name="Google Shape;945;p21"/>
            <p:cNvSpPr/>
            <p:nvPr/>
          </p:nvSpPr>
          <p:spPr>
            <a:xfrm>
              <a:off x="4505325" y="2895600"/>
              <a:ext cx="1004888" cy="219075"/>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46" name="Google Shape;946;p21"/>
            <p:cNvSpPr/>
            <p:nvPr/>
          </p:nvSpPr>
          <p:spPr>
            <a:xfrm>
              <a:off x="4505325" y="2895600"/>
              <a:ext cx="1004888" cy="219075"/>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47" name="Google Shape;947;p21"/>
            <p:cNvSpPr/>
            <p:nvPr/>
          </p:nvSpPr>
          <p:spPr>
            <a:xfrm>
              <a:off x="5245100" y="3346450"/>
              <a:ext cx="927100"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SubsystemA</a:t>
              </a:r>
              <a:endParaRPr sz="1800">
                <a:solidFill>
                  <a:schemeClr val="dk1"/>
                </a:solidFill>
                <a:latin typeface="Constantia"/>
                <a:ea typeface="Constantia"/>
                <a:cs typeface="Constantia"/>
                <a:sym typeface="Constantia"/>
              </a:endParaRPr>
            </a:p>
          </p:txBody>
        </p:sp>
        <p:sp>
          <p:nvSpPr>
            <p:cNvPr id="948" name="Google Shape;948;p21"/>
            <p:cNvSpPr/>
            <p:nvPr/>
          </p:nvSpPr>
          <p:spPr>
            <a:xfrm>
              <a:off x="5106988" y="3140075"/>
              <a:ext cx="1179512"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&lt;&lt;subsystem&gt;&gt;</a:t>
              </a:r>
              <a:endParaRPr sz="1800">
                <a:solidFill>
                  <a:schemeClr val="dk1"/>
                </a:solidFill>
                <a:latin typeface="Constantia"/>
                <a:ea typeface="Constantia"/>
                <a:cs typeface="Constantia"/>
                <a:sym typeface="Constantia"/>
              </a:endParaRPr>
            </a:p>
          </p:txBody>
        </p:sp>
        <p:cxnSp>
          <p:nvCxnSpPr>
            <p:cNvPr id="949" name="Google Shape;949;p21"/>
            <p:cNvCxnSpPr/>
            <p:nvPr/>
          </p:nvCxnSpPr>
          <p:spPr>
            <a:xfrm flipH="1">
              <a:off x="2860675" y="4105275"/>
              <a:ext cx="1644650" cy="449263"/>
            </a:xfrm>
            <a:prstGeom prst="straightConnector1">
              <a:avLst/>
            </a:prstGeom>
            <a:noFill/>
            <a:ln cap="flat" cmpd="sng" w="12700">
              <a:solidFill>
                <a:schemeClr val="dk1"/>
              </a:solidFill>
              <a:prstDash val="dash"/>
              <a:round/>
              <a:headEnd len="med" w="med" type="none"/>
              <a:tailEnd len="med" w="med" type="none"/>
            </a:ln>
          </p:spPr>
        </p:cxnSp>
        <p:sp>
          <p:nvSpPr>
            <p:cNvPr id="950" name="Google Shape;950;p21"/>
            <p:cNvSpPr/>
            <p:nvPr/>
          </p:nvSpPr>
          <p:spPr>
            <a:xfrm>
              <a:off x="2593975" y="4452938"/>
              <a:ext cx="293688" cy="179387"/>
            </a:xfrm>
            <a:custGeom>
              <a:rect b="b" l="l" r="r" t="t"/>
              <a:pathLst>
                <a:path extrusionOk="0" h="107" w="180">
                  <a:moveTo>
                    <a:pt x="0" y="92"/>
                  </a:moveTo>
                  <a:lnTo>
                    <a:pt x="180" y="107"/>
                  </a:lnTo>
                  <a:lnTo>
                    <a:pt x="146" y="0"/>
                  </a:lnTo>
                  <a:lnTo>
                    <a:pt x="0" y="92"/>
                  </a:lnTo>
                  <a:close/>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51" name="Google Shape;951;p21"/>
            <p:cNvSpPr/>
            <p:nvPr/>
          </p:nvSpPr>
          <p:spPr>
            <a:xfrm>
              <a:off x="4478338" y="4800600"/>
              <a:ext cx="3294062" cy="1519238"/>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52" name="Google Shape;952;p21"/>
            <p:cNvSpPr/>
            <p:nvPr/>
          </p:nvSpPr>
          <p:spPr>
            <a:xfrm>
              <a:off x="4478338" y="4583113"/>
              <a:ext cx="1325562" cy="217487"/>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53" name="Google Shape;953;p21"/>
            <p:cNvSpPr/>
            <p:nvPr/>
          </p:nvSpPr>
          <p:spPr>
            <a:xfrm>
              <a:off x="4478338" y="4583113"/>
              <a:ext cx="1325562" cy="217487"/>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54" name="Google Shape;954;p21"/>
            <p:cNvSpPr/>
            <p:nvPr/>
          </p:nvSpPr>
          <p:spPr>
            <a:xfrm>
              <a:off x="5608638" y="5033963"/>
              <a:ext cx="927100" cy="19843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SubsystemB</a:t>
              </a:r>
              <a:endParaRPr sz="1800">
                <a:solidFill>
                  <a:schemeClr val="dk1"/>
                </a:solidFill>
                <a:latin typeface="Constantia"/>
                <a:ea typeface="Constantia"/>
                <a:cs typeface="Constantia"/>
                <a:sym typeface="Constantia"/>
              </a:endParaRPr>
            </a:p>
          </p:txBody>
        </p:sp>
        <p:sp>
          <p:nvSpPr>
            <p:cNvPr id="955" name="Google Shape;955;p21"/>
            <p:cNvSpPr/>
            <p:nvPr/>
          </p:nvSpPr>
          <p:spPr>
            <a:xfrm>
              <a:off x="5454650" y="4826000"/>
              <a:ext cx="1177925"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&lt;&lt;subsystem&gt;&gt;</a:t>
              </a:r>
              <a:endParaRPr sz="1800">
                <a:solidFill>
                  <a:schemeClr val="dk1"/>
                </a:solidFill>
                <a:latin typeface="Constantia"/>
                <a:ea typeface="Constantia"/>
                <a:cs typeface="Constantia"/>
                <a:sym typeface="Constantia"/>
              </a:endParaRPr>
            </a:p>
          </p:txBody>
        </p:sp>
        <p:cxnSp>
          <p:nvCxnSpPr>
            <p:cNvPr id="956" name="Google Shape;956;p21"/>
            <p:cNvCxnSpPr/>
            <p:nvPr/>
          </p:nvCxnSpPr>
          <p:spPr>
            <a:xfrm rot="10800000">
              <a:off x="2847975" y="4927600"/>
              <a:ext cx="1630363" cy="323850"/>
            </a:xfrm>
            <a:prstGeom prst="straightConnector1">
              <a:avLst/>
            </a:prstGeom>
            <a:noFill/>
            <a:ln cap="flat" cmpd="sng" w="12700">
              <a:solidFill>
                <a:schemeClr val="dk1"/>
              </a:solidFill>
              <a:prstDash val="dash"/>
              <a:round/>
              <a:headEnd len="med" w="med" type="none"/>
              <a:tailEnd len="med" w="med" type="none"/>
            </a:ln>
          </p:spPr>
        </p:cxnSp>
        <p:sp>
          <p:nvSpPr>
            <p:cNvPr id="957" name="Google Shape;957;p21"/>
            <p:cNvSpPr/>
            <p:nvPr/>
          </p:nvSpPr>
          <p:spPr>
            <a:xfrm>
              <a:off x="2593975" y="4851400"/>
              <a:ext cx="279400" cy="182563"/>
            </a:xfrm>
            <a:custGeom>
              <a:rect b="b" l="l" r="r" t="t"/>
              <a:pathLst>
                <a:path extrusionOk="0" h="108" w="171">
                  <a:moveTo>
                    <a:pt x="0" y="23"/>
                  </a:moveTo>
                  <a:lnTo>
                    <a:pt x="171" y="0"/>
                  </a:lnTo>
                  <a:lnTo>
                    <a:pt x="154" y="108"/>
                  </a:lnTo>
                  <a:lnTo>
                    <a:pt x="0" y="23"/>
                  </a:lnTo>
                  <a:close/>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58" name="Google Shape;958;p21"/>
            <p:cNvSpPr/>
            <p:nvPr/>
          </p:nvSpPr>
          <p:spPr>
            <a:xfrm>
              <a:off x="4716463" y="3603625"/>
              <a:ext cx="976312" cy="760413"/>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59" name="Google Shape;959;p21"/>
            <p:cNvSpPr/>
            <p:nvPr/>
          </p:nvSpPr>
          <p:spPr>
            <a:xfrm>
              <a:off x="4854575" y="3654425"/>
              <a:ext cx="614363"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ClassA1</a:t>
              </a:r>
              <a:endParaRPr sz="1800">
                <a:solidFill>
                  <a:schemeClr val="dk1"/>
                </a:solidFill>
                <a:latin typeface="Constantia"/>
                <a:ea typeface="Constantia"/>
                <a:cs typeface="Constantia"/>
                <a:sym typeface="Constantia"/>
              </a:endParaRPr>
            </a:p>
          </p:txBody>
        </p:sp>
        <p:sp>
          <p:nvSpPr>
            <p:cNvPr id="960" name="Google Shape;960;p21"/>
            <p:cNvSpPr/>
            <p:nvPr/>
          </p:nvSpPr>
          <p:spPr>
            <a:xfrm>
              <a:off x="4716463" y="3875088"/>
              <a:ext cx="976312" cy="488950"/>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61" name="Google Shape;961;p21"/>
            <p:cNvSpPr/>
            <p:nvPr/>
          </p:nvSpPr>
          <p:spPr>
            <a:xfrm>
              <a:off x="4716463" y="3976688"/>
              <a:ext cx="976312" cy="387350"/>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62" name="Google Shape;962;p21"/>
            <p:cNvSpPr/>
            <p:nvPr/>
          </p:nvSpPr>
          <p:spPr>
            <a:xfrm>
              <a:off x="4756130" y="4105275"/>
              <a:ext cx="449400" cy="19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W()</a:t>
              </a:r>
              <a:endParaRPr sz="1800">
                <a:solidFill>
                  <a:schemeClr val="dk1"/>
                </a:solidFill>
                <a:latin typeface="Constantia"/>
                <a:ea typeface="Constantia"/>
                <a:cs typeface="Constantia"/>
                <a:sym typeface="Constantia"/>
              </a:endParaRPr>
            </a:p>
          </p:txBody>
        </p:sp>
        <p:sp>
          <p:nvSpPr>
            <p:cNvPr id="963" name="Google Shape;963;p21"/>
            <p:cNvSpPr/>
            <p:nvPr/>
          </p:nvSpPr>
          <p:spPr>
            <a:xfrm>
              <a:off x="5929313" y="3603625"/>
              <a:ext cx="976312" cy="760413"/>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64" name="Google Shape;964;p21"/>
            <p:cNvSpPr/>
            <p:nvPr/>
          </p:nvSpPr>
          <p:spPr>
            <a:xfrm>
              <a:off x="6069013" y="3654425"/>
              <a:ext cx="614362"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ClassA2</a:t>
              </a:r>
              <a:endParaRPr sz="1800">
                <a:solidFill>
                  <a:schemeClr val="dk1"/>
                </a:solidFill>
                <a:latin typeface="Constantia"/>
                <a:ea typeface="Constantia"/>
                <a:cs typeface="Constantia"/>
                <a:sym typeface="Constantia"/>
              </a:endParaRPr>
            </a:p>
          </p:txBody>
        </p:sp>
        <p:sp>
          <p:nvSpPr>
            <p:cNvPr id="965" name="Google Shape;965;p21"/>
            <p:cNvSpPr/>
            <p:nvPr/>
          </p:nvSpPr>
          <p:spPr>
            <a:xfrm>
              <a:off x="5929313" y="3875088"/>
              <a:ext cx="976312" cy="488950"/>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66" name="Google Shape;966;p21"/>
            <p:cNvSpPr/>
            <p:nvPr/>
          </p:nvSpPr>
          <p:spPr>
            <a:xfrm>
              <a:off x="5929313" y="3976688"/>
              <a:ext cx="976312" cy="387350"/>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67" name="Google Shape;967;p21"/>
            <p:cNvSpPr/>
            <p:nvPr/>
          </p:nvSpPr>
          <p:spPr>
            <a:xfrm>
              <a:off x="5972154" y="4105275"/>
              <a:ext cx="391200" cy="19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X()</a:t>
              </a:r>
              <a:endParaRPr sz="1800">
                <a:solidFill>
                  <a:schemeClr val="dk1"/>
                </a:solidFill>
                <a:latin typeface="Constantia"/>
                <a:ea typeface="Constantia"/>
                <a:cs typeface="Constantia"/>
                <a:sym typeface="Constantia"/>
              </a:endParaRPr>
            </a:p>
          </p:txBody>
        </p:sp>
        <p:sp>
          <p:nvSpPr>
            <p:cNvPr id="968" name="Google Shape;968;p21"/>
            <p:cNvSpPr/>
            <p:nvPr/>
          </p:nvSpPr>
          <p:spPr>
            <a:xfrm>
              <a:off x="4603750" y="5276850"/>
              <a:ext cx="906463" cy="966788"/>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69" name="Google Shape;969;p21"/>
            <p:cNvSpPr/>
            <p:nvPr/>
          </p:nvSpPr>
          <p:spPr>
            <a:xfrm>
              <a:off x="4716463" y="5329238"/>
              <a:ext cx="614362" cy="19843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ClassB1</a:t>
              </a:r>
              <a:endParaRPr sz="1800">
                <a:solidFill>
                  <a:schemeClr val="dk1"/>
                </a:solidFill>
                <a:latin typeface="Constantia"/>
                <a:ea typeface="Constantia"/>
                <a:cs typeface="Constantia"/>
                <a:sym typeface="Constantia"/>
              </a:endParaRPr>
            </a:p>
          </p:txBody>
        </p:sp>
        <p:sp>
          <p:nvSpPr>
            <p:cNvPr id="970" name="Google Shape;970;p21"/>
            <p:cNvSpPr/>
            <p:nvPr/>
          </p:nvSpPr>
          <p:spPr>
            <a:xfrm>
              <a:off x="4603750" y="5548313"/>
              <a:ext cx="906463" cy="695325"/>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71" name="Google Shape;971;p21"/>
            <p:cNvSpPr/>
            <p:nvPr/>
          </p:nvSpPr>
          <p:spPr>
            <a:xfrm>
              <a:off x="4603750" y="5649913"/>
              <a:ext cx="906463" cy="593725"/>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72" name="Google Shape;972;p21"/>
            <p:cNvSpPr/>
            <p:nvPr/>
          </p:nvSpPr>
          <p:spPr>
            <a:xfrm>
              <a:off x="4646613" y="5780100"/>
              <a:ext cx="614400" cy="19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W()</a:t>
              </a:r>
              <a:endParaRPr sz="1800">
                <a:solidFill>
                  <a:schemeClr val="dk1"/>
                </a:solidFill>
                <a:latin typeface="Constantia"/>
                <a:ea typeface="Constantia"/>
                <a:cs typeface="Constantia"/>
                <a:sym typeface="Constantia"/>
              </a:endParaRPr>
            </a:p>
          </p:txBody>
        </p:sp>
        <p:sp>
          <p:nvSpPr>
            <p:cNvPr id="973" name="Google Shape;973;p21"/>
            <p:cNvSpPr/>
            <p:nvPr/>
          </p:nvSpPr>
          <p:spPr>
            <a:xfrm>
              <a:off x="4646613" y="5984875"/>
              <a:ext cx="220662"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Y()</a:t>
              </a:r>
              <a:endParaRPr sz="1800">
                <a:solidFill>
                  <a:schemeClr val="dk1"/>
                </a:solidFill>
                <a:latin typeface="Constantia"/>
                <a:ea typeface="Constantia"/>
                <a:cs typeface="Constantia"/>
                <a:sym typeface="Constantia"/>
              </a:endParaRPr>
            </a:p>
          </p:txBody>
        </p:sp>
        <p:sp>
          <p:nvSpPr>
            <p:cNvPr id="974" name="Google Shape;974;p21"/>
            <p:cNvSpPr/>
            <p:nvPr/>
          </p:nvSpPr>
          <p:spPr>
            <a:xfrm>
              <a:off x="5748338" y="5316538"/>
              <a:ext cx="906462" cy="758825"/>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75" name="Google Shape;975;p21"/>
            <p:cNvSpPr/>
            <p:nvPr/>
          </p:nvSpPr>
          <p:spPr>
            <a:xfrm>
              <a:off x="5861050" y="5354638"/>
              <a:ext cx="612775" cy="19843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ClassB2</a:t>
              </a:r>
              <a:endParaRPr sz="1800">
                <a:solidFill>
                  <a:schemeClr val="dk1"/>
                </a:solidFill>
                <a:latin typeface="Constantia"/>
                <a:ea typeface="Constantia"/>
                <a:cs typeface="Constantia"/>
                <a:sym typeface="Constantia"/>
              </a:endParaRPr>
            </a:p>
          </p:txBody>
        </p:sp>
        <p:sp>
          <p:nvSpPr>
            <p:cNvPr id="976" name="Google Shape;976;p21"/>
            <p:cNvSpPr/>
            <p:nvPr/>
          </p:nvSpPr>
          <p:spPr>
            <a:xfrm>
              <a:off x="5748338" y="5586413"/>
              <a:ext cx="906462" cy="488950"/>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77" name="Google Shape;977;p21"/>
            <p:cNvSpPr/>
            <p:nvPr/>
          </p:nvSpPr>
          <p:spPr>
            <a:xfrm>
              <a:off x="5748338" y="5689600"/>
              <a:ext cx="906462" cy="385763"/>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78" name="Google Shape;978;p21"/>
            <p:cNvSpPr/>
            <p:nvPr/>
          </p:nvSpPr>
          <p:spPr>
            <a:xfrm>
              <a:off x="5791178" y="5818200"/>
              <a:ext cx="391200" cy="19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X()</a:t>
              </a:r>
              <a:endParaRPr sz="1800">
                <a:solidFill>
                  <a:schemeClr val="dk1"/>
                </a:solidFill>
                <a:latin typeface="Constantia"/>
                <a:ea typeface="Constantia"/>
                <a:cs typeface="Constantia"/>
                <a:sym typeface="Constantia"/>
              </a:endParaRPr>
            </a:p>
          </p:txBody>
        </p:sp>
        <p:sp>
          <p:nvSpPr>
            <p:cNvPr id="979" name="Google Shape;979;p21"/>
            <p:cNvSpPr/>
            <p:nvPr/>
          </p:nvSpPr>
          <p:spPr>
            <a:xfrm>
              <a:off x="6753225" y="5316538"/>
              <a:ext cx="893763" cy="758825"/>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80" name="Google Shape;980;p21"/>
            <p:cNvSpPr/>
            <p:nvPr/>
          </p:nvSpPr>
          <p:spPr>
            <a:xfrm>
              <a:off x="6850063" y="5354638"/>
              <a:ext cx="614362" cy="19843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ClassB3</a:t>
              </a:r>
              <a:endParaRPr sz="1800">
                <a:solidFill>
                  <a:schemeClr val="dk1"/>
                </a:solidFill>
                <a:latin typeface="Constantia"/>
                <a:ea typeface="Constantia"/>
                <a:cs typeface="Constantia"/>
                <a:sym typeface="Constantia"/>
              </a:endParaRPr>
            </a:p>
          </p:txBody>
        </p:sp>
        <p:sp>
          <p:nvSpPr>
            <p:cNvPr id="981" name="Google Shape;981;p21"/>
            <p:cNvSpPr/>
            <p:nvPr/>
          </p:nvSpPr>
          <p:spPr>
            <a:xfrm>
              <a:off x="6753225" y="5586413"/>
              <a:ext cx="893763" cy="488950"/>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82" name="Google Shape;982;p21"/>
            <p:cNvSpPr/>
            <p:nvPr/>
          </p:nvSpPr>
          <p:spPr>
            <a:xfrm>
              <a:off x="6753225" y="5689600"/>
              <a:ext cx="893763" cy="385763"/>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83" name="Google Shape;983;p21"/>
            <p:cNvSpPr/>
            <p:nvPr/>
          </p:nvSpPr>
          <p:spPr>
            <a:xfrm>
              <a:off x="6796088" y="5818200"/>
              <a:ext cx="449400" cy="19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Z()</a:t>
              </a:r>
              <a:endParaRPr sz="1800">
                <a:solidFill>
                  <a:schemeClr val="dk1"/>
                </a:solidFill>
                <a:latin typeface="Constantia"/>
                <a:ea typeface="Constantia"/>
                <a:cs typeface="Constantia"/>
                <a:sym typeface="Constantia"/>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22"/>
          <p:cNvSpPr txBox="1"/>
          <p:nvPr>
            <p:ph type="title"/>
          </p:nvPr>
        </p:nvSpPr>
        <p:spPr>
          <a:xfrm>
            <a:off x="457200" y="932688"/>
            <a:ext cx="8229600" cy="5151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Giao diện và lớp trừu tượng</a:t>
            </a:r>
            <a:endParaRPr sz="4500"/>
          </a:p>
        </p:txBody>
      </p:sp>
      <p:sp>
        <p:nvSpPr>
          <p:cNvPr id="989" name="Google Shape;989;p22"/>
          <p:cNvSpPr txBox="1"/>
          <p:nvPr>
            <p:ph idx="1" type="body"/>
          </p:nvPr>
        </p:nvSpPr>
        <p:spPr>
          <a:xfrm>
            <a:off x="457200" y="1905000"/>
            <a:ext cx="8229600" cy="44196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Các giao diện khác với các lớp trừu tượng.</a:t>
            </a:r>
            <a:endParaRPr/>
          </a:p>
          <a:p>
            <a:pPr indent="-246888" lvl="1" marL="640080" rtl="0" algn="l">
              <a:spcBef>
                <a:spcPts val="480"/>
              </a:spcBef>
              <a:spcAft>
                <a:spcPts val="0"/>
              </a:spcAft>
              <a:buSzPts val="2040"/>
              <a:buChar char="⚫"/>
            </a:pPr>
            <a:r>
              <a:rPr lang="en-US"/>
              <a:t>Các lớp trừu tượng cho phép chúng ta cung cấp các hành vi mặc định cho một số hoặc tất cả các phương thức.</a:t>
            </a:r>
            <a:endParaRPr/>
          </a:p>
          <a:p>
            <a:pPr indent="-246888" lvl="1" marL="640080" rtl="0" algn="l">
              <a:spcBef>
                <a:spcPts val="480"/>
              </a:spcBef>
              <a:spcAft>
                <a:spcPts val="0"/>
              </a:spcAft>
              <a:buSzPts val="2040"/>
              <a:buChar char="⚫"/>
            </a:pPr>
            <a:r>
              <a:rPr lang="en-US"/>
              <a:t>Giao diện không cung cấp hành vi mặc định.</a:t>
            </a:r>
            <a:endParaRPr/>
          </a:p>
          <a:p>
            <a:pPr indent="-117475" lvl="0" marL="274320" rtl="0" algn="l">
              <a:spcBef>
                <a:spcPts val="520"/>
              </a:spcBef>
              <a:spcAft>
                <a:spcPts val="0"/>
              </a:spcAft>
              <a:buSzPts val="2470"/>
              <a:buNone/>
            </a:pPr>
            <a:r>
              <a:t/>
            </a:r>
            <a:endParaRPr/>
          </a:p>
        </p:txBody>
      </p:sp>
      <p:sp>
        <p:nvSpPr>
          <p:cNvPr id="990" name="Google Shape;990;p2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23"/>
          <p:cNvSpPr txBox="1"/>
          <p:nvPr>
            <p:ph type="title"/>
          </p:nvPr>
        </p:nvSpPr>
        <p:spPr>
          <a:xfrm>
            <a:off x="457200" y="704088"/>
            <a:ext cx="8229600" cy="8199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Hệ thống con và gói</a:t>
            </a:r>
            <a:endParaRPr/>
          </a:p>
        </p:txBody>
      </p:sp>
      <p:sp>
        <p:nvSpPr>
          <p:cNvPr id="996" name="Google Shape;996;p2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997" name="Google Shape;997;p23"/>
          <p:cNvSpPr txBox="1"/>
          <p:nvPr>
            <p:ph idx="1" type="body"/>
          </p:nvPr>
        </p:nvSpPr>
        <p:spPr>
          <a:xfrm>
            <a:off x="457200" y="1600200"/>
            <a:ext cx="4419600" cy="2286000"/>
          </a:xfrm>
          <a:prstGeom prst="rect">
            <a:avLst/>
          </a:prstGeom>
          <a:noFill/>
          <a:ln>
            <a:noFill/>
          </a:ln>
        </p:spPr>
        <p:txBody>
          <a:bodyPr anchorCtr="0" anchor="t" bIns="45700" lIns="91425" spcFirstLastPara="1" rIns="91425" wrap="square" tIns="45700">
            <a:normAutofit/>
          </a:bodyPr>
          <a:lstStyle/>
          <a:p>
            <a:pPr indent="-274320" lvl="0" marL="274320" rtl="0" algn="l">
              <a:lnSpc>
                <a:spcPct val="80000"/>
              </a:lnSpc>
              <a:spcBef>
                <a:spcPts val="0"/>
              </a:spcBef>
              <a:spcAft>
                <a:spcPts val="0"/>
              </a:spcAft>
              <a:buSzPts val="2285"/>
              <a:buChar char="⚫"/>
            </a:pPr>
            <a:r>
              <a:rPr lang="en-US" sz="2405"/>
              <a:t>Subsystems</a:t>
            </a:r>
            <a:endParaRPr/>
          </a:p>
          <a:p>
            <a:pPr indent="-246888" lvl="1" marL="640080" rtl="0" algn="l">
              <a:lnSpc>
                <a:spcPct val="80000"/>
              </a:lnSpc>
              <a:spcBef>
                <a:spcPts val="444"/>
              </a:spcBef>
              <a:spcAft>
                <a:spcPts val="0"/>
              </a:spcAft>
              <a:buSzPts val="1887"/>
              <a:buChar char="⚫"/>
            </a:pPr>
            <a:r>
              <a:rPr lang="en-US" sz="2220"/>
              <a:t>Cung cấp các giao diện chứa các hành vi có thể được truy cập</a:t>
            </a:r>
            <a:endParaRPr sz="2220"/>
          </a:p>
          <a:p>
            <a:pPr indent="-246888" lvl="1" marL="640080" rtl="0" algn="l">
              <a:lnSpc>
                <a:spcPct val="80000"/>
              </a:lnSpc>
              <a:spcBef>
                <a:spcPts val="444"/>
              </a:spcBef>
              <a:spcAft>
                <a:spcPts val="0"/>
              </a:spcAft>
              <a:buSzPts val="1887"/>
              <a:buChar char="⚫"/>
            </a:pPr>
            <a:r>
              <a:rPr lang="en-US" sz="2220"/>
              <a:t>Đóng gói (encapsulate) toàn bộ nội dung của nó</a:t>
            </a:r>
            <a:endParaRPr sz="2220"/>
          </a:p>
          <a:p>
            <a:pPr indent="-246888" lvl="1" marL="640080" rtl="0" algn="l">
              <a:lnSpc>
                <a:spcPct val="80000"/>
              </a:lnSpc>
              <a:spcBef>
                <a:spcPts val="444"/>
              </a:spcBef>
              <a:spcAft>
                <a:spcPts val="0"/>
              </a:spcAft>
              <a:buSzPts val="1887"/>
              <a:buChar char="⚫"/>
            </a:pPr>
            <a:r>
              <a:rPr lang="en-US" sz="2220"/>
              <a:t>Dễ dàng được thay thế</a:t>
            </a:r>
            <a:endParaRPr sz="2220"/>
          </a:p>
          <a:p>
            <a:pPr indent="-129238" lvl="0" marL="274320" rtl="0" algn="l">
              <a:lnSpc>
                <a:spcPct val="80000"/>
              </a:lnSpc>
              <a:spcBef>
                <a:spcPts val="481"/>
              </a:spcBef>
              <a:spcAft>
                <a:spcPts val="0"/>
              </a:spcAft>
              <a:buSzPts val="2285"/>
              <a:buNone/>
            </a:pPr>
            <a:r>
              <a:t/>
            </a:r>
            <a:endParaRPr sz="2405"/>
          </a:p>
          <a:p>
            <a:pPr indent="-129238" lvl="0" marL="274320" rtl="0" algn="l">
              <a:lnSpc>
                <a:spcPct val="80000"/>
              </a:lnSpc>
              <a:spcBef>
                <a:spcPts val="481"/>
              </a:spcBef>
              <a:spcAft>
                <a:spcPts val="0"/>
              </a:spcAft>
              <a:buSzPts val="2285"/>
              <a:buNone/>
            </a:pPr>
            <a:r>
              <a:t/>
            </a:r>
            <a:endParaRPr sz="2405"/>
          </a:p>
        </p:txBody>
      </p:sp>
      <p:sp>
        <p:nvSpPr>
          <p:cNvPr id="998" name="Google Shape;998;p23"/>
          <p:cNvSpPr txBox="1"/>
          <p:nvPr/>
        </p:nvSpPr>
        <p:spPr>
          <a:xfrm>
            <a:off x="4724400" y="1524000"/>
            <a:ext cx="4419600" cy="4389120"/>
          </a:xfrm>
          <a:prstGeom prst="rect">
            <a:avLst/>
          </a:prstGeom>
          <a:noFill/>
          <a:ln>
            <a:noFill/>
          </a:ln>
        </p:spPr>
        <p:txBody>
          <a:bodyPr anchorCtr="0" anchor="t" bIns="45700" lIns="91425" spcFirstLastPara="1" rIns="91425" wrap="square" tIns="45700">
            <a:normAutofit/>
          </a:bodyPr>
          <a:lstStyle/>
          <a:p>
            <a:pPr indent="-117475" lvl="0" marL="274320" marR="0" rtl="0" algn="l">
              <a:lnSpc>
                <a:spcPct val="100000"/>
              </a:lnSpc>
              <a:spcBef>
                <a:spcPts val="0"/>
              </a:spcBef>
              <a:spcAft>
                <a:spcPts val="0"/>
              </a:spcAft>
              <a:buClr>
                <a:schemeClr val="accent3"/>
              </a:buClr>
              <a:buSzPts val="2470"/>
              <a:buFont typeface="Noto Sans Symbols"/>
              <a:buNone/>
            </a:pPr>
            <a:r>
              <a:t/>
            </a:r>
            <a:endParaRPr b="0" i="0" sz="2600" u="none" cap="none" strike="noStrike">
              <a:solidFill>
                <a:schemeClr val="dk1"/>
              </a:solidFill>
              <a:latin typeface="Constantia"/>
              <a:ea typeface="Constantia"/>
              <a:cs typeface="Constantia"/>
              <a:sym typeface="Constantia"/>
            </a:endParaRPr>
          </a:p>
        </p:txBody>
      </p:sp>
      <p:grpSp>
        <p:nvGrpSpPr>
          <p:cNvPr id="999" name="Google Shape;999;p23"/>
          <p:cNvGrpSpPr/>
          <p:nvPr/>
        </p:nvGrpSpPr>
        <p:grpSpPr>
          <a:xfrm>
            <a:off x="2667000" y="3962400"/>
            <a:ext cx="4784725" cy="2459037"/>
            <a:chOff x="1912938" y="3598863"/>
            <a:chExt cx="4784725" cy="2459037"/>
          </a:xfrm>
        </p:grpSpPr>
        <p:cxnSp>
          <p:nvCxnSpPr>
            <p:cNvPr id="1000" name="Google Shape;1000;p23"/>
            <p:cNvCxnSpPr/>
            <p:nvPr/>
          </p:nvCxnSpPr>
          <p:spPr>
            <a:xfrm rot="10800000">
              <a:off x="2597150" y="4833938"/>
              <a:ext cx="1588" cy="508000"/>
            </a:xfrm>
            <a:prstGeom prst="straightConnector1">
              <a:avLst/>
            </a:prstGeom>
            <a:noFill/>
            <a:ln cap="flat" cmpd="sng" w="15875">
              <a:solidFill>
                <a:schemeClr val="dk1"/>
              </a:solidFill>
              <a:prstDash val="solid"/>
              <a:round/>
              <a:headEnd len="med" w="med" type="none"/>
              <a:tailEnd len="med" w="med" type="none"/>
            </a:ln>
          </p:spPr>
        </p:cxnSp>
        <p:sp>
          <p:nvSpPr>
            <p:cNvPr id="1001" name="Google Shape;1001;p23"/>
            <p:cNvSpPr/>
            <p:nvPr/>
          </p:nvSpPr>
          <p:spPr>
            <a:xfrm>
              <a:off x="2479675" y="4610100"/>
              <a:ext cx="238125" cy="236538"/>
            </a:xfrm>
            <a:prstGeom prst="ellipse">
              <a:avLst/>
            </a:prstGeom>
            <a:solidFill>
              <a:srgbClr val="FFFFCC"/>
            </a:solidFill>
            <a:ln cap="flat" cmpd="sng" w="9525">
              <a:solidFill>
                <a:srgbClr val="9900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02" name="Google Shape;1002;p23"/>
            <p:cNvSpPr/>
            <p:nvPr/>
          </p:nvSpPr>
          <p:spPr>
            <a:xfrm>
              <a:off x="1912938" y="5280025"/>
              <a:ext cx="1357312" cy="777875"/>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03" name="Google Shape;1003;p23"/>
            <p:cNvSpPr/>
            <p:nvPr/>
          </p:nvSpPr>
          <p:spPr>
            <a:xfrm>
              <a:off x="1912938" y="5056188"/>
              <a:ext cx="541337" cy="223837"/>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04" name="Google Shape;1004;p23"/>
            <p:cNvSpPr/>
            <p:nvPr/>
          </p:nvSpPr>
          <p:spPr>
            <a:xfrm>
              <a:off x="1912938" y="5056188"/>
              <a:ext cx="541337" cy="223837"/>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05" name="Google Shape;1005;p23"/>
            <p:cNvSpPr/>
            <p:nvPr/>
          </p:nvSpPr>
          <p:spPr>
            <a:xfrm>
              <a:off x="2071688" y="5516563"/>
              <a:ext cx="1046162" cy="2127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400">
                  <a:solidFill>
                    <a:srgbClr val="000000"/>
                  </a:solidFill>
                  <a:latin typeface="Constantia"/>
                  <a:ea typeface="Constantia"/>
                  <a:cs typeface="Constantia"/>
                  <a:sym typeface="Constantia"/>
                </a:rPr>
                <a:t>Subsystem A</a:t>
              </a:r>
              <a:endParaRPr sz="1800">
                <a:solidFill>
                  <a:schemeClr val="dk1"/>
                </a:solidFill>
                <a:latin typeface="Constantia"/>
                <a:ea typeface="Constantia"/>
                <a:cs typeface="Constantia"/>
                <a:sym typeface="Constantia"/>
              </a:endParaRPr>
            </a:p>
          </p:txBody>
        </p:sp>
        <p:sp>
          <p:nvSpPr>
            <p:cNvPr id="1006" name="Google Shape;1006;p23"/>
            <p:cNvSpPr/>
            <p:nvPr/>
          </p:nvSpPr>
          <p:spPr>
            <a:xfrm>
              <a:off x="1952625" y="5305425"/>
              <a:ext cx="1260475" cy="2127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400">
                  <a:solidFill>
                    <a:srgbClr val="000000"/>
                  </a:solidFill>
                  <a:latin typeface="Constantia"/>
                  <a:ea typeface="Constantia"/>
                  <a:cs typeface="Constantia"/>
                  <a:sym typeface="Constantia"/>
                </a:rPr>
                <a:t>&lt;&lt;subsystem&gt;&gt;</a:t>
              </a:r>
              <a:endParaRPr sz="1800">
                <a:solidFill>
                  <a:schemeClr val="dk1"/>
                </a:solidFill>
                <a:latin typeface="Constantia"/>
                <a:ea typeface="Constantia"/>
                <a:cs typeface="Constantia"/>
                <a:sym typeface="Constantia"/>
              </a:endParaRPr>
            </a:p>
          </p:txBody>
        </p:sp>
        <p:sp>
          <p:nvSpPr>
            <p:cNvPr id="1007" name="Google Shape;1007;p23"/>
            <p:cNvSpPr/>
            <p:nvPr/>
          </p:nvSpPr>
          <p:spPr>
            <a:xfrm>
              <a:off x="4008438" y="4738688"/>
              <a:ext cx="2689225" cy="1319212"/>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08" name="Google Shape;1008;p23"/>
            <p:cNvSpPr/>
            <p:nvPr/>
          </p:nvSpPr>
          <p:spPr>
            <a:xfrm>
              <a:off x="4008438" y="4514850"/>
              <a:ext cx="1081087" cy="223838"/>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09" name="Google Shape;1009;p23"/>
            <p:cNvSpPr/>
            <p:nvPr/>
          </p:nvSpPr>
          <p:spPr>
            <a:xfrm>
              <a:off x="4008438" y="4514850"/>
              <a:ext cx="1081087" cy="223838"/>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10" name="Google Shape;1010;p23"/>
            <p:cNvSpPr/>
            <p:nvPr/>
          </p:nvSpPr>
          <p:spPr>
            <a:xfrm>
              <a:off x="4930775" y="4765675"/>
              <a:ext cx="858838" cy="2127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400">
                  <a:solidFill>
                    <a:srgbClr val="000000"/>
                  </a:solidFill>
                  <a:latin typeface="Constantia"/>
                  <a:ea typeface="Constantia"/>
                  <a:cs typeface="Constantia"/>
                  <a:sym typeface="Constantia"/>
                </a:rPr>
                <a:t>Package B</a:t>
              </a:r>
              <a:endParaRPr sz="1800">
                <a:solidFill>
                  <a:schemeClr val="dk1"/>
                </a:solidFill>
                <a:latin typeface="Constantia"/>
                <a:ea typeface="Constantia"/>
                <a:cs typeface="Constantia"/>
                <a:sym typeface="Constantia"/>
              </a:endParaRPr>
            </a:p>
          </p:txBody>
        </p:sp>
        <p:sp>
          <p:nvSpPr>
            <p:cNvPr id="1011" name="Google Shape;1011;p23"/>
            <p:cNvSpPr/>
            <p:nvPr/>
          </p:nvSpPr>
          <p:spPr>
            <a:xfrm>
              <a:off x="4192588" y="5002213"/>
              <a:ext cx="844550" cy="528637"/>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12" name="Google Shape;1012;p23"/>
            <p:cNvSpPr/>
            <p:nvPr/>
          </p:nvSpPr>
          <p:spPr>
            <a:xfrm>
              <a:off x="4286250" y="5041900"/>
              <a:ext cx="661988" cy="2127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400">
                  <a:solidFill>
                    <a:srgbClr val="000000"/>
                  </a:solidFill>
                  <a:latin typeface="Constantia"/>
                  <a:ea typeface="Constantia"/>
                  <a:cs typeface="Constantia"/>
                  <a:sym typeface="Constantia"/>
                </a:rPr>
                <a:t>ClassB1</a:t>
              </a:r>
              <a:endParaRPr sz="1800">
                <a:solidFill>
                  <a:schemeClr val="dk1"/>
                </a:solidFill>
                <a:latin typeface="Constantia"/>
                <a:ea typeface="Constantia"/>
                <a:cs typeface="Constantia"/>
                <a:sym typeface="Constantia"/>
              </a:endParaRPr>
            </a:p>
          </p:txBody>
        </p:sp>
        <p:sp>
          <p:nvSpPr>
            <p:cNvPr id="1013" name="Google Shape;1013;p23"/>
            <p:cNvSpPr/>
            <p:nvPr/>
          </p:nvSpPr>
          <p:spPr>
            <a:xfrm>
              <a:off x="4192588" y="5280025"/>
              <a:ext cx="844550" cy="250825"/>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14" name="Google Shape;1014;p23"/>
            <p:cNvSpPr/>
            <p:nvPr/>
          </p:nvSpPr>
          <p:spPr>
            <a:xfrm>
              <a:off x="4192588" y="5384800"/>
              <a:ext cx="844550" cy="146050"/>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15" name="Google Shape;1015;p23"/>
            <p:cNvSpPr/>
            <p:nvPr/>
          </p:nvSpPr>
          <p:spPr>
            <a:xfrm>
              <a:off x="5603875" y="5332413"/>
              <a:ext cx="855663" cy="541337"/>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16" name="Google Shape;1016;p23"/>
            <p:cNvSpPr/>
            <p:nvPr/>
          </p:nvSpPr>
          <p:spPr>
            <a:xfrm>
              <a:off x="5708650" y="5384800"/>
              <a:ext cx="661988" cy="2127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400">
                  <a:solidFill>
                    <a:srgbClr val="000000"/>
                  </a:solidFill>
                  <a:latin typeface="Constantia"/>
                  <a:ea typeface="Constantia"/>
                  <a:cs typeface="Constantia"/>
                  <a:sym typeface="Constantia"/>
                </a:rPr>
                <a:t>ClassB2</a:t>
              </a:r>
              <a:endParaRPr sz="1800">
                <a:solidFill>
                  <a:schemeClr val="dk1"/>
                </a:solidFill>
                <a:latin typeface="Constantia"/>
                <a:ea typeface="Constantia"/>
                <a:cs typeface="Constantia"/>
                <a:sym typeface="Constantia"/>
              </a:endParaRPr>
            </a:p>
          </p:txBody>
        </p:sp>
        <p:sp>
          <p:nvSpPr>
            <p:cNvPr id="1017" name="Google Shape;1017;p23"/>
            <p:cNvSpPr/>
            <p:nvPr/>
          </p:nvSpPr>
          <p:spPr>
            <a:xfrm>
              <a:off x="5603875" y="5622925"/>
              <a:ext cx="855663" cy="250825"/>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18" name="Google Shape;1018;p23"/>
            <p:cNvSpPr/>
            <p:nvPr/>
          </p:nvSpPr>
          <p:spPr>
            <a:xfrm>
              <a:off x="5603875" y="5727700"/>
              <a:ext cx="855663" cy="146050"/>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19" name="Google Shape;1019;p23"/>
            <p:cNvSpPr/>
            <p:nvPr/>
          </p:nvSpPr>
          <p:spPr>
            <a:xfrm>
              <a:off x="3230563" y="3598863"/>
              <a:ext cx="1279525" cy="541337"/>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20" name="Google Shape;1020;p23"/>
            <p:cNvSpPr/>
            <p:nvPr/>
          </p:nvSpPr>
          <p:spPr>
            <a:xfrm>
              <a:off x="3402013" y="3651250"/>
              <a:ext cx="947737" cy="2127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400">
                  <a:solidFill>
                    <a:srgbClr val="000000"/>
                  </a:solidFill>
                  <a:latin typeface="Constantia"/>
                  <a:ea typeface="Constantia"/>
                  <a:cs typeface="Constantia"/>
                  <a:sym typeface="Constantia"/>
                </a:rPr>
                <a:t>Client Class</a:t>
              </a:r>
              <a:endParaRPr sz="1800">
                <a:solidFill>
                  <a:schemeClr val="dk1"/>
                </a:solidFill>
                <a:latin typeface="Constantia"/>
                <a:ea typeface="Constantia"/>
                <a:cs typeface="Constantia"/>
                <a:sym typeface="Constantia"/>
              </a:endParaRPr>
            </a:p>
          </p:txBody>
        </p:sp>
        <p:sp>
          <p:nvSpPr>
            <p:cNvPr id="1021" name="Google Shape;1021;p23"/>
            <p:cNvSpPr/>
            <p:nvPr/>
          </p:nvSpPr>
          <p:spPr>
            <a:xfrm>
              <a:off x="3230563" y="3876675"/>
              <a:ext cx="1279525" cy="263525"/>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22" name="Google Shape;1022;p23"/>
            <p:cNvSpPr/>
            <p:nvPr/>
          </p:nvSpPr>
          <p:spPr>
            <a:xfrm>
              <a:off x="3230563" y="3981450"/>
              <a:ext cx="1279525" cy="158750"/>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023" name="Google Shape;1023;p23"/>
            <p:cNvCxnSpPr/>
            <p:nvPr/>
          </p:nvCxnSpPr>
          <p:spPr>
            <a:xfrm>
              <a:off x="5037138" y="5359400"/>
              <a:ext cx="566737" cy="144463"/>
            </a:xfrm>
            <a:prstGeom prst="straightConnector1">
              <a:avLst/>
            </a:prstGeom>
            <a:noFill/>
            <a:ln cap="flat" cmpd="sng" w="22225">
              <a:solidFill>
                <a:srgbClr val="990033"/>
              </a:solidFill>
              <a:prstDash val="dash"/>
              <a:round/>
              <a:headEnd len="med" w="med" type="none"/>
              <a:tailEnd len="med" w="med" type="none"/>
            </a:ln>
          </p:spPr>
        </p:cxnSp>
        <p:cxnSp>
          <p:nvCxnSpPr>
            <p:cNvPr id="1024" name="Google Shape;1024;p23"/>
            <p:cNvCxnSpPr/>
            <p:nvPr/>
          </p:nvCxnSpPr>
          <p:spPr>
            <a:xfrm rot="10800000">
              <a:off x="5472113" y="5399088"/>
              <a:ext cx="131762" cy="104775"/>
            </a:xfrm>
            <a:prstGeom prst="straightConnector1">
              <a:avLst/>
            </a:prstGeom>
            <a:noFill/>
            <a:ln cap="flat" cmpd="sng" w="22225">
              <a:solidFill>
                <a:srgbClr val="990033"/>
              </a:solidFill>
              <a:prstDash val="solid"/>
              <a:round/>
              <a:headEnd len="med" w="med" type="none"/>
              <a:tailEnd len="med" w="med" type="none"/>
            </a:ln>
          </p:spPr>
        </p:cxnSp>
        <p:cxnSp>
          <p:nvCxnSpPr>
            <p:cNvPr id="1025" name="Google Shape;1025;p23"/>
            <p:cNvCxnSpPr/>
            <p:nvPr/>
          </p:nvCxnSpPr>
          <p:spPr>
            <a:xfrm flipH="1">
              <a:off x="5432425" y="5503863"/>
              <a:ext cx="171450" cy="26987"/>
            </a:xfrm>
            <a:prstGeom prst="straightConnector1">
              <a:avLst/>
            </a:prstGeom>
            <a:noFill/>
            <a:ln cap="flat" cmpd="sng" w="22225">
              <a:solidFill>
                <a:srgbClr val="990033"/>
              </a:solidFill>
              <a:prstDash val="solid"/>
              <a:round/>
              <a:headEnd len="med" w="med" type="none"/>
              <a:tailEnd len="med" w="med" type="none"/>
            </a:ln>
          </p:spPr>
        </p:cxnSp>
        <p:cxnSp>
          <p:nvCxnSpPr>
            <p:cNvPr id="1026" name="Google Shape;1026;p23"/>
            <p:cNvCxnSpPr/>
            <p:nvPr/>
          </p:nvCxnSpPr>
          <p:spPr>
            <a:xfrm flipH="1">
              <a:off x="2722563" y="4140200"/>
              <a:ext cx="719137" cy="563563"/>
            </a:xfrm>
            <a:prstGeom prst="straightConnector1">
              <a:avLst/>
            </a:prstGeom>
            <a:noFill/>
            <a:ln cap="flat" cmpd="sng" w="22225">
              <a:solidFill>
                <a:schemeClr val="dk1"/>
              </a:solidFill>
              <a:prstDash val="dash"/>
              <a:round/>
              <a:headEnd len="med" w="med" type="none"/>
              <a:tailEnd len="med" w="med" type="stealth"/>
            </a:ln>
          </p:spPr>
        </p:cxnSp>
        <p:cxnSp>
          <p:nvCxnSpPr>
            <p:cNvPr id="1027" name="Google Shape;1027;p23"/>
            <p:cNvCxnSpPr/>
            <p:nvPr/>
          </p:nvCxnSpPr>
          <p:spPr>
            <a:xfrm>
              <a:off x="4056063" y="4129088"/>
              <a:ext cx="363537" cy="860425"/>
            </a:xfrm>
            <a:prstGeom prst="straightConnector1">
              <a:avLst/>
            </a:prstGeom>
            <a:noFill/>
            <a:ln cap="flat" cmpd="sng" w="22225">
              <a:solidFill>
                <a:schemeClr val="dk1"/>
              </a:solidFill>
              <a:prstDash val="dash"/>
              <a:round/>
              <a:headEnd len="med" w="med" type="none"/>
              <a:tailEnd len="med" w="med" type="stealth"/>
            </a:ln>
          </p:spPr>
        </p:cxnSp>
      </p:grpSp>
      <p:sp>
        <p:nvSpPr>
          <p:cNvPr id="1028" name="Google Shape;1028;p23"/>
          <p:cNvSpPr txBox="1"/>
          <p:nvPr/>
        </p:nvSpPr>
        <p:spPr>
          <a:xfrm>
            <a:off x="4724400" y="1600200"/>
            <a:ext cx="4419600" cy="2209800"/>
          </a:xfrm>
          <a:prstGeom prst="rect">
            <a:avLst/>
          </a:prstGeom>
          <a:noFill/>
          <a:ln>
            <a:noFill/>
          </a:ln>
        </p:spPr>
        <p:txBody>
          <a:bodyPr anchorCtr="0" anchor="t" bIns="45700" lIns="91425" spcFirstLastPara="1" rIns="91425" wrap="square" tIns="45700">
            <a:normAutofit/>
          </a:bodyPr>
          <a:lstStyle/>
          <a:p>
            <a:pPr indent="-274320" lvl="0" marL="274320" marR="0" rtl="0" algn="l">
              <a:lnSpc>
                <a:spcPct val="80000"/>
              </a:lnSpc>
              <a:spcBef>
                <a:spcPts val="0"/>
              </a:spcBef>
              <a:spcAft>
                <a:spcPts val="0"/>
              </a:spcAft>
              <a:buClr>
                <a:schemeClr val="accent3"/>
              </a:buClr>
              <a:buSzPts val="2100"/>
              <a:buFont typeface="Noto Sans Symbols"/>
              <a:buChar char="⚫"/>
            </a:pPr>
            <a:r>
              <a:rPr b="0" i="0" lang="en-US" sz="2210" u="none" cap="none" strike="noStrike">
                <a:solidFill>
                  <a:schemeClr val="dk1"/>
                </a:solidFill>
                <a:latin typeface="Constantia"/>
                <a:ea typeface="Constantia"/>
                <a:cs typeface="Constantia"/>
                <a:sym typeface="Constantia"/>
              </a:rPr>
              <a:t>Packages</a:t>
            </a:r>
            <a:endParaRPr/>
          </a:p>
          <a:p>
            <a:pPr indent="-246887" lvl="1" marL="800100" marR="0" rtl="0" algn="l">
              <a:lnSpc>
                <a:spcPct val="80000"/>
              </a:lnSpc>
              <a:spcBef>
                <a:spcPts val="408"/>
              </a:spcBef>
              <a:spcAft>
                <a:spcPts val="0"/>
              </a:spcAft>
              <a:buClr>
                <a:schemeClr val="accent1"/>
              </a:buClr>
              <a:buSzPts val="1734"/>
              <a:buFont typeface="Noto Sans Symbols"/>
              <a:buChar char="⚫"/>
            </a:pPr>
            <a:r>
              <a:rPr b="0" i="0" lang="en-US" sz="2040" u="none" cap="none" strike="noStrike">
                <a:solidFill>
                  <a:schemeClr val="dk1"/>
                </a:solidFill>
                <a:latin typeface="Constantia"/>
                <a:ea typeface="Constantia"/>
                <a:cs typeface="Constantia"/>
                <a:sym typeface="Constantia"/>
              </a:rPr>
              <a:t>Các gói không cung cấp hành vi mà nó là cá bộ chứa trong đó có các hành vi</a:t>
            </a:r>
            <a:endParaRPr/>
          </a:p>
          <a:p>
            <a:pPr indent="-246887" lvl="1" marL="800100" marR="0" rtl="0" algn="l">
              <a:lnSpc>
                <a:spcPct val="80000"/>
              </a:lnSpc>
              <a:spcBef>
                <a:spcPts val="408"/>
              </a:spcBef>
              <a:spcAft>
                <a:spcPts val="0"/>
              </a:spcAft>
              <a:buClr>
                <a:schemeClr val="accent1"/>
              </a:buClr>
              <a:buSzPts val="1734"/>
              <a:buFont typeface="Noto Sans Symbols"/>
              <a:buChar char="⚫"/>
            </a:pPr>
            <a:r>
              <a:rPr b="0" i="0" lang="en-US" sz="2040" u="none" cap="none" strike="noStrike">
                <a:solidFill>
                  <a:schemeClr val="dk1"/>
                </a:solidFill>
                <a:latin typeface="Constantia"/>
                <a:ea typeface="Constantia"/>
                <a:cs typeface="Constantia"/>
                <a:sym typeface="Constantia"/>
              </a:rPr>
              <a:t>Không đóng gói toàn bộ </a:t>
            </a:r>
            <a:r>
              <a:rPr lang="en-US" sz="2040">
                <a:solidFill>
                  <a:schemeClr val="dk1"/>
                </a:solidFill>
                <a:latin typeface="Constantia"/>
                <a:ea typeface="Constantia"/>
                <a:cs typeface="Constantia"/>
                <a:sym typeface="Constantia"/>
              </a:rPr>
              <a:t>nội</a:t>
            </a:r>
            <a:r>
              <a:rPr b="0" i="0" lang="en-US" sz="2040" u="none" cap="none" strike="noStrike">
                <a:solidFill>
                  <a:schemeClr val="dk1"/>
                </a:solidFill>
                <a:latin typeface="Constantia"/>
                <a:ea typeface="Constantia"/>
                <a:cs typeface="Constantia"/>
                <a:sym typeface="Constantia"/>
              </a:rPr>
              <a:t> dung</a:t>
            </a:r>
            <a:endParaRPr/>
          </a:p>
          <a:p>
            <a:pPr indent="-246887" lvl="1" marL="800100" marR="0" rtl="0" algn="l">
              <a:lnSpc>
                <a:spcPct val="80000"/>
              </a:lnSpc>
              <a:spcBef>
                <a:spcPts val="408"/>
              </a:spcBef>
              <a:spcAft>
                <a:spcPts val="0"/>
              </a:spcAft>
              <a:buClr>
                <a:schemeClr val="accent1"/>
              </a:buClr>
              <a:buSzPts val="1734"/>
              <a:buFont typeface="Noto Sans Symbols"/>
              <a:buChar char="⚫"/>
            </a:pPr>
            <a:r>
              <a:rPr b="0" i="0" lang="en-US" sz="2040" u="none" cap="none" strike="noStrike">
                <a:solidFill>
                  <a:schemeClr val="dk1"/>
                </a:solidFill>
                <a:latin typeface="Constantia"/>
                <a:ea typeface="Constantia"/>
                <a:cs typeface="Constantia"/>
                <a:sym typeface="Constantia"/>
              </a:rPr>
              <a:t>Không dễ dàng được thay thế</a:t>
            </a:r>
            <a:endParaRPr b="0" i="0" sz="2040" u="none" cap="none" strike="noStrike">
              <a:solidFill>
                <a:schemeClr val="dk1"/>
              </a:solidFill>
              <a:latin typeface="Constantia"/>
              <a:ea typeface="Constantia"/>
              <a:cs typeface="Constantia"/>
              <a:sym typeface="Constantia"/>
            </a:endParaRPr>
          </a:p>
          <a:p>
            <a:pPr indent="-136779" lvl="1" marL="640080" marR="0" rtl="0" algn="l">
              <a:lnSpc>
                <a:spcPct val="80000"/>
              </a:lnSpc>
              <a:spcBef>
                <a:spcPts val="408"/>
              </a:spcBef>
              <a:spcAft>
                <a:spcPts val="0"/>
              </a:spcAft>
              <a:buClr>
                <a:schemeClr val="accent1"/>
              </a:buClr>
              <a:buSzPts val="1734"/>
              <a:buFont typeface="Noto Sans Symbols"/>
              <a:buNone/>
            </a:pPr>
            <a:r>
              <a:t/>
            </a:r>
            <a:endParaRPr b="0" i="0" sz="2040" u="none" cap="none" strike="noStrike">
              <a:solidFill>
                <a:schemeClr val="dk1"/>
              </a:solidFill>
              <a:latin typeface="Constantia"/>
              <a:ea typeface="Constantia"/>
              <a:cs typeface="Constantia"/>
              <a:sym typeface="Constantia"/>
            </a:endParaRPr>
          </a:p>
          <a:p>
            <a:pPr indent="-141001" lvl="0" marL="274320" marR="0" rtl="0" algn="l">
              <a:lnSpc>
                <a:spcPct val="80000"/>
              </a:lnSpc>
              <a:spcBef>
                <a:spcPts val="442"/>
              </a:spcBef>
              <a:spcAft>
                <a:spcPts val="0"/>
              </a:spcAft>
              <a:buClr>
                <a:schemeClr val="accent3"/>
              </a:buClr>
              <a:buSzPts val="2100"/>
              <a:buFont typeface="Noto Sans Symbols"/>
              <a:buNone/>
            </a:pPr>
            <a:r>
              <a:t/>
            </a:r>
            <a:endParaRPr b="0" i="0" sz="2210" u="none" cap="none" strike="noStrike">
              <a:solidFill>
                <a:schemeClr val="dk1"/>
              </a:solidFill>
              <a:latin typeface="Constantia"/>
              <a:ea typeface="Constantia"/>
              <a:cs typeface="Constantia"/>
              <a:sym typeface="Constantia"/>
            </a:endParaRPr>
          </a:p>
          <a:p>
            <a:pPr indent="-141001" lvl="0" marL="274320" marR="0" rtl="0" algn="l">
              <a:lnSpc>
                <a:spcPct val="80000"/>
              </a:lnSpc>
              <a:spcBef>
                <a:spcPts val="442"/>
              </a:spcBef>
              <a:spcAft>
                <a:spcPts val="0"/>
              </a:spcAft>
              <a:buClr>
                <a:schemeClr val="accent3"/>
              </a:buClr>
              <a:buSzPts val="2100"/>
              <a:buFont typeface="Noto Sans Symbols"/>
              <a:buNone/>
            </a:pPr>
            <a:r>
              <a:t/>
            </a:r>
            <a:endParaRPr b="0" i="0" sz="2210" u="none" cap="none" strike="noStrike">
              <a:solidFill>
                <a:schemeClr val="dk1"/>
              </a:solidFill>
              <a:latin typeface="Constantia"/>
              <a:ea typeface="Constantia"/>
              <a:cs typeface="Constantia"/>
              <a:sym typeface="Constanti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24"/>
          <p:cNvSpPr txBox="1"/>
          <p:nvPr>
            <p:ph type="title"/>
          </p:nvPr>
        </p:nvSpPr>
        <p:spPr>
          <a:xfrm>
            <a:off x="457200" y="704088"/>
            <a:ext cx="8229600" cy="2103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t/>
            </a:r>
            <a:endParaRPr sz="4500"/>
          </a:p>
        </p:txBody>
      </p:sp>
      <p:sp>
        <p:nvSpPr>
          <p:cNvPr id="1034" name="Google Shape;1034;p24"/>
          <p:cNvSpPr txBox="1"/>
          <p:nvPr>
            <p:ph idx="1" type="body"/>
          </p:nvPr>
        </p:nvSpPr>
        <p:spPr>
          <a:xfrm>
            <a:off x="457200" y="990600"/>
            <a:ext cx="8229600" cy="5334000"/>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2470"/>
              <a:buChar char="⚫"/>
            </a:pPr>
            <a:r>
              <a:rPr lang="en-US"/>
              <a:t>Hệ thống con</a:t>
            </a:r>
            <a:endParaRPr/>
          </a:p>
          <a:p>
            <a:pPr indent="-246888" lvl="1" marL="640080" rtl="0" algn="l">
              <a:lnSpc>
                <a:spcPct val="90000"/>
              </a:lnSpc>
              <a:spcBef>
                <a:spcPts val="480"/>
              </a:spcBef>
              <a:spcAft>
                <a:spcPts val="0"/>
              </a:spcAft>
              <a:buSzPts val="2040"/>
              <a:buChar char="⚫"/>
            </a:pPr>
            <a:r>
              <a:rPr lang="en-US"/>
              <a:t>Các hệ thống con đóng gói hoàn toàn  nội dung của nó, hệ thống con chỉ cung cấp hành vi thông qua các giao diện.</a:t>
            </a:r>
            <a:endParaRPr/>
          </a:p>
          <a:p>
            <a:pPr indent="-246888" lvl="1" marL="640080" rtl="0" algn="l">
              <a:lnSpc>
                <a:spcPct val="90000"/>
              </a:lnSpc>
              <a:spcBef>
                <a:spcPts val="480"/>
              </a:spcBef>
              <a:spcAft>
                <a:spcPts val="0"/>
              </a:spcAft>
              <a:buSzPts val="2040"/>
              <a:buChar char="⚫"/>
            </a:pPr>
            <a:r>
              <a:rPr lang="en-US"/>
              <a:t>Quan hệ phụ thuộc trong hệ thống con là quan hệ trên giao </a:t>
            </a:r>
            <a:r>
              <a:rPr lang="en-US"/>
              <a:t>diện</a:t>
            </a:r>
            <a:r>
              <a:rPr lang="en-US"/>
              <a:t>, không phải trên nội dung của hệ thống con.</a:t>
            </a:r>
            <a:endParaRPr/>
          </a:p>
          <a:p>
            <a:pPr indent="-274320" lvl="0" marL="274320" rtl="0" algn="l">
              <a:lnSpc>
                <a:spcPct val="90000"/>
              </a:lnSpc>
              <a:spcBef>
                <a:spcPts val="520"/>
              </a:spcBef>
              <a:spcAft>
                <a:spcPts val="0"/>
              </a:spcAft>
              <a:buSzPts val="2470"/>
              <a:buChar char="⚫"/>
            </a:pPr>
            <a:r>
              <a:rPr lang="en-US"/>
              <a:t>Gói</a:t>
            </a:r>
            <a:endParaRPr/>
          </a:p>
          <a:p>
            <a:pPr indent="-246888" lvl="1" marL="640080" rtl="0" algn="l">
              <a:lnSpc>
                <a:spcPct val="90000"/>
              </a:lnSpc>
              <a:spcBef>
                <a:spcPts val="480"/>
              </a:spcBef>
              <a:spcAft>
                <a:spcPts val="0"/>
              </a:spcAft>
              <a:buSzPts val="2040"/>
              <a:buChar char="⚫"/>
            </a:pPr>
            <a:r>
              <a:rPr lang="en-US"/>
              <a:t>Các gói giúp tổ chức và điều khiển tập các tầng lớp thông thường, nhưng nó không phải là các hệ thống con thực sự.</a:t>
            </a:r>
            <a:endParaRPr/>
          </a:p>
          <a:p>
            <a:pPr indent="-246888" lvl="1" marL="640080" rtl="0" algn="l">
              <a:lnSpc>
                <a:spcPct val="90000"/>
              </a:lnSpc>
              <a:spcBef>
                <a:spcPts val="480"/>
              </a:spcBef>
              <a:spcAft>
                <a:spcPts val="0"/>
              </a:spcAft>
              <a:buSzPts val="2040"/>
              <a:buChar char="⚫"/>
            </a:pPr>
            <a:r>
              <a:rPr lang="en-US"/>
              <a:t>Các gói chỉ được sử dụng để mô hình hóa sự tổ chức và quản lý cấu hình.</a:t>
            </a:r>
            <a:endParaRPr/>
          </a:p>
          <a:p>
            <a:pPr indent="-342900" lvl="2" marL="742950" rtl="0" algn="l">
              <a:lnSpc>
                <a:spcPct val="90000"/>
              </a:lnSpc>
              <a:spcBef>
                <a:spcPts val="560"/>
              </a:spcBef>
              <a:spcAft>
                <a:spcPts val="0"/>
              </a:spcAft>
              <a:buSzPts val="1960"/>
              <a:buChar char="⚫"/>
            </a:pPr>
            <a:r>
              <a:rPr lang="en-US" sz="2800"/>
              <a:t>Với các gói,quan hệ phụ thuộc là quan hệ trên các phần tử của gói.</a:t>
            </a:r>
            <a:endParaRPr/>
          </a:p>
          <a:p>
            <a:pPr indent="-117475" lvl="0" marL="274320" rtl="0" algn="l">
              <a:lnSpc>
                <a:spcPct val="90000"/>
              </a:lnSpc>
              <a:spcBef>
                <a:spcPts val="520"/>
              </a:spcBef>
              <a:spcAft>
                <a:spcPts val="0"/>
              </a:spcAft>
              <a:buSzPts val="2470"/>
              <a:buNone/>
            </a:pPr>
            <a:r>
              <a:t/>
            </a:r>
            <a:endParaRPr/>
          </a:p>
        </p:txBody>
      </p:sp>
      <p:sp>
        <p:nvSpPr>
          <p:cNvPr id="1035" name="Google Shape;1035;p2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p25"/>
          <p:cNvSpPr txBox="1"/>
          <p:nvPr>
            <p:ph type="title"/>
          </p:nvPr>
        </p:nvSpPr>
        <p:spPr>
          <a:xfrm>
            <a:off x="457200" y="704088"/>
            <a:ext cx="8229600" cy="6675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Sử dụng các hệ thống con</a:t>
            </a:r>
            <a:endParaRPr sz="4500"/>
          </a:p>
        </p:txBody>
      </p:sp>
      <p:sp>
        <p:nvSpPr>
          <p:cNvPr id="1041" name="Google Shape;1041;p25"/>
          <p:cNvSpPr txBox="1"/>
          <p:nvPr>
            <p:ph idx="1" type="body"/>
          </p:nvPr>
        </p:nvSpPr>
        <p:spPr>
          <a:xfrm>
            <a:off x="457200" y="1371600"/>
            <a:ext cx="8229600" cy="4953000"/>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2470"/>
              <a:buChar char="⚫"/>
            </a:pPr>
            <a:r>
              <a:rPr lang="en-US"/>
              <a:t>Hệ thống con có thể được sử dụng để phân chia hệ thống thành các phần độc lập:</a:t>
            </a:r>
            <a:endParaRPr/>
          </a:p>
          <a:p>
            <a:pPr indent="-246888" lvl="1" marL="640080" rtl="0" algn="l">
              <a:lnSpc>
                <a:spcPct val="90000"/>
              </a:lnSpc>
              <a:spcBef>
                <a:spcPts val="480"/>
              </a:spcBef>
              <a:spcAft>
                <a:spcPts val="0"/>
              </a:spcAft>
              <a:buSzPts val="2040"/>
              <a:buChar char="⚫"/>
            </a:pPr>
            <a:r>
              <a:rPr lang="en-US"/>
              <a:t>Được sắp xếp, cấu hình và bàn giao</a:t>
            </a:r>
            <a:endParaRPr/>
          </a:p>
          <a:p>
            <a:pPr indent="-246887" lvl="1" marL="798513" rtl="0" algn="l">
              <a:lnSpc>
                <a:spcPct val="90000"/>
              </a:lnSpc>
              <a:spcBef>
                <a:spcPts val="480"/>
              </a:spcBef>
              <a:spcAft>
                <a:spcPts val="0"/>
              </a:spcAft>
              <a:buSzPts val="2040"/>
              <a:buChar char="⚫"/>
            </a:pPr>
            <a:r>
              <a:rPr lang="en-US"/>
              <a:t>Được phát triển với giao diện không thay đổi</a:t>
            </a:r>
            <a:endParaRPr/>
          </a:p>
          <a:p>
            <a:pPr indent="-246887" lvl="1" marL="798513" rtl="0" algn="l">
              <a:lnSpc>
                <a:spcPct val="90000"/>
              </a:lnSpc>
              <a:spcBef>
                <a:spcPts val="480"/>
              </a:spcBef>
              <a:spcAft>
                <a:spcPts val="0"/>
              </a:spcAft>
              <a:buSzPts val="2040"/>
              <a:buChar char="⚫"/>
            </a:pPr>
            <a:r>
              <a:rPr lang="en-US"/>
              <a:t>Được triển khai dưới dạng phân tán</a:t>
            </a:r>
            <a:endParaRPr/>
          </a:p>
          <a:p>
            <a:pPr indent="-246887" lvl="1" marL="798513" rtl="0" algn="l">
              <a:lnSpc>
                <a:spcPct val="90000"/>
              </a:lnSpc>
              <a:spcBef>
                <a:spcPts val="480"/>
              </a:spcBef>
              <a:spcAft>
                <a:spcPts val="0"/>
              </a:spcAft>
              <a:buSzPts val="2040"/>
              <a:buChar char="⚫"/>
            </a:pPr>
            <a:r>
              <a:rPr lang="en-US"/>
              <a:t>Có thể được thay đổi không làm ảnh hưởng tới các phần khác của hệ thống</a:t>
            </a:r>
            <a:endParaRPr/>
          </a:p>
          <a:p>
            <a:pPr indent="-274320" lvl="0" marL="398463" rtl="0" algn="l">
              <a:lnSpc>
                <a:spcPct val="90000"/>
              </a:lnSpc>
              <a:spcBef>
                <a:spcPts val="520"/>
              </a:spcBef>
              <a:spcAft>
                <a:spcPts val="0"/>
              </a:spcAft>
              <a:buSzPts val="2470"/>
              <a:buChar char="⚫"/>
            </a:pPr>
            <a:r>
              <a:rPr lang="en-US"/>
              <a:t>Hệ thống con còn được sử dụng cho:</a:t>
            </a:r>
            <a:endParaRPr/>
          </a:p>
          <a:p>
            <a:pPr indent="-246887" lvl="1" marL="798513" rtl="0" algn="l">
              <a:lnSpc>
                <a:spcPct val="90000"/>
              </a:lnSpc>
              <a:spcBef>
                <a:spcPts val="480"/>
              </a:spcBef>
              <a:spcAft>
                <a:spcPts val="0"/>
              </a:spcAft>
              <a:buSzPts val="2040"/>
              <a:buChar char="⚫"/>
            </a:pPr>
            <a:r>
              <a:rPr lang="en-US"/>
              <a:t>Phân hoạch hệ thống thành các đơn vị cung cấp các yêu cầu bảo mật trên các tài nguyên chính</a:t>
            </a:r>
            <a:endParaRPr/>
          </a:p>
          <a:p>
            <a:pPr indent="-246887" lvl="1" marL="798513" rtl="0" algn="l">
              <a:lnSpc>
                <a:spcPct val="90000"/>
              </a:lnSpc>
              <a:spcBef>
                <a:spcPts val="480"/>
              </a:spcBef>
              <a:spcAft>
                <a:spcPts val="0"/>
              </a:spcAft>
              <a:buSzPts val="2040"/>
              <a:buChar char="⚫"/>
            </a:pPr>
            <a:r>
              <a:rPr lang="en-US"/>
              <a:t>Biểu diễn các sản phẩm đã tồn tại hoặc hệ thống bên ngoài trong thiết kế ( ví dụ components)</a:t>
            </a:r>
            <a:endParaRPr/>
          </a:p>
          <a:p>
            <a:pPr indent="-117475" lvl="0" marL="274320" rtl="0" algn="l">
              <a:lnSpc>
                <a:spcPct val="90000"/>
              </a:lnSpc>
              <a:spcBef>
                <a:spcPts val="520"/>
              </a:spcBef>
              <a:spcAft>
                <a:spcPts val="0"/>
              </a:spcAft>
              <a:buSzPts val="2470"/>
              <a:buNone/>
            </a:pPr>
            <a:r>
              <a:t/>
            </a:r>
            <a:endParaRPr/>
          </a:p>
        </p:txBody>
      </p:sp>
      <p:sp>
        <p:nvSpPr>
          <p:cNvPr id="1042" name="Google Shape;1042;p2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26"/>
          <p:cNvSpPr txBox="1"/>
          <p:nvPr>
            <p:ph type="title"/>
          </p:nvPr>
        </p:nvSpPr>
        <p:spPr>
          <a:xfrm>
            <a:off x="457200" y="704088"/>
            <a:ext cx="8229600" cy="7437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Gợi ý xác định hệ thống con</a:t>
            </a:r>
            <a:endParaRPr sz="4500"/>
          </a:p>
        </p:txBody>
      </p:sp>
      <p:sp>
        <p:nvSpPr>
          <p:cNvPr id="1048" name="Google Shape;1048;p26"/>
          <p:cNvSpPr txBox="1"/>
          <p:nvPr>
            <p:ph idx="1" type="body"/>
          </p:nvPr>
        </p:nvSpPr>
        <p:spPr>
          <a:xfrm>
            <a:off x="457200" y="1676400"/>
            <a:ext cx="8229600" cy="43434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660"/>
              <a:buChar char="⚫"/>
            </a:pPr>
            <a:r>
              <a:rPr lang="en-US" sz="2800"/>
              <a:t>Xem xét các cộng tác của các đối tượng</a:t>
            </a:r>
            <a:endParaRPr sz="2800"/>
          </a:p>
          <a:p>
            <a:pPr indent="-274320" lvl="0" marL="274320" rtl="0" algn="l">
              <a:spcBef>
                <a:spcPts val="560"/>
              </a:spcBef>
              <a:spcAft>
                <a:spcPts val="0"/>
              </a:spcAft>
              <a:buSzPts val="2660"/>
              <a:buChar char="⚫"/>
            </a:pPr>
            <a:r>
              <a:rPr lang="en-US" sz="2800"/>
              <a:t>Tìm kiếm những tùy chọn</a:t>
            </a:r>
            <a:endParaRPr sz="2800"/>
          </a:p>
          <a:p>
            <a:pPr indent="-274320" lvl="0" marL="274320" rtl="0" algn="l">
              <a:spcBef>
                <a:spcPts val="560"/>
              </a:spcBef>
              <a:spcAft>
                <a:spcPts val="0"/>
              </a:spcAft>
              <a:buSzPts val="2660"/>
              <a:buChar char="⚫"/>
            </a:pPr>
            <a:r>
              <a:rPr lang="en-US" sz="2800"/>
              <a:t>Lưu ý giao diện người dùng của hệ thống</a:t>
            </a:r>
            <a:endParaRPr sz="2800"/>
          </a:p>
          <a:p>
            <a:pPr indent="-274320" lvl="0" marL="274320" rtl="0" algn="l">
              <a:spcBef>
                <a:spcPts val="560"/>
              </a:spcBef>
              <a:spcAft>
                <a:spcPts val="0"/>
              </a:spcAft>
              <a:buSzPts val="2660"/>
              <a:buChar char="⚫"/>
            </a:pPr>
            <a:r>
              <a:rPr lang="en-US" sz="2800"/>
              <a:t>Lưu ý tác nhân</a:t>
            </a:r>
            <a:endParaRPr sz="2800"/>
          </a:p>
          <a:p>
            <a:pPr indent="-274320" lvl="0" marL="274320" rtl="0" algn="l">
              <a:spcBef>
                <a:spcPts val="560"/>
              </a:spcBef>
              <a:spcAft>
                <a:spcPts val="0"/>
              </a:spcAft>
              <a:buSzPts val="2660"/>
              <a:buChar char="⚫"/>
            </a:pPr>
            <a:r>
              <a:rPr lang="en-US" sz="2800"/>
              <a:t>Tìm kiếm mối liên kế và tính cố kết giữa các lớp</a:t>
            </a:r>
            <a:endParaRPr sz="2800"/>
          </a:p>
          <a:p>
            <a:pPr indent="-274320" lvl="0" marL="274320" rtl="0" algn="l">
              <a:spcBef>
                <a:spcPts val="560"/>
              </a:spcBef>
              <a:spcAft>
                <a:spcPts val="0"/>
              </a:spcAft>
              <a:buSzPts val="2660"/>
              <a:buChar char="⚫"/>
            </a:pPr>
            <a:r>
              <a:rPr lang="en-US" sz="2800"/>
              <a:t>Xem xét sự thay thế</a:t>
            </a:r>
            <a:endParaRPr sz="2800"/>
          </a:p>
          <a:p>
            <a:pPr indent="-274320" lvl="0" marL="274320" rtl="0" algn="l">
              <a:spcBef>
                <a:spcPts val="560"/>
              </a:spcBef>
              <a:spcAft>
                <a:spcPts val="0"/>
              </a:spcAft>
              <a:buSzPts val="2660"/>
              <a:buChar char="⚫"/>
            </a:pPr>
            <a:r>
              <a:rPr lang="en-US" sz="2800"/>
              <a:t>Xem xét sự phân tán</a:t>
            </a:r>
            <a:endParaRPr sz="2800"/>
          </a:p>
          <a:p>
            <a:pPr indent="-274320" lvl="0" marL="274320" rtl="0" algn="l">
              <a:spcBef>
                <a:spcPts val="560"/>
              </a:spcBef>
              <a:spcAft>
                <a:spcPts val="0"/>
              </a:spcAft>
              <a:buSzPts val="2660"/>
              <a:buChar char="⚫"/>
            </a:pPr>
            <a:r>
              <a:rPr lang="en-US" sz="2800"/>
              <a:t>Xem xét sự dễ thay đổi</a:t>
            </a:r>
            <a:endParaRPr/>
          </a:p>
          <a:p>
            <a:pPr indent="-117475" lvl="0" marL="274320" rtl="0" algn="l">
              <a:spcBef>
                <a:spcPts val="520"/>
              </a:spcBef>
              <a:spcAft>
                <a:spcPts val="0"/>
              </a:spcAft>
              <a:buSzPts val="2470"/>
              <a:buNone/>
            </a:pPr>
            <a:r>
              <a:t/>
            </a:r>
            <a:endParaRPr/>
          </a:p>
        </p:txBody>
      </p:sp>
      <p:sp>
        <p:nvSpPr>
          <p:cNvPr id="1049" name="Google Shape;1049;p2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sp>
        <p:nvSpPr>
          <p:cNvPr id="1054" name="Google Shape;1054;p27"/>
          <p:cNvSpPr txBox="1"/>
          <p:nvPr>
            <p:ph type="title"/>
          </p:nvPr>
        </p:nvSpPr>
        <p:spPr>
          <a:xfrm>
            <a:off x="457200" y="704088"/>
            <a:ext cx="8229600" cy="7437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Các hệ thống con tiềm tàng</a:t>
            </a:r>
            <a:endParaRPr sz="4500"/>
          </a:p>
        </p:txBody>
      </p:sp>
      <p:sp>
        <p:nvSpPr>
          <p:cNvPr id="1055" name="Google Shape;1055;p27"/>
          <p:cNvSpPr txBox="1"/>
          <p:nvPr>
            <p:ph idx="1" type="body"/>
          </p:nvPr>
        </p:nvSpPr>
        <p:spPr>
          <a:xfrm>
            <a:off x="457200" y="1600200"/>
            <a:ext cx="8229600" cy="47244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285"/>
              <a:buChar char="⚫"/>
            </a:pPr>
            <a:r>
              <a:rPr lang="en-US" sz="2405"/>
              <a:t>Các lớp phân tích có thể chuyển thành các hệ thống con:</a:t>
            </a:r>
            <a:endParaRPr/>
          </a:p>
          <a:p>
            <a:pPr indent="-246888" lvl="1" marL="640080" rtl="0" algn="l">
              <a:spcBef>
                <a:spcPts val="444"/>
              </a:spcBef>
              <a:spcAft>
                <a:spcPts val="0"/>
              </a:spcAft>
              <a:buSzPts val="1887"/>
              <a:buChar char="⚫"/>
            </a:pPr>
            <a:r>
              <a:rPr lang="en-US" sz="2220"/>
              <a:t>Lớp cung cấp những dịch vụ hoặc tiện ích phức tạp</a:t>
            </a:r>
            <a:endParaRPr sz="2220"/>
          </a:p>
          <a:p>
            <a:pPr indent="-246888" lvl="1" marL="640080" rtl="0" algn="l">
              <a:spcBef>
                <a:spcPts val="444"/>
              </a:spcBef>
              <a:spcAft>
                <a:spcPts val="0"/>
              </a:spcAft>
              <a:buSzPts val="1887"/>
              <a:buChar char="⚫"/>
            </a:pPr>
            <a:r>
              <a:rPr lang="en-US" sz="2220"/>
              <a:t>Lớp biên (giao diện người dùng, giao diện hệ thống ngoại biên)</a:t>
            </a:r>
            <a:endParaRPr/>
          </a:p>
          <a:p>
            <a:pPr indent="-274320" lvl="0" marL="274320" rtl="0" algn="l">
              <a:spcBef>
                <a:spcPts val="481"/>
              </a:spcBef>
              <a:spcAft>
                <a:spcPts val="0"/>
              </a:spcAft>
              <a:buSzPts val="2285"/>
              <a:buChar char="⚫"/>
            </a:pPr>
            <a:r>
              <a:rPr lang="en-US" sz="2405"/>
              <a:t>Những sản phẩm đã tồn tại hoặc những hệ thống ngoại vi (ví dụ: component)</a:t>
            </a:r>
            <a:endParaRPr/>
          </a:p>
          <a:p>
            <a:pPr indent="-246888" lvl="1" marL="640080" rtl="0" algn="l">
              <a:spcBef>
                <a:spcPts val="444"/>
              </a:spcBef>
              <a:spcAft>
                <a:spcPts val="0"/>
              </a:spcAft>
              <a:buSzPts val="1887"/>
              <a:buChar char="⚫"/>
            </a:pPr>
            <a:r>
              <a:rPr lang="en-US" sz="2220"/>
              <a:t>Phần mềm giao tiếp</a:t>
            </a:r>
            <a:endParaRPr sz="2220"/>
          </a:p>
          <a:p>
            <a:pPr indent="-342900" lvl="1" marL="798513" rtl="0" algn="l">
              <a:spcBef>
                <a:spcPts val="444"/>
              </a:spcBef>
              <a:spcAft>
                <a:spcPts val="0"/>
              </a:spcAft>
              <a:buSzPts val="1887"/>
              <a:buChar char="⚫"/>
            </a:pPr>
            <a:r>
              <a:rPr lang="en-US" sz="2220"/>
              <a:t>Hỗ trợ truy cập CSDL </a:t>
            </a:r>
            <a:endParaRPr/>
          </a:p>
          <a:p>
            <a:pPr indent="-342900" lvl="1" marL="798513" rtl="0" algn="l">
              <a:spcBef>
                <a:spcPts val="444"/>
              </a:spcBef>
              <a:spcAft>
                <a:spcPts val="0"/>
              </a:spcAft>
              <a:buSzPts val="1887"/>
              <a:buChar char="⚫"/>
            </a:pPr>
            <a:r>
              <a:rPr lang="en-US" sz="2220"/>
              <a:t>Các kiểu và các cấu trúc dữ liệu</a:t>
            </a:r>
            <a:endParaRPr sz="2220"/>
          </a:p>
          <a:p>
            <a:pPr indent="-342900" lvl="1" marL="798513" rtl="0" algn="l">
              <a:spcBef>
                <a:spcPts val="444"/>
              </a:spcBef>
              <a:spcAft>
                <a:spcPts val="0"/>
              </a:spcAft>
              <a:buSzPts val="1887"/>
              <a:buChar char="⚫"/>
            </a:pPr>
            <a:r>
              <a:rPr lang="en-US" sz="2220"/>
              <a:t>Các tiện ích chung</a:t>
            </a:r>
            <a:endParaRPr sz="2220"/>
          </a:p>
          <a:p>
            <a:pPr indent="-342900" lvl="1" marL="798513" rtl="0" algn="l">
              <a:spcBef>
                <a:spcPts val="444"/>
              </a:spcBef>
              <a:spcAft>
                <a:spcPts val="0"/>
              </a:spcAft>
              <a:buSzPts val="1887"/>
              <a:buChar char="⚫"/>
            </a:pPr>
            <a:r>
              <a:rPr lang="en-US" sz="2220"/>
              <a:t>Các sản phẩm chuyên biệt ứng dụng</a:t>
            </a:r>
            <a:endParaRPr sz="2220"/>
          </a:p>
          <a:p>
            <a:pPr indent="-129238" lvl="0" marL="274320" rtl="0" algn="l">
              <a:spcBef>
                <a:spcPts val="481"/>
              </a:spcBef>
              <a:spcAft>
                <a:spcPts val="0"/>
              </a:spcAft>
              <a:buSzPts val="2285"/>
              <a:buNone/>
            </a:pPr>
            <a:r>
              <a:t/>
            </a:r>
            <a:endParaRPr sz="2405"/>
          </a:p>
        </p:txBody>
      </p:sp>
      <p:sp>
        <p:nvSpPr>
          <p:cNvPr id="1056" name="Google Shape;1056;p2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p28"/>
          <p:cNvSpPr txBox="1"/>
          <p:nvPr>
            <p:ph type="title"/>
          </p:nvPr>
        </p:nvSpPr>
        <p:spPr>
          <a:xfrm>
            <a:off x="457200" y="704088"/>
            <a:ext cx="8229600" cy="7437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Xác định lớp con</a:t>
            </a:r>
            <a:endParaRPr sz="4500"/>
          </a:p>
        </p:txBody>
      </p:sp>
      <p:sp>
        <p:nvSpPr>
          <p:cNvPr id="1062" name="Google Shape;1062;p2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1063" name="Google Shape;1063;p28"/>
          <p:cNvGrpSpPr/>
          <p:nvPr/>
        </p:nvGrpSpPr>
        <p:grpSpPr>
          <a:xfrm>
            <a:off x="1905000" y="1752600"/>
            <a:ext cx="5422900" cy="4572000"/>
            <a:chOff x="2120900" y="1752600"/>
            <a:chExt cx="5422900" cy="4572000"/>
          </a:xfrm>
        </p:grpSpPr>
        <p:sp>
          <p:nvSpPr>
            <p:cNvPr id="1064" name="Google Shape;1064;p28"/>
            <p:cNvSpPr/>
            <p:nvPr/>
          </p:nvSpPr>
          <p:spPr>
            <a:xfrm>
              <a:off x="4419600" y="3451225"/>
              <a:ext cx="762000" cy="838200"/>
            </a:xfrm>
            <a:prstGeom prst="downArrow">
              <a:avLst>
                <a:gd fmla="val 50000" name="adj1"/>
                <a:gd fmla="val 49790" name="adj2"/>
              </a:avLst>
            </a:prstGeom>
            <a:solidFill>
              <a:schemeClr val="hlink"/>
            </a:solidFill>
            <a:ln cap="flat" cmpd="sng" w="952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1065" name="Google Shape;1065;p28"/>
            <p:cNvGrpSpPr/>
            <p:nvPr/>
          </p:nvGrpSpPr>
          <p:grpSpPr>
            <a:xfrm>
              <a:off x="3962400" y="1752600"/>
              <a:ext cx="1662112" cy="1428750"/>
              <a:chOff x="4205288" y="1730375"/>
              <a:chExt cx="1662112" cy="1428750"/>
            </a:xfrm>
          </p:grpSpPr>
          <p:sp>
            <p:nvSpPr>
              <p:cNvPr id="1066" name="Google Shape;1066;p28"/>
              <p:cNvSpPr/>
              <p:nvPr/>
            </p:nvSpPr>
            <p:spPr>
              <a:xfrm>
                <a:off x="4205288" y="1730375"/>
                <a:ext cx="1662112" cy="1428750"/>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67" name="Google Shape;1067;p28"/>
              <p:cNvSpPr/>
              <p:nvPr/>
            </p:nvSpPr>
            <p:spPr>
              <a:xfrm>
                <a:off x="4386263" y="1806575"/>
                <a:ext cx="1170962" cy="2769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rgbClr val="000000"/>
                    </a:solidFill>
                    <a:latin typeface="Constantia"/>
                    <a:ea typeface="Constantia"/>
                    <a:cs typeface="Constantia"/>
                    <a:sym typeface="Constantia"/>
                  </a:rPr>
                  <a:t>Client Class</a:t>
                </a:r>
                <a:endParaRPr sz="1800">
                  <a:solidFill>
                    <a:schemeClr val="dk1"/>
                  </a:solidFill>
                  <a:latin typeface="Constantia"/>
                  <a:ea typeface="Constantia"/>
                  <a:cs typeface="Constantia"/>
                  <a:sym typeface="Constantia"/>
                </a:endParaRPr>
              </a:p>
            </p:txBody>
          </p:sp>
          <p:sp>
            <p:nvSpPr>
              <p:cNvPr id="1068" name="Google Shape;1068;p28"/>
              <p:cNvSpPr/>
              <p:nvPr/>
            </p:nvSpPr>
            <p:spPr>
              <a:xfrm>
                <a:off x="4205288" y="2130425"/>
                <a:ext cx="1662112" cy="1028700"/>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69" name="Google Shape;1069;p28"/>
              <p:cNvSpPr/>
              <p:nvPr/>
            </p:nvSpPr>
            <p:spPr>
              <a:xfrm>
                <a:off x="4205288" y="2282825"/>
                <a:ext cx="1662112" cy="876300"/>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70" name="Google Shape;1070;p28"/>
              <p:cNvSpPr/>
              <p:nvPr/>
            </p:nvSpPr>
            <p:spPr>
              <a:xfrm>
                <a:off x="4265613" y="2454275"/>
                <a:ext cx="4032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rgbClr val="000000"/>
                    </a:solidFill>
                    <a:latin typeface="Constantia"/>
                    <a:ea typeface="Constantia"/>
                    <a:cs typeface="Constantia"/>
                    <a:sym typeface="Constantia"/>
                  </a:rPr>
                  <a:t>Y()</a:t>
                </a:r>
                <a:endParaRPr sz="1800">
                  <a:solidFill>
                    <a:schemeClr val="dk1"/>
                  </a:solidFill>
                  <a:latin typeface="Constantia"/>
                  <a:ea typeface="Constantia"/>
                  <a:cs typeface="Constantia"/>
                  <a:sym typeface="Constantia"/>
                </a:endParaRPr>
              </a:p>
            </p:txBody>
          </p:sp>
          <p:sp>
            <p:nvSpPr>
              <p:cNvPr id="1071" name="Google Shape;1071;p28"/>
              <p:cNvSpPr/>
              <p:nvPr/>
            </p:nvSpPr>
            <p:spPr>
              <a:xfrm>
                <a:off x="4265613" y="2740025"/>
                <a:ext cx="4032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rgbClr val="000000"/>
                    </a:solidFill>
                    <a:latin typeface="Constantia"/>
                    <a:ea typeface="Constantia"/>
                    <a:cs typeface="Constantia"/>
                    <a:sym typeface="Constantia"/>
                  </a:rPr>
                  <a:t>Z()</a:t>
                </a:r>
                <a:endParaRPr sz="1800">
                  <a:solidFill>
                    <a:schemeClr val="dk1"/>
                  </a:solidFill>
                  <a:latin typeface="Constantia"/>
                  <a:ea typeface="Constantia"/>
                  <a:cs typeface="Constantia"/>
                  <a:sym typeface="Constantia"/>
                </a:endParaRPr>
              </a:p>
            </p:txBody>
          </p:sp>
        </p:grpSp>
        <p:sp>
          <p:nvSpPr>
            <p:cNvPr id="1072" name="Google Shape;1072;p28"/>
            <p:cNvSpPr/>
            <p:nvPr/>
          </p:nvSpPr>
          <p:spPr>
            <a:xfrm>
              <a:off x="2120900" y="4432300"/>
              <a:ext cx="1768475" cy="1892300"/>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73" name="Google Shape;1073;p28"/>
            <p:cNvSpPr/>
            <p:nvPr/>
          </p:nvSpPr>
          <p:spPr>
            <a:xfrm>
              <a:off x="2120900" y="5197475"/>
              <a:ext cx="1768475" cy="1127125"/>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74" name="Google Shape;1074;p28"/>
            <p:cNvSpPr/>
            <p:nvPr/>
          </p:nvSpPr>
          <p:spPr>
            <a:xfrm>
              <a:off x="2120900" y="5357813"/>
              <a:ext cx="1768475" cy="966787"/>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75" name="Google Shape;1075;p28"/>
            <p:cNvSpPr/>
            <p:nvPr/>
          </p:nvSpPr>
          <p:spPr>
            <a:xfrm>
              <a:off x="2181225" y="5559425"/>
              <a:ext cx="355600" cy="320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100">
                  <a:solidFill>
                    <a:srgbClr val="000000"/>
                  </a:solidFill>
                  <a:latin typeface="Constantia"/>
                  <a:ea typeface="Constantia"/>
                  <a:cs typeface="Constantia"/>
                  <a:sym typeface="Constantia"/>
                </a:rPr>
                <a:t>Y()</a:t>
              </a:r>
              <a:endParaRPr sz="1800">
                <a:solidFill>
                  <a:schemeClr val="dk1"/>
                </a:solidFill>
                <a:latin typeface="Constantia"/>
                <a:ea typeface="Constantia"/>
                <a:cs typeface="Constantia"/>
                <a:sym typeface="Constantia"/>
              </a:endParaRPr>
            </a:p>
          </p:txBody>
        </p:sp>
        <p:sp>
          <p:nvSpPr>
            <p:cNvPr id="1076" name="Google Shape;1076;p28"/>
            <p:cNvSpPr/>
            <p:nvPr/>
          </p:nvSpPr>
          <p:spPr>
            <a:xfrm>
              <a:off x="2181225" y="5881688"/>
              <a:ext cx="341313" cy="320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100">
                  <a:solidFill>
                    <a:srgbClr val="000000"/>
                  </a:solidFill>
                  <a:latin typeface="Constantia"/>
                  <a:ea typeface="Constantia"/>
                  <a:cs typeface="Constantia"/>
                  <a:sym typeface="Constantia"/>
                </a:rPr>
                <a:t>Z()</a:t>
              </a:r>
              <a:endParaRPr sz="1800">
                <a:solidFill>
                  <a:schemeClr val="dk1"/>
                </a:solidFill>
                <a:latin typeface="Constantia"/>
                <a:ea typeface="Constantia"/>
                <a:cs typeface="Constantia"/>
                <a:sym typeface="Constantia"/>
              </a:endParaRPr>
            </a:p>
          </p:txBody>
        </p:sp>
        <p:sp>
          <p:nvSpPr>
            <p:cNvPr id="1077" name="Google Shape;1077;p28"/>
            <p:cNvSpPr/>
            <p:nvPr/>
          </p:nvSpPr>
          <p:spPr>
            <a:xfrm>
              <a:off x="2181225" y="4511675"/>
              <a:ext cx="1658938" cy="320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100">
                  <a:solidFill>
                    <a:srgbClr val="000000"/>
                  </a:solidFill>
                  <a:latin typeface="Constantia"/>
                  <a:ea typeface="Constantia"/>
                  <a:cs typeface="Constantia"/>
                  <a:sym typeface="Constantia"/>
                </a:rPr>
                <a:t>&lt;&lt;Interface&gt;&gt;</a:t>
              </a:r>
              <a:endParaRPr sz="1800">
                <a:solidFill>
                  <a:schemeClr val="dk1"/>
                </a:solidFill>
                <a:latin typeface="Constantia"/>
                <a:ea typeface="Constantia"/>
                <a:cs typeface="Constantia"/>
                <a:sym typeface="Constantia"/>
              </a:endParaRPr>
            </a:p>
          </p:txBody>
        </p:sp>
        <p:sp>
          <p:nvSpPr>
            <p:cNvPr id="1078" name="Google Shape;1078;p28"/>
            <p:cNvSpPr/>
            <p:nvPr/>
          </p:nvSpPr>
          <p:spPr>
            <a:xfrm>
              <a:off x="5475288" y="4794250"/>
              <a:ext cx="2068512" cy="1168400"/>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79" name="Google Shape;1079;p28"/>
            <p:cNvSpPr/>
            <p:nvPr/>
          </p:nvSpPr>
          <p:spPr>
            <a:xfrm>
              <a:off x="5475288" y="4432300"/>
              <a:ext cx="822325" cy="361950"/>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80" name="Google Shape;1080;p28"/>
            <p:cNvSpPr/>
            <p:nvPr/>
          </p:nvSpPr>
          <p:spPr>
            <a:xfrm>
              <a:off x="5695950" y="5156200"/>
              <a:ext cx="1570038" cy="320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100">
                  <a:solidFill>
                    <a:srgbClr val="000000"/>
                  </a:solidFill>
                  <a:latin typeface="Constantia"/>
                  <a:ea typeface="Constantia"/>
                  <a:cs typeface="Constantia"/>
                  <a:sym typeface="Constantia"/>
                </a:rPr>
                <a:t>Subsystem K</a:t>
              </a:r>
              <a:endParaRPr sz="1800">
                <a:solidFill>
                  <a:schemeClr val="dk1"/>
                </a:solidFill>
                <a:latin typeface="Constantia"/>
                <a:ea typeface="Constantia"/>
                <a:cs typeface="Constantia"/>
                <a:sym typeface="Constantia"/>
              </a:endParaRPr>
            </a:p>
          </p:txBody>
        </p:sp>
        <p:sp>
          <p:nvSpPr>
            <p:cNvPr id="1081" name="Google Shape;1081;p28"/>
            <p:cNvSpPr/>
            <p:nvPr/>
          </p:nvSpPr>
          <p:spPr>
            <a:xfrm>
              <a:off x="5535613" y="4833938"/>
              <a:ext cx="1895475" cy="320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100">
                  <a:solidFill>
                    <a:srgbClr val="000000"/>
                  </a:solidFill>
                  <a:latin typeface="Constantia"/>
                  <a:ea typeface="Constantia"/>
                  <a:cs typeface="Constantia"/>
                  <a:sym typeface="Constantia"/>
                </a:rPr>
                <a:t>&lt;&lt;subsystem&gt;&gt;</a:t>
              </a:r>
              <a:endParaRPr sz="1800">
                <a:solidFill>
                  <a:schemeClr val="dk1"/>
                </a:solidFill>
                <a:latin typeface="Constantia"/>
                <a:ea typeface="Constantia"/>
                <a:cs typeface="Constantia"/>
                <a:sym typeface="Constantia"/>
              </a:endParaRPr>
            </a:p>
          </p:txBody>
        </p:sp>
        <p:cxnSp>
          <p:nvCxnSpPr>
            <p:cNvPr id="1082" name="Google Shape;1082;p28"/>
            <p:cNvCxnSpPr/>
            <p:nvPr/>
          </p:nvCxnSpPr>
          <p:spPr>
            <a:xfrm flipH="1">
              <a:off x="4260850" y="5356225"/>
              <a:ext cx="1222375" cy="1588"/>
            </a:xfrm>
            <a:prstGeom prst="straightConnector1">
              <a:avLst/>
            </a:prstGeom>
            <a:noFill/>
            <a:ln cap="flat" cmpd="sng" w="22225">
              <a:solidFill>
                <a:schemeClr val="dk1"/>
              </a:solidFill>
              <a:prstDash val="dash"/>
              <a:round/>
              <a:headEnd len="med" w="med" type="none"/>
              <a:tailEnd len="med" w="med" type="none"/>
            </a:ln>
          </p:spPr>
        </p:cxn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29"/>
          <p:cNvSpPr txBox="1"/>
          <p:nvPr>
            <p:ph type="title"/>
          </p:nvPr>
        </p:nvSpPr>
        <p:spPr>
          <a:xfrm>
            <a:off x="457200" y="704088"/>
            <a:ext cx="8229600" cy="8199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Xác định giao diện (interface)</a:t>
            </a:r>
            <a:endParaRPr/>
          </a:p>
        </p:txBody>
      </p:sp>
      <p:sp>
        <p:nvSpPr>
          <p:cNvPr id="1088" name="Google Shape;1088;p29"/>
          <p:cNvSpPr txBox="1"/>
          <p:nvPr>
            <p:ph idx="1" type="body"/>
          </p:nvPr>
        </p:nvSpPr>
        <p:spPr>
          <a:xfrm>
            <a:off x="457200" y="1676400"/>
            <a:ext cx="8229600" cy="4648200"/>
          </a:xfrm>
          <a:prstGeom prst="rect">
            <a:avLst/>
          </a:prstGeom>
          <a:noFill/>
          <a:ln>
            <a:noFill/>
          </a:ln>
        </p:spPr>
        <p:txBody>
          <a:bodyPr anchorCtr="0" anchor="t" bIns="45700" lIns="91425" spcFirstLastPara="1" rIns="91425" wrap="square" tIns="45700">
            <a:normAutofit/>
          </a:bodyPr>
          <a:lstStyle/>
          <a:p>
            <a:pPr indent="-274320" lvl="0" marL="274320" rtl="0" algn="l">
              <a:lnSpc>
                <a:spcPct val="70000"/>
              </a:lnSpc>
              <a:spcBef>
                <a:spcPts val="0"/>
              </a:spcBef>
              <a:spcAft>
                <a:spcPts val="0"/>
              </a:spcAft>
              <a:buSzPts val="2660"/>
              <a:buChar char="⚫"/>
            </a:pPr>
            <a:r>
              <a:rPr lang="en-US" sz="2800"/>
              <a:t>Mục tiêu</a:t>
            </a:r>
            <a:endParaRPr sz="2800"/>
          </a:p>
          <a:p>
            <a:pPr indent="-342900" lvl="1" marL="798513" rtl="0" algn="l">
              <a:lnSpc>
                <a:spcPct val="77000"/>
              </a:lnSpc>
              <a:spcBef>
                <a:spcPts val="480"/>
              </a:spcBef>
              <a:spcAft>
                <a:spcPts val="0"/>
              </a:spcAft>
              <a:buSzPts val="2040"/>
              <a:buChar char="⚫"/>
            </a:pPr>
            <a:r>
              <a:rPr lang="en-US"/>
              <a:t>Xác định giao diện của hệ thống con dựa trên trách nhiệm của chúng</a:t>
            </a:r>
            <a:endParaRPr/>
          </a:p>
          <a:p>
            <a:pPr indent="-274320" lvl="0" marL="274320" rtl="0" algn="l">
              <a:lnSpc>
                <a:spcPct val="70000"/>
              </a:lnSpc>
              <a:spcBef>
                <a:spcPts val="560"/>
              </a:spcBef>
              <a:spcAft>
                <a:spcPts val="0"/>
              </a:spcAft>
              <a:buSzPts val="2660"/>
              <a:buChar char="⚫"/>
            </a:pPr>
            <a:r>
              <a:rPr lang="en-US" sz="2800"/>
              <a:t>Các bước</a:t>
            </a:r>
            <a:endParaRPr sz="2800"/>
          </a:p>
          <a:p>
            <a:pPr indent="-246888" lvl="1" marL="640080" rtl="0" algn="l">
              <a:lnSpc>
                <a:spcPct val="70000"/>
              </a:lnSpc>
              <a:spcBef>
                <a:spcPts val="480"/>
              </a:spcBef>
              <a:spcAft>
                <a:spcPts val="0"/>
              </a:spcAft>
              <a:buSzPts val="2040"/>
              <a:buChar char="⚫"/>
            </a:pPr>
            <a:r>
              <a:rPr lang="en-US"/>
              <a:t>Xác định các ứng viên giao diện cho các hệ thống con</a:t>
            </a:r>
            <a:endParaRPr/>
          </a:p>
          <a:p>
            <a:pPr indent="-246888" lvl="1" marL="640080" rtl="0" algn="l">
              <a:lnSpc>
                <a:spcPct val="70000"/>
              </a:lnSpc>
              <a:spcBef>
                <a:spcPts val="480"/>
              </a:spcBef>
              <a:spcAft>
                <a:spcPts val="0"/>
              </a:spcAft>
              <a:buSzPts val="2040"/>
              <a:buChar char="⚫"/>
            </a:pPr>
            <a:r>
              <a:rPr lang="en-US"/>
              <a:t>Xem xét sự tương đồng giữa các giao diện</a:t>
            </a:r>
            <a:endParaRPr/>
          </a:p>
          <a:p>
            <a:pPr indent="-246888" lvl="1" marL="640080" rtl="0" algn="l">
              <a:lnSpc>
                <a:spcPct val="70000"/>
              </a:lnSpc>
              <a:spcBef>
                <a:spcPts val="480"/>
              </a:spcBef>
              <a:spcAft>
                <a:spcPts val="0"/>
              </a:spcAft>
              <a:buSzPts val="2040"/>
              <a:buChar char="⚫"/>
            </a:pPr>
            <a:r>
              <a:rPr lang="en-US"/>
              <a:t>Định nghĩa sự phụ thuộc giao diện</a:t>
            </a:r>
            <a:endParaRPr/>
          </a:p>
          <a:p>
            <a:pPr indent="-246888" lvl="1" marL="640080" rtl="0" algn="l">
              <a:lnSpc>
                <a:spcPct val="70000"/>
              </a:lnSpc>
              <a:spcBef>
                <a:spcPts val="480"/>
              </a:spcBef>
              <a:spcAft>
                <a:spcPts val="0"/>
              </a:spcAft>
              <a:buSzPts val="2040"/>
              <a:buChar char="⚫"/>
            </a:pPr>
            <a:r>
              <a:rPr lang="en-US"/>
              <a:t>Ánh xạ các giao diện vào các hệ thống con</a:t>
            </a:r>
            <a:endParaRPr/>
          </a:p>
          <a:p>
            <a:pPr indent="-246888" lvl="1" marL="640080" rtl="0" algn="l">
              <a:lnSpc>
                <a:spcPct val="70000"/>
              </a:lnSpc>
              <a:spcBef>
                <a:spcPts val="480"/>
              </a:spcBef>
              <a:spcAft>
                <a:spcPts val="0"/>
              </a:spcAft>
              <a:buSzPts val="2040"/>
              <a:buChar char="⚫"/>
            </a:pPr>
            <a:r>
              <a:rPr lang="en-US"/>
              <a:t>Định nghĩa các hành vi xác định bởi giao diện</a:t>
            </a:r>
            <a:endParaRPr/>
          </a:p>
          <a:p>
            <a:pPr indent="-246888" lvl="1" marL="640080" rtl="0" algn="l">
              <a:lnSpc>
                <a:spcPct val="70000"/>
              </a:lnSpc>
              <a:spcBef>
                <a:spcPts val="480"/>
              </a:spcBef>
              <a:spcAft>
                <a:spcPts val="0"/>
              </a:spcAft>
              <a:buSzPts val="2040"/>
              <a:buChar char="⚫"/>
            </a:pPr>
            <a:r>
              <a:rPr lang="en-US"/>
              <a:t>Đóng gói các giao diện</a:t>
            </a:r>
            <a:endParaRPr/>
          </a:p>
          <a:p>
            <a:pPr indent="-117475" lvl="0" marL="274320" rtl="0" algn="l">
              <a:spcBef>
                <a:spcPts val="520"/>
              </a:spcBef>
              <a:spcAft>
                <a:spcPts val="0"/>
              </a:spcAft>
              <a:buSzPts val="2470"/>
              <a:buNone/>
            </a:pPr>
            <a:r>
              <a:t/>
            </a:r>
            <a:endParaRPr/>
          </a:p>
        </p:txBody>
      </p:sp>
      <p:sp>
        <p:nvSpPr>
          <p:cNvPr id="1089" name="Google Shape;1089;p2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30"/>
          <p:cNvSpPr txBox="1"/>
          <p:nvPr>
            <p:ph type="title"/>
          </p:nvPr>
        </p:nvSpPr>
        <p:spPr>
          <a:xfrm>
            <a:off x="457200" y="704088"/>
            <a:ext cx="8229600" cy="7437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Hướng dẫn về giao diện</a:t>
            </a:r>
            <a:endParaRPr sz="4500"/>
          </a:p>
        </p:txBody>
      </p:sp>
      <p:sp>
        <p:nvSpPr>
          <p:cNvPr id="1095" name="Google Shape;1095;p30"/>
          <p:cNvSpPr txBox="1"/>
          <p:nvPr>
            <p:ph idx="1" type="body"/>
          </p:nvPr>
        </p:nvSpPr>
        <p:spPr>
          <a:xfrm>
            <a:off x="457200" y="1600200"/>
            <a:ext cx="8229600" cy="47244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Tên giao diện</a:t>
            </a:r>
            <a:endParaRPr/>
          </a:p>
          <a:p>
            <a:pPr indent="-246888" lvl="1" marL="640080" rtl="0" algn="l">
              <a:spcBef>
                <a:spcPts val="480"/>
              </a:spcBef>
              <a:spcAft>
                <a:spcPts val="0"/>
              </a:spcAft>
              <a:buSzPts val="2040"/>
              <a:buChar char="⚫"/>
            </a:pPr>
            <a:r>
              <a:rPr lang="en-US"/>
              <a:t>Phản ánh vai trò trong hệ thống</a:t>
            </a:r>
            <a:endParaRPr/>
          </a:p>
          <a:p>
            <a:pPr indent="-274320" lvl="0" marL="274320" rtl="0" algn="l">
              <a:spcBef>
                <a:spcPts val="520"/>
              </a:spcBef>
              <a:spcAft>
                <a:spcPts val="0"/>
              </a:spcAft>
              <a:buSzPts val="2470"/>
              <a:buChar char="⚫"/>
            </a:pPr>
            <a:r>
              <a:rPr lang="en-US"/>
              <a:t>Mô tả giao diện</a:t>
            </a:r>
            <a:endParaRPr/>
          </a:p>
          <a:p>
            <a:pPr indent="-246888" lvl="1" marL="640080" rtl="0" algn="l">
              <a:spcBef>
                <a:spcPts val="480"/>
              </a:spcBef>
              <a:spcAft>
                <a:spcPts val="0"/>
              </a:spcAft>
              <a:buSzPts val="2040"/>
              <a:buChar char="⚫"/>
            </a:pPr>
            <a:r>
              <a:rPr lang="en-US"/>
              <a:t>Mô tả ngắn gọn trách nhiệm của giao diện</a:t>
            </a:r>
            <a:endParaRPr/>
          </a:p>
          <a:p>
            <a:pPr indent="-274320" lvl="0" marL="274320" rtl="0" algn="l">
              <a:spcBef>
                <a:spcPts val="520"/>
              </a:spcBef>
              <a:spcAft>
                <a:spcPts val="0"/>
              </a:spcAft>
              <a:buSzPts val="2470"/>
              <a:buChar char="⚫"/>
            </a:pPr>
            <a:r>
              <a:rPr lang="en-US"/>
              <a:t>Định nghĩa thao tác</a:t>
            </a:r>
            <a:endParaRPr/>
          </a:p>
          <a:p>
            <a:pPr indent="-246888" lvl="1" marL="640080" rtl="0" algn="l">
              <a:spcBef>
                <a:spcPts val="480"/>
              </a:spcBef>
              <a:spcAft>
                <a:spcPts val="0"/>
              </a:spcAft>
              <a:buSzPts val="2040"/>
              <a:buChar char="⚫"/>
            </a:pPr>
            <a:r>
              <a:rPr lang="en-US"/>
              <a:t>Tên nên phản ảnh kết quả hoạt động</a:t>
            </a:r>
            <a:endParaRPr/>
          </a:p>
          <a:p>
            <a:pPr indent="-246888" lvl="1" marL="640080" rtl="0" algn="l">
              <a:spcBef>
                <a:spcPts val="480"/>
              </a:spcBef>
              <a:spcAft>
                <a:spcPts val="0"/>
              </a:spcAft>
              <a:buSzPts val="2040"/>
              <a:buChar char="⚫"/>
            </a:pPr>
            <a:r>
              <a:rPr lang="en-US"/>
              <a:t>Mô tả cái được thực hiện, các tham số và kết quả</a:t>
            </a:r>
            <a:endParaRPr/>
          </a:p>
          <a:p>
            <a:pPr indent="-274320" lvl="0" marL="274320" rtl="0" algn="l">
              <a:spcBef>
                <a:spcPts val="520"/>
              </a:spcBef>
              <a:spcAft>
                <a:spcPts val="0"/>
              </a:spcAft>
              <a:buSzPts val="2470"/>
              <a:buChar char="⚫"/>
            </a:pPr>
            <a:r>
              <a:rPr lang="en-US"/>
              <a:t>Tài liệu giao diện</a:t>
            </a:r>
            <a:endParaRPr/>
          </a:p>
          <a:p>
            <a:pPr indent="-246888" lvl="1" marL="640080" rtl="0" algn="l">
              <a:spcBef>
                <a:spcPts val="480"/>
              </a:spcBef>
              <a:spcAft>
                <a:spcPts val="0"/>
              </a:spcAft>
              <a:buSzPts val="2040"/>
              <a:buChar char="⚫"/>
            </a:pPr>
            <a:r>
              <a:rPr lang="en-US"/>
              <a:t>Đưa ra tài liệu về giao diện được mô tả, đặc tả bởi các hàm.</a:t>
            </a:r>
            <a:endParaRPr/>
          </a:p>
          <a:p>
            <a:pPr indent="-117475" lvl="0" marL="274320" rtl="0" algn="l">
              <a:spcBef>
                <a:spcPts val="520"/>
              </a:spcBef>
              <a:spcAft>
                <a:spcPts val="0"/>
              </a:spcAft>
              <a:buSzPts val="2470"/>
              <a:buNone/>
            </a:pPr>
            <a:r>
              <a:t/>
            </a:r>
            <a:endParaRPr/>
          </a:p>
          <a:p>
            <a:pPr indent="-117475" lvl="0" marL="274320" rtl="0" algn="l">
              <a:spcBef>
                <a:spcPts val="520"/>
              </a:spcBef>
              <a:spcAft>
                <a:spcPts val="0"/>
              </a:spcAft>
              <a:buSzPts val="2470"/>
              <a:buNone/>
            </a:pPr>
            <a:r>
              <a:t/>
            </a:r>
            <a:endParaRPr/>
          </a:p>
        </p:txBody>
      </p:sp>
      <p:sp>
        <p:nvSpPr>
          <p:cNvPr id="1096" name="Google Shape;1096;p3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descr="ooad_07_28" id="1097" name="Google Shape;1097;p30"/>
          <p:cNvPicPr preferRelativeResize="0"/>
          <p:nvPr/>
        </p:nvPicPr>
        <p:blipFill rotWithShape="1">
          <a:blip r:embed="rId3">
            <a:alphaModFix/>
          </a:blip>
          <a:srcRect b="0" l="0" r="0" t="0"/>
          <a:stretch/>
        </p:blipFill>
        <p:spPr>
          <a:xfrm>
            <a:off x="6388100" y="1514475"/>
            <a:ext cx="2070100" cy="22955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31"/>
          <p:cNvSpPr txBox="1"/>
          <p:nvPr>
            <p:ph type="title"/>
          </p:nvPr>
        </p:nvSpPr>
        <p:spPr>
          <a:xfrm>
            <a:off x="457200" y="704088"/>
            <a:ext cx="8229600" cy="7437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600"/>
              <a:buFont typeface="Calibri"/>
              <a:buNone/>
            </a:pPr>
            <a:r>
              <a:rPr lang="en-US" sz="3600"/>
              <a:t>Ví dụ: Thiết kế hệ thống con và Giao diện</a:t>
            </a:r>
            <a:endParaRPr sz="3600"/>
          </a:p>
        </p:txBody>
      </p:sp>
      <p:sp>
        <p:nvSpPr>
          <p:cNvPr id="1103" name="Google Shape;1103;p3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1104" name="Google Shape;1104;p31"/>
          <p:cNvGrpSpPr/>
          <p:nvPr/>
        </p:nvGrpSpPr>
        <p:grpSpPr>
          <a:xfrm>
            <a:off x="457200" y="1447800"/>
            <a:ext cx="8476022" cy="4876800"/>
            <a:chOff x="304800" y="1171575"/>
            <a:chExt cx="8753978" cy="4695825"/>
          </a:xfrm>
        </p:grpSpPr>
        <p:grpSp>
          <p:nvGrpSpPr>
            <p:cNvPr id="1105" name="Google Shape;1105;p31"/>
            <p:cNvGrpSpPr/>
            <p:nvPr/>
          </p:nvGrpSpPr>
          <p:grpSpPr>
            <a:xfrm>
              <a:off x="495300" y="1628775"/>
              <a:ext cx="8563478" cy="4238625"/>
              <a:chOff x="495300" y="1628775"/>
              <a:chExt cx="8563478" cy="4238625"/>
            </a:xfrm>
          </p:grpSpPr>
          <p:sp>
            <p:nvSpPr>
              <p:cNvPr id="1106" name="Google Shape;1106;p31"/>
              <p:cNvSpPr/>
              <p:nvPr/>
            </p:nvSpPr>
            <p:spPr>
              <a:xfrm>
                <a:off x="3503613" y="2352675"/>
                <a:ext cx="825500" cy="604838"/>
              </a:xfrm>
              <a:prstGeom prst="rightArrow">
                <a:avLst>
                  <a:gd fmla="val 50000" name="adj1"/>
                  <a:gd fmla="val 34121" name="adj2"/>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07" name="Google Shape;1107;p31"/>
              <p:cNvSpPr/>
              <p:nvPr/>
            </p:nvSpPr>
            <p:spPr>
              <a:xfrm>
                <a:off x="774700" y="1943100"/>
                <a:ext cx="1982788" cy="1593850"/>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08" name="Google Shape;1108;p31"/>
              <p:cNvSpPr/>
              <p:nvPr/>
            </p:nvSpPr>
            <p:spPr>
              <a:xfrm>
                <a:off x="1166799" y="2319333"/>
                <a:ext cx="1419300" cy="244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Constantia"/>
                    <a:ea typeface="Constantia"/>
                    <a:cs typeface="Constantia"/>
                    <a:sym typeface="Constantia"/>
                  </a:rPr>
                  <a:t>BillingSystem</a:t>
                </a:r>
                <a:endParaRPr sz="1600">
                  <a:solidFill>
                    <a:schemeClr val="dk1"/>
                  </a:solidFill>
                  <a:latin typeface="Constantia"/>
                  <a:ea typeface="Constantia"/>
                  <a:cs typeface="Constantia"/>
                  <a:sym typeface="Constantia"/>
                </a:endParaRPr>
              </a:p>
            </p:txBody>
          </p:sp>
          <p:sp>
            <p:nvSpPr>
              <p:cNvPr id="1109" name="Google Shape;1109;p31"/>
              <p:cNvSpPr/>
              <p:nvPr/>
            </p:nvSpPr>
            <p:spPr>
              <a:xfrm>
                <a:off x="774700" y="2708275"/>
                <a:ext cx="1982788" cy="828675"/>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10" name="Google Shape;1110;p31"/>
              <p:cNvSpPr/>
              <p:nvPr/>
            </p:nvSpPr>
            <p:spPr>
              <a:xfrm>
                <a:off x="774700" y="2874963"/>
                <a:ext cx="1982788" cy="661987"/>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11" name="Google Shape;1111;p31"/>
              <p:cNvSpPr/>
              <p:nvPr/>
            </p:nvSpPr>
            <p:spPr>
              <a:xfrm>
                <a:off x="874713" y="3060690"/>
                <a:ext cx="1562100" cy="244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Constantia"/>
                    <a:ea typeface="Constantia"/>
                    <a:cs typeface="Constantia"/>
                    <a:sym typeface="Constantia"/>
                  </a:rPr>
                  <a:t>//submit bill()</a:t>
                </a:r>
                <a:endParaRPr sz="1600">
                  <a:solidFill>
                    <a:schemeClr val="dk1"/>
                  </a:solidFill>
                  <a:latin typeface="Constantia"/>
                  <a:ea typeface="Constantia"/>
                  <a:cs typeface="Constantia"/>
                  <a:sym typeface="Constantia"/>
                </a:endParaRPr>
              </a:p>
            </p:txBody>
          </p:sp>
          <p:sp>
            <p:nvSpPr>
              <p:cNvPr id="1112" name="Google Shape;1112;p31"/>
              <p:cNvSpPr/>
              <p:nvPr/>
            </p:nvSpPr>
            <p:spPr>
              <a:xfrm>
                <a:off x="1117613" y="2025640"/>
                <a:ext cx="1471500" cy="244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Constantia"/>
                    <a:ea typeface="Constantia"/>
                    <a:cs typeface="Constantia"/>
                    <a:sym typeface="Constantia"/>
                  </a:rPr>
                  <a:t>&lt;&lt;boundary&gt;&gt;</a:t>
                </a:r>
                <a:endParaRPr sz="1600">
                  <a:solidFill>
                    <a:schemeClr val="dk1"/>
                  </a:solidFill>
                  <a:latin typeface="Constantia"/>
                  <a:ea typeface="Constantia"/>
                  <a:cs typeface="Constantia"/>
                  <a:sym typeface="Constantia"/>
                </a:endParaRPr>
              </a:p>
            </p:txBody>
          </p:sp>
          <p:sp>
            <p:nvSpPr>
              <p:cNvPr id="1113" name="Google Shape;1113;p31"/>
              <p:cNvSpPr/>
              <p:nvPr/>
            </p:nvSpPr>
            <p:spPr>
              <a:xfrm>
                <a:off x="6283325" y="1819275"/>
                <a:ext cx="1146175" cy="650875"/>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14" name="Google Shape;1114;p31"/>
              <p:cNvSpPr/>
              <p:nvPr/>
            </p:nvSpPr>
            <p:spPr>
              <a:xfrm>
                <a:off x="6283325" y="1628775"/>
                <a:ext cx="460375" cy="190500"/>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15" name="Google Shape;1115;p31"/>
              <p:cNvSpPr/>
              <p:nvPr/>
            </p:nvSpPr>
            <p:spPr>
              <a:xfrm>
                <a:off x="6283325" y="1628775"/>
                <a:ext cx="460375" cy="190500"/>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16" name="Google Shape;1116;p31"/>
              <p:cNvSpPr/>
              <p:nvPr/>
            </p:nvSpPr>
            <p:spPr>
              <a:xfrm>
                <a:off x="6383338" y="2020888"/>
                <a:ext cx="954087"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Billing System</a:t>
                </a:r>
                <a:endParaRPr sz="1800">
                  <a:solidFill>
                    <a:schemeClr val="dk1"/>
                  </a:solidFill>
                  <a:latin typeface="Constantia"/>
                  <a:ea typeface="Constantia"/>
                  <a:cs typeface="Constantia"/>
                  <a:sym typeface="Constantia"/>
                </a:endParaRPr>
              </a:p>
            </p:txBody>
          </p:sp>
          <p:sp>
            <p:nvSpPr>
              <p:cNvPr id="1117" name="Google Shape;1117;p31"/>
              <p:cNvSpPr/>
              <p:nvPr/>
            </p:nvSpPr>
            <p:spPr>
              <a:xfrm>
                <a:off x="6316663" y="1841500"/>
                <a:ext cx="1082675" cy="1825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&lt;&lt;subsystem&gt;&gt;</a:t>
                </a:r>
                <a:endParaRPr sz="1800">
                  <a:solidFill>
                    <a:schemeClr val="dk1"/>
                  </a:solidFill>
                  <a:latin typeface="Constantia"/>
                  <a:ea typeface="Constantia"/>
                  <a:cs typeface="Constantia"/>
                  <a:sym typeface="Constantia"/>
                </a:endParaRPr>
              </a:p>
            </p:txBody>
          </p:sp>
          <p:sp>
            <p:nvSpPr>
              <p:cNvPr id="1118" name="Google Shape;1118;p31"/>
              <p:cNvSpPr/>
              <p:nvPr/>
            </p:nvSpPr>
            <p:spPr>
              <a:xfrm>
                <a:off x="5191125" y="2930525"/>
                <a:ext cx="3352800" cy="661988"/>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19" name="Google Shape;1119;p31"/>
              <p:cNvSpPr/>
              <p:nvPr/>
            </p:nvSpPr>
            <p:spPr>
              <a:xfrm>
                <a:off x="6405571" y="2974966"/>
                <a:ext cx="1224600" cy="182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IBillingSystem</a:t>
                </a:r>
                <a:endParaRPr sz="1800">
                  <a:solidFill>
                    <a:schemeClr val="dk1"/>
                  </a:solidFill>
                  <a:latin typeface="Constantia"/>
                  <a:ea typeface="Constantia"/>
                  <a:cs typeface="Constantia"/>
                  <a:sym typeface="Constantia"/>
                </a:endParaRPr>
              </a:p>
            </p:txBody>
          </p:sp>
          <p:sp>
            <p:nvSpPr>
              <p:cNvPr id="1120" name="Google Shape;1120;p31"/>
              <p:cNvSpPr/>
              <p:nvPr/>
            </p:nvSpPr>
            <p:spPr>
              <a:xfrm>
                <a:off x="5191125" y="3167063"/>
                <a:ext cx="3352800" cy="425450"/>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21" name="Google Shape;1121;p31"/>
              <p:cNvSpPr/>
              <p:nvPr/>
            </p:nvSpPr>
            <p:spPr>
              <a:xfrm>
                <a:off x="5191125" y="3255963"/>
                <a:ext cx="3352800" cy="336550"/>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22" name="Google Shape;1122;p31"/>
              <p:cNvSpPr/>
              <p:nvPr/>
            </p:nvSpPr>
            <p:spPr>
              <a:xfrm>
                <a:off x="5253162" y="3276600"/>
                <a:ext cx="3509838"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submitBill(forTuition : Double, forStudent : Student)</a:t>
                </a:r>
                <a:endParaRPr sz="1200">
                  <a:solidFill>
                    <a:schemeClr val="dk1"/>
                  </a:solidFill>
                  <a:latin typeface="Constantia"/>
                  <a:ea typeface="Constantia"/>
                  <a:cs typeface="Constantia"/>
                  <a:sym typeface="Constantia"/>
                </a:endParaRPr>
              </a:p>
            </p:txBody>
          </p:sp>
          <p:cxnSp>
            <p:nvCxnSpPr>
              <p:cNvPr id="1123" name="Google Shape;1123;p31"/>
              <p:cNvCxnSpPr/>
              <p:nvPr/>
            </p:nvCxnSpPr>
            <p:spPr>
              <a:xfrm>
                <a:off x="6856413" y="2470150"/>
                <a:ext cx="0" cy="244475"/>
              </a:xfrm>
              <a:prstGeom prst="straightConnector1">
                <a:avLst/>
              </a:prstGeom>
              <a:noFill/>
              <a:ln cap="flat" cmpd="sng" w="9525">
                <a:solidFill>
                  <a:schemeClr val="dk1"/>
                </a:solidFill>
                <a:prstDash val="dash"/>
                <a:round/>
                <a:headEnd len="med" w="med" type="none"/>
                <a:tailEnd len="med" w="med" type="none"/>
              </a:ln>
            </p:spPr>
          </p:cxnSp>
          <p:sp>
            <p:nvSpPr>
              <p:cNvPr id="1124" name="Google Shape;1124;p31"/>
              <p:cNvSpPr/>
              <p:nvPr/>
            </p:nvSpPr>
            <p:spPr>
              <a:xfrm>
                <a:off x="6777038" y="2717800"/>
                <a:ext cx="157162" cy="212725"/>
              </a:xfrm>
              <a:custGeom>
                <a:rect b="b" l="l" r="r" t="t"/>
                <a:pathLst>
                  <a:path extrusionOk="0" h="134" w="99">
                    <a:moveTo>
                      <a:pt x="50" y="134"/>
                    </a:moveTo>
                    <a:lnTo>
                      <a:pt x="99" y="0"/>
                    </a:lnTo>
                    <a:lnTo>
                      <a:pt x="0" y="0"/>
                    </a:lnTo>
                    <a:lnTo>
                      <a:pt x="50" y="134"/>
                    </a:lnTo>
                    <a:close/>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25" name="Google Shape;1125;p31"/>
              <p:cNvSpPr/>
              <p:nvPr/>
            </p:nvSpPr>
            <p:spPr>
              <a:xfrm>
                <a:off x="5653088" y="3795713"/>
                <a:ext cx="450850" cy="192087"/>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26" name="Google Shape;1126;p31"/>
              <p:cNvSpPr/>
              <p:nvPr/>
            </p:nvSpPr>
            <p:spPr>
              <a:xfrm>
                <a:off x="5653088" y="3795713"/>
                <a:ext cx="450850" cy="192087"/>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27" name="Google Shape;1127;p31"/>
              <p:cNvSpPr/>
              <p:nvPr/>
            </p:nvSpPr>
            <p:spPr>
              <a:xfrm>
                <a:off x="3508375" y="4121150"/>
                <a:ext cx="825500" cy="604838"/>
              </a:xfrm>
              <a:prstGeom prst="rightArrow">
                <a:avLst>
                  <a:gd fmla="val 50000" name="adj1"/>
                  <a:gd fmla="val 34121" name="adj2"/>
                </a:avLst>
              </a:prstGeom>
              <a:solidFill>
                <a:schemeClr val="hlink"/>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28" name="Google Shape;1128;p31"/>
              <p:cNvSpPr/>
              <p:nvPr/>
            </p:nvSpPr>
            <p:spPr>
              <a:xfrm>
                <a:off x="495300" y="3932238"/>
                <a:ext cx="2571750" cy="1363662"/>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29" name="Google Shape;1129;p31"/>
              <p:cNvSpPr/>
              <p:nvPr/>
            </p:nvSpPr>
            <p:spPr>
              <a:xfrm>
                <a:off x="720725" y="4286250"/>
                <a:ext cx="2030413"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Constantia"/>
                    <a:ea typeface="Constantia"/>
                    <a:cs typeface="Constantia"/>
                    <a:sym typeface="Constantia"/>
                  </a:rPr>
                  <a:t>CourseCatalogSystem</a:t>
                </a:r>
                <a:endParaRPr sz="1600">
                  <a:solidFill>
                    <a:schemeClr val="dk1"/>
                  </a:solidFill>
                  <a:latin typeface="Constantia"/>
                  <a:ea typeface="Constantia"/>
                  <a:cs typeface="Constantia"/>
                  <a:sym typeface="Constantia"/>
                </a:endParaRPr>
              </a:p>
            </p:txBody>
          </p:sp>
          <p:sp>
            <p:nvSpPr>
              <p:cNvPr id="1130" name="Google Shape;1130;p31"/>
              <p:cNvSpPr/>
              <p:nvPr/>
            </p:nvSpPr>
            <p:spPr>
              <a:xfrm>
                <a:off x="495300" y="4587875"/>
                <a:ext cx="2571750" cy="708025"/>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31" name="Google Shape;1131;p31"/>
              <p:cNvSpPr/>
              <p:nvPr/>
            </p:nvSpPr>
            <p:spPr>
              <a:xfrm>
                <a:off x="495300" y="4729163"/>
                <a:ext cx="2571750" cy="566737"/>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32" name="Google Shape;1132;p31"/>
              <p:cNvSpPr/>
              <p:nvPr/>
            </p:nvSpPr>
            <p:spPr>
              <a:xfrm>
                <a:off x="549262" y="4906959"/>
                <a:ext cx="2378400" cy="244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Constantia"/>
                    <a:ea typeface="Constantia"/>
                    <a:cs typeface="Constantia"/>
                    <a:sym typeface="Constantia"/>
                  </a:rPr>
                  <a:t>//get course offerings()</a:t>
                </a:r>
                <a:endParaRPr sz="1600">
                  <a:solidFill>
                    <a:schemeClr val="dk1"/>
                  </a:solidFill>
                  <a:latin typeface="Constantia"/>
                  <a:ea typeface="Constantia"/>
                  <a:cs typeface="Constantia"/>
                  <a:sym typeface="Constantia"/>
                </a:endParaRPr>
              </a:p>
            </p:txBody>
          </p:sp>
          <p:sp>
            <p:nvSpPr>
              <p:cNvPr id="1133" name="Google Shape;1133;p31"/>
              <p:cNvSpPr/>
              <p:nvPr/>
            </p:nvSpPr>
            <p:spPr>
              <a:xfrm>
                <a:off x="1027108" y="4002096"/>
                <a:ext cx="1562100" cy="244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Constantia"/>
                    <a:ea typeface="Constantia"/>
                    <a:cs typeface="Constantia"/>
                    <a:sym typeface="Constantia"/>
                  </a:rPr>
                  <a:t>&lt;&lt;boundary&gt;&gt;</a:t>
                </a:r>
                <a:endParaRPr sz="1600">
                  <a:solidFill>
                    <a:schemeClr val="dk1"/>
                  </a:solidFill>
                  <a:latin typeface="Constantia"/>
                  <a:ea typeface="Constantia"/>
                  <a:cs typeface="Constantia"/>
                  <a:sym typeface="Constantia"/>
                </a:endParaRPr>
              </a:p>
            </p:txBody>
          </p:sp>
          <p:sp>
            <p:nvSpPr>
              <p:cNvPr id="1134" name="Google Shape;1134;p31"/>
              <p:cNvSpPr/>
              <p:nvPr/>
            </p:nvSpPr>
            <p:spPr>
              <a:xfrm>
                <a:off x="5653088" y="3987800"/>
                <a:ext cx="1149350" cy="652463"/>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35" name="Google Shape;1135;p31"/>
              <p:cNvSpPr/>
              <p:nvPr/>
            </p:nvSpPr>
            <p:spPr>
              <a:xfrm>
                <a:off x="5699125" y="4189413"/>
                <a:ext cx="1096963"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Course Catalog </a:t>
                </a:r>
                <a:endParaRPr sz="1800">
                  <a:solidFill>
                    <a:schemeClr val="dk1"/>
                  </a:solidFill>
                  <a:latin typeface="Constantia"/>
                  <a:ea typeface="Constantia"/>
                  <a:cs typeface="Constantia"/>
                  <a:sym typeface="Constantia"/>
                </a:endParaRPr>
              </a:p>
            </p:txBody>
          </p:sp>
          <p:sp>
            <p:nvSpPr>
              <p:cNvPr id="1136" name="Google Shape;1136;p31"/>
              <p:cNvSpPr/>
              <p:nvPr/>
            </p:nvSpPr>
            <p:spPr>
              <a:xfrm>
                <a:off x="5969000" y="4370388"/>
                <a:ext cx="508000"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System</a:t>
                </a:r>
                <a:endParaRPr sz="1800">
                  <a:solidFill>
                    <a:schemeClr val="dk1"/>
                  </a:solidFill>
                  <a:latin typeface="Constantia"/>
                  <a:ea typeface="Constantia"/>
                  <a:cs typeface="Constantia"/>
                  <a:sym typeface="Constantia"/>
                </a:endParaRPr>
              </a:p>
            </p:txBody>
          </p:sp>
          <p:sp>
            <p:nvSpPr>
              <p:cNvPr id="1137" name="Google Shape;1137;p31"/>
              <p:cNvSpPr/>
              <p:nvPr/>
            </p:nvSpPr>
            <p:spPr>
              <a:xfrm>
                <a:off x="5688013" y="4010025"/>
                <a:ext cx="1082675" cy="1825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&lt;&lt;subsystem&gt;&gt;</a:t>
                </a:r>
                <a:endParaRPr sz="1800">
                  <a:solidFill>
                    <a:schemeClr val="dk1"/>
                  </a:solidFill>
                  <a:latin typeface="Constantia"/>
                  <a:ea typeface="Constantia"/>
                  <a:cs typeface="Constantia"/>
                  <a:sym typeface="Constantia"/>
                </a:endParaRPr>
              </a:p>
            </p:txBody>
          </p:sp>
          <p:sp>
            <p:nvSpPr>
              <p:cNvPr id="1138" name="Google Shape;1138;p31"/>
              <p:cNvSpPr/>
              <p:nvPr/>
            </p:nvSpPr>
            <p:spPr>
              <a:xfrm>
                <a:off x="3656008" y="5038736"/>
                <a:ext cx="5148300" cy="828600"/>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39" name="Google Shape;1139;p31"/>
              <p:cNvSpPr/>
              <p:nvPr/>
            </p:nvSpPr>
            <p:spPr>
              <a:xfrm>
                <a:off x="5738813" y="5159375"/>
                <a:ext cx="1562100" cy="1825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ICourseCatalogSystem</a:t>
                </a:r>
                <a:endParaRPr sz="1800">
                  <a:solidFill>
                    <a:schemeClr val="dk1"/>
                  </a:solidFill>
                  <a:latin typeface="Constantia"/>
                  <a:ea typeface="Constantia"/>
                  <a:cs typeface="Constantia"/>
                  <a:sym typeface="Constantia"/>
                </a:endParaRPr>
              </a:p>
            </p:txBody>
          </p:sp>
          <p:sp>
            <p:nvSpPr>
              <p:cNvPr id="1140" name="Google Shape;1140;p31"/>
              <p:cNvSpPr/>
              <p:nvPr/>
            </p:nvSpPr>
            <p:spPr>
              <a:xfrm>
                <a:off x="3656013" y="5349875"/>
                <a:ext cx="5148262" cy="517525"/>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41" name="Google Shape;1141;p31"/>
              <p:cNvSpPr/>
              <p:nvPr/>
            </p:nvSpPr>
            <p:spPr>
              <a:xfrm>
                <a:off x="3656013" y="5440363"/>
                <a:ext cx="5148262" cy="427037"/>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42" name="Google Shape;1142;p31"/>
              <p:cNvSpPr/>
              <p:nvPr/>
            </p:nvSpPr>
            <p:spPr>
              <a:xfrm>
                <a:off x="3722678" y="5486401"/>
                <a:ext cx="53361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Constantia"/>
                    <a:ea typeface="Constantia"/>
                    <a:cs typeface="Constantia"/>
                    <a:sym typeface="Constantia"/>
                  </a:rPr>
                  <a:t>getCourseOfferings(forSemester : Semester, forStudent : Student) : CourseOfferingList</a:t>
                </a:r>
                <a:endParaRPr sz="1100">
                  <a:solidFill>
                    <a:schemeClr val="dk1"/>
                  </a:solidFill>
                  <a:latin typeface="Constantia"/>
                  <a:ea typeface="Constantia"/>
                  <a:cs typeface="Constantia"/>
                  <a:sym typeface="Constantia"/>
                </a:endParaRPr>
              </a:p>
            </p:txBody>
          </p:sp>
          <p:cxnSp>
            <p:nvCxnSpPr>
              <p:cNvPr id="1143" name="Google Shape;1143;p31"/>
              <p:cNvCxnSpPr/>
              <p:nvPr/>
            </p:nvCxnSpPr>
            <p:spPr>
              <a:xfrm>
                <a:off x="6227763" y="4640263"/>
                <a:ext cx="1587" cy="231775"/>
              </a:xfrm>
              <a:prstGeom prst="straightConnector1">
                <a:avLst/>
              </a:prstGeom>
              <a:noFill/>
              <a:ln cap="flat" cmpd="sng" w="9525">
                <a:solidFill>
                  <a:schemeClr val="dk1"/>
                </a:solidFill>
                <a:prstDash val="dash"/>
                <a:round/>
                <a:headEnd len="med" w="med" type="none"/>
                <a:tailEnd len="med" w="med" type="none"/>
              </a:ln>
            </p:spPr>
          </p:cxnSp>
          <p:sp>
            <p:nvSpPr>
              <p:cNvPr id="1144" name="Google Shape;1144;p31"/>
              <p:cNvSpPr/>
              <p:nvPr/>
            </p:nvSpPr>
            <p:spPr>
              <a:xfrm>
                <a:off x="6148388" y="4887913"/>
                <a:ext cx="158750" cy="225425"/>
              </a:xfrm>
              <a:custGeom>
                <a:rect b="b" l="l" r="r" t="t"/>
                <a:pathLst>
                  <a:path extrusionOk="0" h="142" w="100">
                    <a:moveTo>
                      <a:pt x="50" y="142"/>
                    </a:moveTo>
                    <a:lnTo>
                      <a:pt x="100" y="0"/>
                    </a:lnTo>
                    <a:lnTo>
                      <a:pt x="0" y="0"/>
                    </a:lnTo>
                    <a:lnTo>
                      <a:pt x="50" y="142"/>
                    </a:lnTo>
                    <a:close/>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45" name="Google Shape;1145;p31"/>
              <p:cNvSpPr/>
              <p:nvPr/>
            </p:nvSpPr>
            <p:spPr>
              <a:xfrm>
                <a:off x="3722682" y="5638800"/>
                <a:ext cx="561051"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Constantia"/>
                    <a:ea typeface="Constantia"/>
                    <a:cs typeface="Constantia"/>
                    <a:sym typeface="Constantia"/>
                  </a:rPr>
                  <a:t>initialize()</a:t>
                </a:r>
                <a:endParaRPr sz="1100">
                  <a:solidFill>
                    <a:schemeClr val="dk1"/>
                  </a:solidFill>
                  <a:latin typeface="Constantia"/>
                  <a:ea typeface="Constantia"/>
                  <a:cs typeface="Constantia"/>
                  <a:sym typeface="Constantia"/>
                </a:endParaRPr>
              </a:p>
            </p:txBody>
          </p:sp>
        </p:grpSp>
        <p:sp>
          <p:nvSpPr>
            <p:cNvPr id="1146" name="Google Shape;1146;p31"/>
            <p:cNvSpPr txBox="1"/>
            <p:nvPr/>
          </p:nvSpPr>
          <p:spPr>
            <a:xfrm>
              <a:off x="304800" y="1171575"/>
              <a:ext cx="2921000" cy="504825"/>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lang="en-US" sz="2600">
                  <a:solidFill>
                    <a:srgbClr val="00CCFF"/>
                  </a:solidFill>
                  <a:latin typeface="Constantia"/>
                  <a:ea typeface="Constantia"/>
                  <a:cs typeface="Constantia"/>
                  <a:sym typeface="Constantia"/>
                </a:rPr>
                <a:t>Analysis</a:t>
              </a:r>
              <a:endParaRPr/>
            </a:p>
          </p:txBody>
        </p:sp>
        <p:sp>
          <p:nvSpPr>
            <p:cNvPr id="1147" name="Google Shape;1147;p31"/>
            <p:cNvSpPr txBox="1"/>
            <p:nvPr/>
          </p:nvSpPr>
          <p:spPr>
            <a:xfrm>
              <a:off x="5278437" y="1171575"/>
              <a:ext cx="2921000" cy="504825"/>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lang="en-US" sz="2600">
                  <a:solidFill>
                    <a:srgbClr val="00CCFF"/>
                  </a:solidFill>
                  <a:latin typeface="Constantia"/>
                  <a:ea typeface="Constantia"/>
                  <a:cs typeface="Constantia"/>
                  <a:sym typeface="Constantia"/>
                </a:rPr>
                <a:t>Design</a:t>
              </a:r>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sp>
        <p:nvSpPr>
          <p:cNvPr id="1152" name="Google Shape;1152;p32"/>
          <p:cNvSpPr txBox="1"/>
          <p:nvPr>
            <p:ph type="title"/>
          </p:nvPr>
        </p:nvSpPr>
        <p:spPr>
          <a:xfrm>
            <a:off x="457200" y="704088"/>
            <a:ext cx="8229600" cy="5913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40"/>
              <a:buFont typeface="Calibri"/>
              <a:buNone/>
            </a:pPr>
            <a:r>
              <a:rPr lang="en-US" sz="3240"/>
              <a:t>Qui tắc mô hình hóa: Hệ thống con và giao diện</a:t>
            </a:r>
            <a:endParaRPr sz="3240"/>
          </a:p>
        </p:txBody>
      </p:sp>
      <p:sp>
        <p:nvSpPr>
          <p:cNvPr id="1153" name="Google Shape;1153;p3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1154" name="Google Shape;1154;p32"/>
          <p:cNvPicPr preferRelativeResize="0"/>
          <p:nvPr>
            <p:ph idx="1" type="body"/>
          </p:nvPr>
        </p:nvPicPr>
        <p:blipFill rotWithShape="1">
          <a:blip r:embed="rId3">
            <a:alphaModFix/>
          </a:blip>
          <a:srcRect b="0" l="0" r="0" t="0"/>
          <a:stretch/>
        </p:blipFill>
        <p:spPr>
          <a:xfrm>
            <a:off x="457200" y="1517072"/>
            <a:ext cx="8229600" cy="473825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8" name="Shape 1158"/>
        <p:cNvGrpSpPr/>
        <p:nvPr/>
      </p:nvGrpSpPr>
      <p:grpSpPr>
        <a:xfrm>
          <a:off x="0" y="0"/>
          <a:ext cx="0" cy="0"/>
          <a:chOff x="0" y="0"/>
          <a:chExt cx="0" cy="0"/>
        </a:xfrm>
      </p:grpSpPr>
      <p:sp>
        <p:nvSpPr>
          <p:cNvPr id="1159" name="Google Shape;1159;p33"/>
          <p:cNvSpPr txBox="1"/>
          <p:nvPr>
            <p:ph type="title"/>
          </p:nvPr>
        </p:nvSpPr>
        <p:spPr>
          <a:xfrm>
            <a:off x="457200" y="704088"/>
            <a:ext cx="8229600" cy="5913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40"/>
              <a:buFont typeface="Calibri"/>
              <a:buNone/>
            </a:pPr>
            <a:r>
              <a:rPr lang="en-US" sz="3240"/>
              <a:t>Ngữ cảnh hệ thống con: CourseCatalogSystem </a:t>
            </a:r>
            <a:endParaRPr sz="3240"/>
          </a:p>
        </p:txBody>
      </p:sp>
      <p:sp>
        <p:nvSpPr>
          <p:cNvPr id="1160" name="Google Shape;1160;p3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1161" name="Google Shape;1161;p33"/>
          <p:cNvGrpSpPr/>
          <p:nvPr/>
        </p:nvGrpSpPr>
        <p:grpSpPr>
          <a:xfrm>
            <a:off x="304800" y="1676400"/>
            <a:ext cx="8153400" cy="4419600"/>
            <a:chOff x="431800" y="801688"/>
            <a:chExt cx="8231188" cy="5357812"/>
          </a:xfrm>
        </p:grpSpPr>
        <p:cxnSp>
          <p:nvCxnSpPr>
            <p:cNvPr id="1162" name="Google Shape;1162;p33"/>
            <p:cNvCxnSpPr/>
            <p:nvPr/>
          </p:nvCxnSpPr>
          <p:spPr>
            <a:xfrm flipH="1" rot="10800000">
              <a:off x="3784600" y="4670425"/>
              <a:ext cx="1588" cy="431800"/>
            </a:xfrm>
            <a:prstGeom prst="straightConnector1">
              <a:avLst/>
            </a:prstGeom>
            <a:noFill/>
            <a:ln cap="flat" cmpd="sng" w="28575">
              <a:solidFill>
                <a:schemeClr val="dk1"/>
              </a:solidFill>
              <a:prstDash val="dash"/>
              <a:round/>
              <a:headEnd len="med" w="med" type="none"/>
              <a:tailEnd len="med" w="med" type="none"/>
            </a:ln>
          </p:spPr>
        </p:cxnSp>
        <p:cxnSp>
          <p:nvCxnSpPr>
            <p:cNvPr id="1163" name="Google Shape;1163;p33"/>
            <p:cNvCxnSpPr/>
            <p:nvPr/>
          </p:nvCxnSpPr>
          <p:spPr>
            <a:xfrm flipH="1" rot="10800000">
              <a:off x="5829300" y="4305300"/>
              <a:ext cx="1397000" cy="1016000"/>
            </a:xfrm>
            <a:prstGeom prst="straightConnector1">
              <a:avLst/>
            </a:prstGeom>
            <a:noFill/>
            <a:ln cap="flat" cmpd="sng" w="15875">
              <a:solidFill>
                <a:schemeClr val="dk1"/>
              </a:solidFill>
              <a:prstDash val="dash"/>
              <a:round/>
              <a:headEnd len="med" w="med" type="none"/>
              <a:tailEnd len="lg" w="lg" type="stealth"/>
            </a:ln>
          </p:spPr>
        </p:cxnSp>
        <p:cxnSp>
          <p:nvCxnSpPr>
            <p:cNvPr id="1164" name="Google Shape;1164;p33"/>
            <p:cNvCxnSpPr/>
            <p:nvPr/>
          </p:nvCxnSpPr>
          <p:spPr>
            <a:xfrm flipH="1">
              <a:off x="4065588" y="2170113"/>
              <a:ext cx="841375" cy="1182687"/>
            </a:xfrm>
            <a:prstGeom prst="straightConnector1">
              <a:avLst/>
            </a:prstGeom>
            <a:noFill/>
            <a:ln cap="flat" cmpd="sng" w="19050">
              <a:solidFill>
                <a:schemeClr val="dk1"/>
              </a:solidFill>
              <a:prstDash val="solid"/>
              <a:round/>
              <a:headEnd len="med" w="med" type="none"/>
              <a:tailEnd len="lg" w="lg" type="stealth"/>
            </a:ln>
          </p:spPr>
        </p:cxnSp>
        <p:cxnSp>
          <p:nvCxnSpPr>
            <p:cNvPr id="1165" name="Google Shape;1165;p33"/>
            <p:cNvCxnSpPr/>
            <p:nvPr/>
          </p:nvCxnSpPr>
          <p:spPr>
            <a:xfrm>
              <a:off x="6446838" y="2763838"/>
              <a:ext cx="793750" cy="735012"/>
            </a:xfrm>
            <a:prstGeom prst="straightConnector1">
              <a:avLst/>
            </a:prstGeom>
            <a:noFill/>
            <a:ln cap="flat" cmpd="sng" w="15875">
              <a:solidFill>
                <a:schemeClr val="dk1"/>
              </a:solidFill>
              <a:prstDash val="solid"/>
              <a:round/>
              <a:headEnd len="med" w="med" type="none"/>
              <a:tailEnd len="lg" w="lg" type="stealth"/>
            </a:ln>
          </p:spPr>
        </p:cxnSp>
        <p:sp>
          <p:nvSpPr>
            <p:cNvPr id="1166" name="Google Shape;1166;p33"/>
            <p:cNvSpPr txBox="1"/>
            <p:nvPr/>
          </p:nvSpPr>
          <p:spPr>
            <a:xfrm>
              <a:off x="431800" y="2425700"/>
              <a:ext cx="1155700" cy="658813"/>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800">
                  <a:solidFill>
                    <a:srgbClr val="00CCFF"/>
                  </a:solidFill>
                  <a:latin typeface="Constantia"/>
                  <a:ea typeface="Constantia"/>
                  <a:cs typeface="Constantia"/>
                  <a:sym typeface="Constantia"/>
                </a:rPr>
                <a:t>Interface</a:t>
              </a:r>
              <a:endParaRPr/>
            </a:p>
            <a:p>
              <a:pPr indent="0" lvl="0" marL="0" marR="0" rtl="0" algn="l">
                <a:lnSpc>
                  <a:spcPct val="50000"/>
                </a:lnSpc>
                <a:spcBef>
                  <a:spcPts val="900"/>
                </a:spcBef>
                <a:spcAft>
                  <a:spcPts val="0"/>
                </a:spcAft>
                <a:buNone/>
              </a:pPr>
              <a:r>
                <a:rPr lang="en-US" sz="1800">
                  <a:solidFill>
                    <a:srgbClr val="00CCFF"/>
                  </a:solidFill>
                  <a:latin typeface="Constantia"/>
                  <a:ea typeface="Constantia"/>
                  <a:cs typeface="Constantia"/>
                  <a:sym typeface="Constantia"/>
                </a:rPr>
                <a:t>defined</a:t>
              </a:r>
              <a:endParaRPr/>
            </a:p>
          </p:txBody>
        </p:sp>
        <p:cxnSp>
          <p:nvCxnSpPr>
            <p:cNvPr id="1167" name="Google Shape;1167;p33"/>
            <p:cNvCxnSpPr/>
            <p:nvPr/>
          </p:nvCxnSpPr>
          <p:spPr>
            <a:xfrm>
              <a:off x="952500" y="3111500"/>
              <a:ext cx="520700" cy="520700"/>
            </a:xfrm>
            <a:prstGeom prst="straightConnector1">
              <a:avLst/>
            </a:prstGeom>
            <a:noFill/>
            <a:ln cap="flat" cmpd="sng" w="28575">
              <a:solidFill>
                <a:schemeClr val="hlink"/>
              </a:solidFill>
              <a:prstDash val="solid"/>
              <a:round/>
              <a:headEnd len="med" w="med" type="none"/>
              <a:tailEnd len="med" w="med" type="triangle"/>
            </a:ln>
          </p:spPr>
        </p:cxnSp>
        <p:sp>
          <p:nvSpPr>
            <p:cNvPr id="1168" name="Google Shape;1168;p33"/>
            <p:cNvSpPr/>
            <p:nvPr/>
          </p:nvSpPr>
          <p:spPr>
            <a:xfrm>
              <a:off x="1509713" y="3384550"/>
              <a:ext cx="4602162" cy="1044575"/>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69" name="Google Shape;1169;p33"/>
            <p:cNvSpPr/>
            <p:nvPr/>
          </p:nvSpPr>
          <p:spPr>
            <a:xfrm>
              <a:off x="2903538" y="3608388"/>
              <a:ext cx="1562100"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ICourseCatalogSystem</a:t>
              </a:r>
              <a:endParaRPr sz="1800">
                <a:solidFill>
                  <a:schemeClr val="dk1"/>
                </a:solidFill>
                <a:latin typeface="Constantia"/>
                <a:ea typeface="Constantia"/>
                <a:cs typeface="Constantia"/>
                <a:sym typeface="Constantia"/>
              </a:endParaRPr>
            </a:p>
          </p:txBody>
        </p:sp>
        <p:sp>
          <p:nvSpPr>
            <p:cNvPr id="1170" name="Google Shape;1170;p33"/>
            <p:cNvSpPr/>
            <p:nvPr/>
          </p:nvSpPr>
          <p:spPr>
            <a:xfrm>
              <a:off x="1509713" y="3800475"/>
              <a:ext cx="4602162" cy="628650"/>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71" name="Google Shape;1171;p33"/>
            <p:cNvSpPr/>
            <p:nvPr/>
          </p:nvSpPr>
          <p:spPr>
            <a:xfrm>
              <a:off x="1509713" y="3889375"/>
              <a:ext cx="4602162" cy="539750"/>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72" name="Google Shape;1172;p33"/>
            <p:cNvSpPr/>
            <p:nvPr/>
          </p:nvSpPr>
          <p:spPr>
            <a:xfrm>
              <a:off x="1543050" y="4002088"/>
              <a:ext cx="4422775"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getCourseOfferings(forSemester : Semester) : CourseOfferingList</a:t>
              </a:r>
              <a:endParaRPr sz="1800">
                <a:solidFill>
                  <a:schemeClr val="dk1"/>
                </a:solidFill>
                <a:latin typeface="Constantia"/>
                <a:ea typeface="Constantia"/>
                <a:cs typeface="Constantia"/>
                <a:sym typeface="Constantia"/>
              </a:endParaRPr>
            </a:p>
          </p:txBody>
        </p:sp>
        <p:sp>
          <p:nvSpPr>
            <p:cNvPr id="1173" name="Google Shape;1173;p33"/>
            <p:cNvSpPr/>
            <p:nvPr/>
          </p:nvSpPr>
          <p:spPr>
            <a:xfrm>
              <a:off x="1543050" y="4181475"/>
              <a:ext cx="639900" cy="182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initialize()</a:t>
              </a:r>
              <a:endParaRPr sz="1800">
                <a:solidFill>
                  <a:schemeClr val="dk1"/>
                </a:solidFill>
                <a:latin typeface="Constantia"/>
                <a:ea typeface="Constantia"/>
                <a:cs typeface="Constantia"/>
                <a:sym typeface="Constantia"/>
              </a:endParaRPr>
            </a:p>
          </p:txBody>
        </p:sp>
        <p:sp>
          <p:nvSpPr>
            <p:cNvPr id="1174" name="Google Shape;1174;p33"/>
            <p:cNvSpPr/>
            <p:nvPr/>
          </p:nvSpPr>
          <p:spPr>
            <a:xfrm>
              <a:off x="3195638" y="3429000"/>
              <a:ext cx="947737" cy="1825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&lt;&lt;Interface&gt;&gt;</a:t>
              </a:r>
              <a:endParaRPr sz="1800">
                <a:solidFill>
                  <a:schemeClr val="dk1"/>
                </a:solidFill>
                <a:latin typeface="Constantia"/>
                <a:ea typeface="Constantia"/>
                <a:cs typeface="Constantia"/>
                <a:sym typeface="Constantia"/>
              </a:endParaRPr>
            </a:p>
          </p:txBody>
        </p:sp>
        <p:sp>
          <p:nvSpPr>
            <p:cNvPr id="1175" name="Google Shape;1175;p33"/>
            <p:cNvSpPr/>
            <p:nvPr/>
          </p:nvSpPr>
          <p:spPr>
            <a:xfrm>
              <a:off x="777875" y="1173163"/>
              <a:ext cx="2071688" cy="1046162"/>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76" name="Google Shape;1176;p33"/>
            <p:cNvSpPr/>
            <p:nvPr/>
          </p:nvSpPr>
          <p:spPr>
            <a:xfrm>
              <a:off x="868363" y="1385888"/>
              <a:ext cx="1854200"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CloseRegistrationController</a:t>
              </a:r>
              <a:endParaRPr sz="1800">
                <a:solidFill>
                  <a:schemeClr val="dk1"/>
                </a:solidFill>
                <a:latin typeface="Constantia"/>
                <a:ea typeface="Constantia"/>
                <a:cs typeface="Constantia"/>
                <a:sym typeface="Constantia"/>
              </a:endParaRPr>
            </a:p>
          </p:txBody>
        </p:sp>
        <p:sp>
          <p:nvSpPr>
            <p:cNvPr id="1177" name="Google Shape;1177;p33"/>
            <p:cNvSpPr/>
            <p:nvPr/>
          </p:nvSpPr>
          <p:spPr>
            <a:xfrm>
              <a:off x="777875" y="1589088"/>
              <a:ext cx="2071688" cy="630237"/>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78" name="Google Shape;1178;p33"/>
            <p:cNvSpPr/>
            <p:nvPr/>
          </p:nvSpPr>
          <p:spPr>
            <a:xfrm>
              <a:off x="777875" y="1679575"/>
              <a:ext cx="2071688" cy="539750"/>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79" name="Google Shape;1179;p33"/>
            <p:cNvSpPr/>
            <p:nvPr/>
          </p:nvSpPr>
          <p:spPr>
            <a:xfrm>
              <a:off x="811213" y="1790700"/>
              <a:ext cx="1765300" cy="21431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 is registration open?()</a:t>
              </a:r>
              <a:endParaRPr sz="1800">
                <a:solidFill>
                  <a:schemeClr val="dk1"/>
                </a:solidFill>
                <a:latin typeface="Constantia"/>
                <a:ea typeface="Constantia"/>
                <a:cs typeface="Constantia"/>
                <a:sym typeface="Constantia"/>
              </a:endParaRPr>
            </a:p>
          </p:txBody>
        </p:sp>
        <p:sp>
          <p:nvSpPr>
            <p:cNvPr id="1180" name="Google Shape;1180;p33"/>
            <p:cNvSpPr/>
            <p:nvPr/>
          </p:nvSpPr>
          <p:spPr>
            <a:xfrm>
              <a:off x="811213" y="1971675"/>
              <a:ext cx="1530350" cy="21431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 close registration()</a:t>
              </a:r>
              <a:endParaRPr sz="1800">
                <a:solidFill>
                  <a:schemeClr val="dk1"/>
                </a:solidFill>
                <a:latin typeface="Constantia"/>
                <a:ea typeface="Constantia"/>
                <a:cs typeface="Constantia"/>
                <a:sym typeface="Constantia"/>
              </a:endParaRPr>
            </a:p>
          </p:txBody>
        </p:sp>
        <p:sp>
          <p:nvSpPr>
            <p:cNvPr id="1181" name="Google Shape;1181;p33"/>
            <p:cNvSpPr/>
            <p:nvPr/>
          </p:nvSpPr>
          <p:spPr>
            <a:xfrm>
              <a:off x="1350963" y="1206500"/>
              <a:ext cx="911225" cy="21431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&lt;&lt;control&gt;&gt;</a:t>
              </a:r>
              <a:endParaRPr sz="1800">
                <a:solidFill>
                  <a:schemeClr val="dk1"/>
                </a:solidFill>
                <a:latin typeface="Constantia"/>
                <a:ea typeface="Constantia"/>
                <a:cs typeface="Constantia"/>
                <a:sym typeface="Constantia"/>
              </a:endParaRPr>
            </a:p>
          </p:txBody>
        </p:sp>
        <p:cxnSp>
          <p:nvCxnSpPr>
            <p:cNvPr id="1182" name="Google Shape;1182;p33"/>
            <p:cNvCxnSpPr/>
            <p:nvPr/>
          </p:nvCxnSpPr>
          <p:spPr>
            <a:xfrm rot="10800000">
              <a:off x="2114550" y="2219325"/>
              <a:ext cx="1304925" cy="1133475"/>
            </a:xfrm>
            <a:prstGeom prst="straightConnector1">
              <a:avLst/>
            </a:prstGeom>
            <a:noFill/>
            <a:ln cap="flat" cmpd="sng" w="19050">
              <a:solidFill>
                <a:schemeClr val="dk1"/>
              </a:solidFill>
              <a:prstDash val="solid"/>
              <a:round/>
              <a:headEnd len="lg" w="lg" type="stealth"/>
              <a:tailEnd len="med" w="med" type="none"/>
            </a:ln>
          </p:spPr>
        </p:cxnSp>
        <p:sp>
          <p:nvSpPr>
            <p:cNvPr id="1183" name="Google Shape;1183;p33"/>
            <p:cNvSpPr/>
            <p:nvPr/>
          </p:nvSpPr>
          <p:spPr>
            <a:xfrm>
              <a:off x="2373313" y="2243138"/>
              <a:ext cx="254000"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0..1</a:t>
              </a:r>
              <a:endParaRPr sz="1800">
                <a:solidFill>
                  <a:schemeClr val="dk1"/>
                </a:solidFill>
                <a:latin typeface="Constantia"/>
                <a:ea typeface="Constantia"/>
                <a:cs typeface="Constantia"/>
                <a:sym typeface="Constantia"/>
              </a:endParaRPr>
            </a:p>
          </p:txBody>
        </p:sp>
        <p:sp>
          <p:nvSpPr>
            <p:cNvPr id="1184" name="Google Shape;1184;p33"/>
            <p:cNvSpPr/>
            <p:nvPr/>
          </p:nvSpPr>
          <p:spPr>
            <a:xfrm>
              <a:off x="1898650" y="3201988"/>
              <a:ext cx="1066800"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a:t>
              </a:r>
              <a:r>
                <a:rPr lang="en-US" sz="1200">
                  <a:solidFill>
                    <a:schemeClr val="dk1"/>
                  </a:solidFill>
                  <a:latin typeface="Constantia"/>
                  <a:ea typeface="Constantia"/>
                  <a:cs typeface="Constantia"/>
                  <a:sym typeface="Constantia"/>
                </a:rPr>
                <a:t>courseCatalog</a:t>
              </a:r>
              <a:endParaRPr sz="1800">
                <a:solidFill>
                  <a:schemeClr val="dk1"/>
                </a:solidFill>
                <a:latin typeface="Constantia"/>
                <a:ea typeface="Constantia"/>
                <a:cs typeface="Constantia"/>
                <a:sym typeface="Constantia"/>
              </a:endParaRPr>
            </a:p>
          </p:txBody>
        </p:sp>
        <p:sp>
          <p:nvSpPr>
            <p:cNvPr id="1185" name="Google Shape;1185;p33"/>
            <p:cNvSpPr/>
            <p:nvPr/>
          </p:nvSpPr>
          <p:spPr>
            <a:xfrm>
              <a:off x="1509713" y="5113338"/>
              <a:ext cx="4602162" cy="1046162"/>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86" name="Google Shape;1186;p33"/>
            <p:cNvSpPr/>
            <p:nvPr/>
          </p:nvSpPr>
          <p:spPr>
            <a:xfrm>
              <a:off x="2914650" y="5338763"/>
              <a:ext cx="1519238"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CourseCatalogSystem</a:t>
              </a:r>
              <a:endParaRPr sz="1800">
                <a:solidFill>
                  <a:schemeClr val="dk1"/>
                </a:solidFill>
                <a:latin typeface="Constantia"/>
                <a:ea typeface="Constantia"/>
                <a:cs typeface="Constantia"/>
                <a:sym typeface="Constantia"/>
              </a:endParaRPr>
            </a:p>
          </p:txBody>
        </p:sp>
        <p:sp>
          <p:nvSpPr>
            <p:cNvPr id="1187" name="Google Shape;1187;p33"/>
            <p:cNvSpPr/>
            <p:nvPr/>
          </p:nvSpPr>
          <p:spPr>
            <a:xfrm>
              <a:off x="1509713" y="5529263"/>
              <a:ext cx="4603750" cy="630237"/>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88" name="Google Shape;1188;p33"/>
            <p:cNvSpPr/>
            <p:nvPr/>
          </p:nvSpPr>
          <p:spPr>
            <a:xfrm>
              <a:off x="1509713" y="5619750"/>
              <a:ext cx="4602162" cy="539750"/>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89" name="Google Shape;1189;p33"/>
            <p:cNvSpPr/>
            <p:nvPr/>
          </p:nvSpPr>
          <p:spPr>
            <a:xfrm>
              <a:off x="1543050" y="5732463"/>
              <a:ext cx="4422775"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getCourseOfferings(forSemester : Semester) : CourseOfferingList</a:t>
              </a:r>
              <a:endParaRPr sz="1800">
                <a:solidFill>
                  <a:schemeClr val="dk1"/>
                </a:solidFill>
                <a:latin typeface="Constantia"/>
                <a:ea typeface="Constantia"/>
                <a:cs typeface="Constantia"/>
                <a:sym typeface="Constantia"/>
              </a:endParaRPr>
            </a:p>
          </p:txBody>
        </p:sp>
        <p:sp>
          <p:nvSpPr>
            <p:cNvPr id="1190" name="Google Shape;1190;p33"/>
            <p:cNvSpPr/>
            <p:nvPr/>
          </p:nvSpPr>
          <p:spPr>
            <a:xfrm>
              <a:off x="1543050" y="5911850"/>
              <a:ext cx="639900" cy="182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initialize()</a:t>
              </a:r>
              <a:endParaRPr sz="1800">
                <a:solidFill>
                  <a:schemeClr val="dk1"/>
                </a:solidFill>
                <a:latin typeface="Constantia"/>
                <a:ea typeface="Constantia"/>
                <a:cs typeface="Constantia"/>
                <a:sym typeface="Constantia"/>
              </a:endParaRPr>
            </a:p>
          </p:txBody>
        </p:sp>
        <p:sp>
          <p:nvSpPr>
            <p:cNvPr id="1191" name="Google Shape;1191;p33"/>
            <p:cNvSpPr/>
            <p:nvPr/>
          </p:nvSpPr>
          <p:spPr>
            <a:xfrm>
              <a:off x="2903538" y="5157788"/>
              <a:ext cx="1497012"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&lt;&lt;subsystem proxy&gt;&gt;</a:t>
              </a:r>
              <a:endParaRPr sz="1800">
                <a:solidFill>
                  <a:schemeClr val="dk1"/>
                </a:solidFill>
                <a:latin typeface="Constantia"/>
                <a:ea typeface="Constantia"/>
                <a:cs typeface="Constantia"/>
                <a:sym typeface="Constantia"/>
              </a:endParaRPr>
            </a:p>
          </p:txBody>
        </p:sp>
        <p:sp>
          <p:nvSpPr>
            <p:cNvPr id="1192" name="Google Shape;1192;p33"/>
            <p:cNvSpPr/>
            <p:nvPr/>
          </p:nvSpPr>
          <p:spPr>
            <a:xfrm>
              <a:off x="3705225" y="4454525"/>
              <a:ext cx="157163" cy="214313"/>
            </a:xfrm>
            <a:custGeom>
              <a:rect b="b" l="l" r="r" t="t"/>
              <a:pathLst>
                <a:path extrusionOk="0" h="135" w="99">
                  <a:moveTo>
                    <a:pt x="50" y="0"/>
                  </a:moveTo>
                  <a:lnTo>
                    <a:pt x="99" y="135"/>
                  </a:lnTo>
                  <a:lnTo>
                    <a:pt x="0" y="135"/>
                  </a:lnTo>
                  <a:lnTo>
                    <a:pt x="50" y="0"/>
                  </a:lnTo>
                  <a:close/>
                </a:path>
              </a:pathLst>
            </a:cu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93" name="Google Shape;1193;p33"/>
            <p:cNvSpPr/>
            <p:nvPr/>
          </p:nvSpPr>
          <p:spPr>
            <a:xfrm>
              <a:off x="4905375" y="801688"/>
              <a:ext cx="1719263" cy="2125662"/>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94" name="Google Shape;1194;p33"/>
            <p:cNvSpPr/>
            <p:nvPr/>
          </p:nvSpPr>
          <p:spPr>
            <a:xfrm>
              <a:off x="5029200" y="1027113"/>
              <a:ext cx="1466850"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RegistrationController</a:t>
              </a:r>
              <a:endParaRPr sz="1800">
                <a:solidFill>
                  <a:schemeClr val="dk1"/>
                </a:solidFill>
                <a:latin typeface="Constantia"/>
                <a:ea typeface="Constantia"/>
                <a:cs typeface="Constantia"/>
                <a:sym typeface="Constantia"/>
              </a:endParaRPr>
            </a:p>
          </p:txBody>
        </p:sp>
        <p:sp>
          <p:nvSpPr>
            <p:cNvPr id="1195" name="Google Shape;1195;p33"/>
            <p:cNvSpPr/>
            <p:nvPr/>
          </p:nvSpPr>
          <p:spPr>
            <a:xfrm>
              <a:off x="4905375" y="1217613"/>
              <a:ext cx="1719263" cy="1709737"/>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96" name="Google Shape;1196;p33"/>
            <p:cNvSpPr/>
            <p:nvPr/>
          </p:nvSpPr>
          <p:spPr>
            <a:xfrm>
              <a:off x="4905375" y="1308100"/>
              <a:ext cx="1719263" cy="1619250"/>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97" name="Google Shape;1197;p33"/>
            <p:cNvSpPr/>
            <p:nvPr/>
          </p:nvSpPr>
          <p:spPr>
            <a:xfrm>
              <a:off x="4940300" y="1420813"/>
              <a:ext cx="1450975"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getCurrentSchedule()</a:t>
              </a:r>
              <a:endParaRPr sz="1800">
                <a:solidFill>
                  <a:schemeClr val="dk1"/>
                </a:solidFill>
                <a:latin typeface="Constantia"/>
                <a:ea typeface="Constantia"/>
                <a:cs typeface="Constantia"/>
                <a:sym typeface="Constantia"/>
              </a:endParaRPr>
            </a:p>
          </p:txBody>
        </p:sp>
        <p:sp>
          <p:nvSpPr>
            <p:cNvPr id="1198" name="Google Shape;1198;p33"/>
            <p:cNvSpPr/>
            <p:nvPr/>
          </p:nvSpPr>
          <p:spPr>
            <a:xfrm>
              <a:off x="4940300" y="1600200"/>
              <a:ext cx="1652588" cy="1825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deleteCurrentSchedule()</a:t>
              </a:r>
              <a:endParaRPr sz="1800">
                <a:solidFill>
                  <a:schemeClr val="dk1"/>
                </a:solidFill>
                <a:latin typeface="Constantia"/>
                <a:ea typeface="Constantia"/>
                <a:cs typeface="Constantia"/>
                <a:sym typeface="Constantia"/>
              </a:endParaRPr>
            </a:p>
          </p:txBody>
        </p:sp>
        <p:sp>
          <p:nvSpPr>
            <p:cNvPr id="1199" name="Google Shape;1199;p33"/>
            <p:cNvSpPr/>
            <p:nvPr/>
          </p:nvSpPr>
          <p:spPr>
            <a:xfrm>
              <a:off x="4940300" y="1779588"/>
              <a:ext cx="1181100"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submitSchedule()</a:t>
              </a:r>
              <a:endParaRPr sz="1800">
                <a:solidFill>
                  <a:schemeClr val="dk1"/>
                </a:solidFill>
                <a:latin typeface="Constantia"/>
                <a:ea typeface="Constantia"/>
                <a:cs typeface="Constantia"/>
                <a:sym typeface="Constantia"/>
              </a:endParaRPr>
            </a:p>
          </p:txBody>
        </p:sp>
        <p:sp>
          <p:nvSpPr>
            <p:cNvPr id="1200" name="Google Shape;1200;p33"/>
            <p:cNvSpPr/>
            <p:nvPr/>
          </p:nvSpPr>
          <p:spPr>
            <a:xfrm>
              <a:off x="4940300" y="1960563"/>
              <a:ext cx="1054100"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saveSchedule()</a:t>
              </a:r>
              <a:endParaRPr sz="1800">
                <a:solidFill>
                  <a:schemeClr val="dk1"/>
                </a:solidFill>
                <a:latin typeface="Constantia"/>
                <a:ea typeface="Constantia"/>
                <a:cs typeface="Constantia"/>
                <a:sym typeface="Constantia"/>
              </a:endParaRPr>
            </a:p>
          </p:txBody>
        </p:sp>
        <p:sp>
          <p:nvSpPr>
            <p:cNvPr id="1201" name="Google Shape;1201;p33"/>
            <p:cNvSpPr/>
            <p:nvPr/>
          </p:nvSpPr>
          <p:spPr>
            <a:xfrm>
              <a:off x="4940300" y="2139950"/>
              <a:ext cx="1419225" cy="1825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getCourseOfferings()</a:t>
              </a:r>
              <a:endParaRPr sz="1800">
                <a:solidFill>
                  <a:schemeClr val="dk1"/>
                </a:solidFill>
                <a:latin typeface="Constantia"/>
                <a:ea typeface="Constantia"/>
                <a:cs typeface="Constantia"/>
                <a:sym typeface="Constantia"/>
              </a:endParaRPr>
            </a:p>
          </p:txBody>
        </p:sp>
        <p:sp>
          <p:nvSpPr>
            <p:cNvPr id="1202" name="Google Shape;1202;p33"/>
            <p:cNvSpPr/>
            <p:nvPr/>
          </p:nvSpPr>
          <p:spPr>
            <a:xfrm>
              <a:off x="4940300" y="2319338"/>
              <a:ext cx="844550"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setSession()</a:t>
              </a:r>
              <a:endParaRPr sz="1800">
                <a:solidFill>
                  <a:schemeClr val="dk1"/>
                </a:solidFill>
                <a:latin typeface="Constantia"/>
                <a:ea typeface="Constantia"/>
                <a:cs typeface="Constantia"/>
                <a:sym typeface="Constantia"/>
              </a:endParaRPr>
            </a:p>
          </p:txBody>
        </p:sp>
        <p:sp>
          <p:nvSpPr>
            <p:cNvPr id="1203" name="Google Shape;1203;p33"/>
            <p:cNvSpPr/>
            <p:nvPr/>
          </p:nvSpPr>
          <p:spPr>
            <a:xfrm>
              <a:off x="4940300" y="2500313"/>
              <a:ext cx="1225550" cy="21431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&lt;&lt;class&gt;&gt; new()</a:t>
              </a:r>
              <a:endParaRPr sz="1800">
                <a:solidFill>
                  <a:schemeClr val="dk1"/>
                </a:solidFill>
                <a:latin typeface="Constantia"/>
                <a:ea typeface="Constantia"/>
                <a:cs typeface="Constantia"/>
                <a:sym typeface="Constantia"/>
              </a:endParaRPr>
            </a:p>
          </p:txBody>
        </p:sp>
        <p:sp>
          <p:nvSpPr>
            <p:cNvPr id="1204" name="Google Shape;1204;p33"/>
            <p:cNvSpPr/>
            <p:nvPr/>
          </p:nvSpPr>
          <p:spPr>
            <a:xfrm>
              <a:off x="4940300" y="2679700"/>
              <a:ext cx="836613" cy="1825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getStudent()</a:t>
              </a:r>
              <a:endParaRPr sz="1800">
                <a:solidFill>
                  <a:schemeClr val="dk1"/>
                </a:solidFill>
                <a:latin typeface="Constantia"/>
                <a:ea typeface="Constantia"/>
                <a:cs typeface="Constantia"/>
                <a:sym typeface="Constantia"/>
              </a:endParaRPr>
            </a:p>
          </p:txBody>
        </p:sp>
        <p:sp>
          <p:nvSpPr>
            <p:cNvPr id="1205" name="Google Shape;1205;p33"/>
            <p:cNvSpPr/>
            <p:nvPr/>
          </p:nvSpPr>
          <p:spPr>
            <a:xfrm>
              <a:off x="5322888" y="846138"/>
              <a:ext cx="911225" cy="21431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&lt;&lt;control&gt;&gt;</a:t>
              </a:r>
              <a:endParaRPr sz="1800">
                <a:solidFill>
                  <a:schemeClr val="dk1"/>
                </a:solidFill>
                <a:latin typeface="Constantia"/>
                <a:ea typeface="Constantia"/>
                <a:cs typeface="Constantia"/>
                <a:sym typeface="Constantia"/>
              </a:endParaRPr>
            </a:p>
          </p:txBody>
        </p:sp>
        <p:sp>
          <p:nvSpPr>
            <p:cNvPr id="1206" name="Google Shape;1206;p33"/>
            <p:cNvSpPr/>
            <p:nvPr/>
          </p:nvSpPr>
          <p:spPr>
            <a:xfrm>
              <a:off x="7267575" y="3484563"/>
              <a:ext cx="1395413" cy="844550"/>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207" name="Google Shape;1207;p33"/>
            <p:cNvSpPr/>
            <p:nvPr/>
          </p:nvSpPr>
          <p:spPr>
            <a:xfrm>
              <a:off x="7369175" y="3519488"/>
              <a:ext cx="1266825"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CourseOfferingList</a:t>
              </a:r>
              <a:endParaRPr sz="1800">
                <a:solidFill>
                  <a:schemeClr val="dk1"/>
                </a:solidFill>
                <a:latin typeface="Constantia"/>
                <a:ea typeface="Constantia"/>
                <a:cs typeface="Constantia"/>
                <a:sym typeface="Constantia"/>
              </a:endParaRPr>
            </a:p>
          </p:txBody>
        </p:sp>
        <p:sp>
          <p:nvSpPr>
            <p:cNvPr id="1208" name="Google Shape;1208;p33"/>
            <p:cNvSpPr/>
            <p:nvPr/>
          </p:nvSpPr>
          <p:spPr>
            <a:xfrm>
              <a:off x="7267575" y="3721100"/>
              <a:ext cx="1395413" cy="608013"/>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209" name="Google Shape;1209;p33"/>
            <p:cNvSpPr/>
            <p:nvPr/>
          </p:nvSpPr>
          <p:spPr>
            <a:xfrm>
              <a:off x="7267575" y="3811588"/>
              <a:ext cx="1395413" cy="517525"/>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210" name="Google Shape;1210;p33"/>
            <p:cNvSpPr/>
            <p:nvPr/>
          </p:nvSpPr>
          <p:spPr>
            <a:xfrm>
              <a:off x="7302500" y="3924300"/>
              <a:ext cx="379500" cy="182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new()</a:t>
              </a:r>
              <a:endParaRPr sz="1800">
                <a:solidFill>
                  <a:schemeClr val="dk1"/>
                </a:solidFill>
                <a:latin typeface="Constantia"/>
                <a:ea typeface="Constantia"/>
                <a:cs typeface="Constantia"/>
                <a:sym typeface="Constantia"/>
              </a:endParaRPr>
            </a:p>
          </p:txBody>
        </p:sp>
        <p:sp>
          <p:nvSpPr>
            <p:cNvPr id="1211" name="Google Shape;1211;p33"/>
            <p:cNvSpPr/>
            <p:nvPr/>
          </p:nvSpPr>
          <p:spPr>
            <a:xfrm>
              <a:off x="7302480" y="4103684"/>
              <a:ext cx="947700" cy="182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add()</a:t>
              </a:r>
              <a:endParaRPr sz="1800">
                <a:solidFill>
                  <a:schemeClr val="dk1"/>
                </a:solidFill>
                <a:latin typeface="Constantia"/>
                <a:ea typeface="Constantia"/>
                <a:cs typeface="Constantia"/>
                <a:sym typeface="Constantia"/>
              </a:endParaRPr>
            </a:p>
          </p:txBody>
        </p:sp>
        <p:cxnSp>
          <p:nvCxnSpPr>
            <p:cNvPr id="1212" name="Google Shape;1212;p33"/>
            <p:cNvCxnSpPr/>
            <p:nvPr/>
          </p:nvCxnSpPr>
          <p:spPr>
            <a:xfrm>
              <a:off x="6124575" y="3906838"/>
              <a:ext cx="1130300" cy="7937"/>
            </a:xfrm>
            <a:prstGeom prst="straightConnector1">
              <a:avLst/>
            </a:prstGeom>
            <a:noFill/>
            <a:ln cap="flat" cmpd="sng" w="15875">
              <a:solidFill>
                <a:schemeClr val="dk1"/>
              </a:solidFill>
              <a:prstDash val="dash"/>
              <a:round/>
              <a:headEnd len="med" w="med" type="none"/>
              <a:tailEnd len="lg" w="lg" type="stealth"/>
            </a:ln>
          </p:spPr>
        </p:cxn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sp>
        <p:nvSpPr>
          <p:cNvPr id="1217" name="Google Shape;1217;p34"/>
          <p:cNvSpPr txBox="1"/>
          <p:nvPr>
            <p:ph type="title"/>
          </p:nvPr>
        </p:nvSpPr>
        <p:spPr>
          <a:xfrm>
            <a:off x="457200" y="704088"/>
            <a:ext cx="8229600" cy="5151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40"/>
              <a:buFont typeface="Calibri"/>
              <a:buNone/>
            </a:pPr>
            <a:r>
              <a:rPr lang="en-US" sz="3240"/>
              <a:t>Ví dụ: Ngữ cảnh hệ thống con: Billing System</a:t>
            </a:r>
            <a:endParaRPr sz="3240"/>
          </a:p>
        </p:txBody>
      </p:sp>
      <p:sp>
        <p:nvSpPr>
          <p:cNvPr id="1218" name="Google Shape;1218;p3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1219" name="Google Shape;1219;p34"/>
          <p:cNvGrpSpPr/>
          <p:nvPr/>
        </p:nvGrpSpPr>
        <p:grpSpPr>
          <a:xfrm>
            <a:off x="1524000" y="1447800"/>
            <a:ext cx="6096000" cy="4876800"/>
            <a:chOff x="1619250" y="923925"/>
            <a:chExt cx="5994400" cy="5138738"/>
          </a:xfrm>
        </p:grpSpPr>
        <p:cxnSp>
          <p:nvCxnSpPr>
            <p:cNvPr id="1220" name="Google Shape;1220;p34"/>
            <p:cNvCxnSpPr/>
            <p:nvPr/>
          </p:nvCxnSpPr>
          <p:spPr>
            <a:xfrm flipH="1" rot="10800000">
              <a:off x="4606925" y="3938588"/>
              <a:ext cx="2047875" cy="1114425"/>
            </a:xfrm>
            <a:prstGeom prst="straightConnector1">
              <a:avLst/>
            </a:prstGeom>
            <a:noFill/>
            <a:ln cap="flat" cmpd="sng" w="28575">
              <a:solidFill>
                <a:schemeClr val="dk1"/>
              </a:solidFill>
              <a:prstDash val="dash"/>
              <a:round/>
              <a:headEnd len="med" w="med" type="none"/>
              <a:tailEnd len="lg" w="lg" type="stealth"/>
            </a:ln>
          </p:spPr>
        </p:cxnSp>
        <p:cxnSp>
          <p:nvCxnSpPr>
            <p:cNvPr id="1221" name="Google Shape;1221;p34"/>
            <p:cNvCxnSpPr/>
            <p:nvPr/>
          </p:nvCxnSpPr>
          <p:spPr>
            <a:xfrm>
              <a:off x="5511800" y="3641725"/>
              <a:ext cx="1146175" cy="1588"/>
            </a:xfrm>
            <a:prstGeom prst="straightConnector1">
              <a:avLst/>
            </a:prstGeom>
            <a:noFill/>
            <a:ln cap="flat" cmpd="sng" w="28575">
              <a:solidFill>
                <a:schemeClr val="dk1"/>
              </a:solidFill>
              <a:prstDash val="dash"/>
              <a:round/>
              <a:headEnd len="med" w="med" type="none"/>
              <a:tailEnd len="lg" w="lg" type="stealth"/>
            </a:ln>
          </p:spPr>
        </p:cxnSp>
        <p:cxnSp>
          <p:nvCxnSpPr>
            <p:cNvPr id="1222" name="Google Shape;1222;p34"/>
            <p:cNvCxnSpPr/>
            <p:nvPr/>
          </p:nvCxnSpPr>
          <p:spPr>
            <a:xfrm>
              <a:off x="3557588" y="2060575"/>
              <a:ext cx="3175" cy="1076325"/>
            </a:xfrm>
            <a:prstGeom prst="straightConnector1">
              <a:avLst/>
            </a:prstGeom>
            <a:noFill/>
            <a:ln cap="flat" cmpd="sng" w="28575">
              <a:solidFill>
                <a:schemeClr val="dk1"/>
              </a:solidFill>
              <a:prstDash val="solid"/>
              <a:round/>
              <a:headEnd len="med" w="med" type="none"/>
              <a:tailEnd len="lg" w="lg" type="stealth"/>
            </a:ln>
          </p:spPr>
        </p:cxnSp>
        <p:sp>
          <p:nvSpPr>
            <p:cNvPr id="1223" name="Google Shape;1223;p34"/>
            <p:cNvSpPr/>
            <p:nvPr/>
          </p:nvSpPr>
          <p:spPr>
            <a:xfrm>
              <a:off x="1631950" y="5065713"/>
              <a:ext cx="3854450" cy="996950"/>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224" name="Google Shape;1224;p34"/>
            <p:cNvSpPr/>
            <p:nvPr/>
          </p:nvSpPr>
          <p:spPr>
            <a:xfrm>
              <a:off x="3041650" y="5324475"/>
              <a:ext cx="990600"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BillingSystem</a:t>
              </a:r>
              <a:endParaRPr sz="1800">
                <a:solidFill>
                  <a:schemeClr val="dk1"/>
                </a:solidFill>
                <a:latin typeface="Constantia"/>
                <a:ea typeface="Constantia"/>
                <a:cs typeface="Constantia"/>
                <a:sym typeface="Constantia"/>
              </a:endParaRPr>
            </a:p>
          </p:txBody>
        </p:sp>
        <p:sp>
          <p:nvSpPr>
            <p:cNvPr id="1225" name="Google Shape;1225;p34"/>
            <p:cNvSpPr/>
            <p:nvPr/>
          </p:nvSpPr>
          <p:spPr>
            <a:xfrm>
              <a:off x="1631950" y="5545138"/>
              <a:ext cx="3854450" cy="517525"/>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226" name="Google Shape;1226;p34"/>
            <p:cNvSpPr/>
            <p:nvPr/>
          </p:nvSpPr>
          <p:spPr>
            <a:xfrm>
              <a:off x="1631950" y="5648325"/>
              <a:ext cx="3854450" cy="414338"/>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227" name="Google Shape;1227;p34"/>
            <p:cNvSpPr/>
            <p:nvPr/>
          </p:nvSpPr>
          <p:spPr>
            <a:xfrm>
              <a:off x="1670050" y="5778500"/>
              <a:ext cx="3706813"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submitBill(forStudent : Student, forTuition : double)</a:t>
              </a:r>
              <a:endParaRPr sz="1800">
                <a:solidFill>
                  <a:schemeClr val="dk1"/>
                </a:solidFill>
                <a:latin typeface="Constantia"/>
                <a:ea typeface="Constantia"/>
                <a:cs typeface="Constantia"/>
                <a:sym typeface="Constantia"/>
              </a:endParaRPr>
            </a:p>
          </p:txBody>
        </p:sp>
        <p:sp>
          <p:nvSpPr>
            <p:cNvPr id="1228" name="Google Shape;1228;p34"/>
            <p:cNvSpPr/>
            <p:nvPr/>
          </p:nvSpPr>
          <p:spPr>
            <a:xfrm>
              <a:off x="2692400" y="5118100"/>
              <a:ext cx="1628775"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&lt;&lt;subsystem proxy&gt;&gt;</a:t>
              </a:r>
              <a:endParaRPr sz="1800">
                <a:solidFill>
                  <a:schemeClr val="dk1"/>
                </a:solidFill>
                <a:latin typeface="Constantia"/>
                <a:ea typeface="Constantia"/>
                <a:cs typeface="Constantia"/>
                <a:sym typeface="Constantia"/>
              </a:endParaRPr>
            </a:p>
          </p:txBody>
        </p:sp>
        <p:sp>
          <p:nvSpPr>
            <p:cNvPr id="1229" name="Google Shape;1229;p34"/>
            <p:cNvSpPr/>
            <p:nvPr/>
          </p:nvSpPr>
          <p:spPr>
            <a:xfrm>
              <a:off x="1619250" y="3136900"/>
              <a:ext cx="3879850" cy="1009650"/>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230" name="Google Shape;1230;p34"/>
            <p:cNvSpPr/>
            <p:nvPr/>
          </p:nvSpPr>
          <p:spPr>
            <a:xfrm>
              <a:off x="3016250" y="3395663"/>
              <a:ext cx="1036638" cy="19843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IBillingSystem</a:t>
              </a:r>
              <a:endParaRPr sz="1800">
                <a:solidFill>
                  <a:schemeClr val="dk1"/>
                </a:solidFill>
                <a:latin typeface="Constantia"/>
                <a:ea typeface="Constantia"/>
                <a:cs typeface="Constantia"/>
                <a:sym typeface="Constantia"/>
              </a:endParaRPr>
            </a:p>
          </p:txBody>
        </p:sp>
        <p:sp>
          <p:nvSpPr>
            <p:cNvPr id="1231" name="Google Shape;1231;p34"/>
            <p:cNvSpPr/>
            <p:nvPr/>
          </p:nvSpPr>
          <p:spPr>
            <a:xfrm>
              <a:off x="1619250" y="3629025"/>
              <a:ext cx="3879850" cy="517525"/>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232" name="Google Shape;1232;p34"/>
            <p:cNvSpPr/>
            <p:nvPr/>
          </p:nvSpPr>
          <p:spPr>
            <a:xfrm>
              <a:off x="1619250" y="3732213"/>
              <a:ext cx="3879850" cy="414337"/>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233" name="Google Shape;1233;p34"/>
            <p:cNvSpPr/>
            <p:nvPr/>
          </p:nvSpPr>
          <p:spPr>
            <a:xfrm>
              <a:off x="1657350" y="3862388"/>
              <a:ext cx="3733800" cy="19843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submitBill(forTuition : Double, forStudent : Student)</a:t>
              </a:r>
              <a:endParaRPr sz="1800">
                <a:solidFill>
                  <a:schemeClr val="dk1"/>
                </a:solidFill>
                <a:latin typeface="Constantia"/>
                <a:ea typeface="Constantia"/>
                <a:cs typeface="Constantia"/>
                <a:sym typeface="Constantia"/>
              </a:endParaRPr>
            </a:p>
          </p:txBody>
        </p:sp>
        <p:sp>
          <p:nvSpPr>
            <p:cNvPr id="1234" name="Google Shape;1234;p34"/>
            <p:cNvSpPr/>
            <p:nvPr/>
          </p:nvSpPr>
          <p:spPr>
            <a:xfrm>
              <a:off x="3028950" y="3189288"/>
              <a:ext cx="1031875" cy="19843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&lt;&lt;Interface&gt;&gt;</a:t>
              </a:r>
              <a:endParaRPr sz="1800">
                <a:solidFill>
                  <a:schemeClr val="dk1"/>
                </a:solidFill>
                <a:latin typeface="Constantia"/>
                <a:ea typeface="Constantia"/>
                <a:cs typeface="Constantia"/>
                <a:sym typeface="Constantia"/>
              </a:endParaRPr>
            </a:p>
          </p:txBody>
        </p:sp>
        <p:cxnSp>
          <p:nvCxnSpPr>
            <p:cNvPr id="1235" name="Google Shape;1235;p34"/>
            <p:cNvCxnSpPr/>
            <p:nvPr/>
          </p:nvCxnSpPr>
          <p:spPr>
            <a:xfrm flipH="1" rot="10800000">
              <a:off x="3559175" y="4410075"/>
              <a:ext cx="1588" cy="642938"/>
            </a:xfrm>
            <a:prstGeom prst="straightConnector1">
              <a:avLst/>
            </a:prstGeom>
            <a:noFill/>
            <a:ln cap="flat" cmpd="sng" w="28575">
              <a:solidFill>
                <a:schemeClr val="dk1"/>
              </a:solidFill>
              <a:prstDash val="dash"/>
              <a:round/>
              <a:headEnd len="med" w="med" type="none"/>
              <a:tailEnd len="med" w="med" type="none"/>
            </a:ln>
          </p:spPr>
        </p:cxnSp>
        <p:sp>
          <p:nvSpPr>
            <p:cNvPr id="1236" name="Google Shape;1236;p34"/>
            <p:cNvSpPr/>
            <p:nvPr/>
          </p:nvSpPr>
          <p:spPr>
            <a:xfrm>
              <a:off x="3468688" y="4159250"/>
              <a:ext cx="180975" cy="246063"/>
            </a:xfrm>
            <a:custGeom>
              <a:rect b="b" l="l" r="r" t="t"/>
              <a:pathLst>
                <a:path extrusionOk="0" h="155" w="114">
                  <a:moveTo>
                    <a:pt x="57" y="0"/>
                  </a:moveTo>
                  <a:lnTo>
                    <a:pt x="114" y="155"/>
                  </a:lnTo>
                  <a:lnTo>
                    <a:pt x="0" y="155"/>
                  </a:lnTo>
                  <a:lnTo>
                    <a:pt x="57" y="0"/>
                  </a:lnTo>
                  <a:close/>
                </a:path>
              </a:pathLst>
            </a:cu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237" name="Google Shape;1237;p34"/>
            <p:cNvSpPr/>
            <p:nvPr/>
          </p:nvSpPr>
          <p:spPr>
            <a:xfrm>
              <a:off x="2433638" y="923925"/>
              <a:ext cx="2251075" cy="1203325"/>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238" name="Google Shape;1238;p34"/>
            <p:cNvSpPr/>
            <p:nvPr/>
          </p:nvSpPr>
          <p:spPr>
            <a:xfrm>
              <a:off x="2536825" y="1182688"/>
              <a:ext cx="2022475" cy="19843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CloseRegistrationController</a:t>
              </a:r>
              <a:endParaRPr sz="1800">
                <a:solidFill>
                  <a:schemeClr val="dk1"/>
                </a:solidFill>
                <a:latin typeface="Constantia"/>
                <a:ea typeface="Constantia"/>
                <a:cs typeface="Constantia"/>
                <a:sym typeface="Constantia"/>
              </a:endParaRPr>
            </a:p>
          </p:txBody>
        </p:sp>
        <p:sp>
          <p:nvSpPr>
            <p:cNvPr id="1239" name="Google Shape;1239;p34"/>
            <p:cNvSpPr/>
            <p:nvPr/>
          </p:nvSpPr>
          <p:spPr>
            <a:xfrm>
              <a:off x="2433638" y="1403350"/>
              <a:ext cx="2251075" cy="723900"/>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240" name="Google Shape;1240;p34"/>
            <p:cNvSpPr/>
            <p:nvPr/>
          </p:nvSpPr>
          <p:spPr>
            <a:xfrm>
              <a:off x="2433638" y="1506538"/>
              <a:ext cx="2251075" cy="620712"/>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241" name="Google Shape;1241;p34"/>
            <p:cNvSpPr/>
            <p:nvPr/>
          </p:nvSpPr>
          <p:spPr>
            <a:xfrm>
              <a:off x="2471738" y="1635125"/>
              <a:ext cx="1739900"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 is registration open?()</a:t>
              </a:r>
              <a:endParaRPr sz="1800">
                <a:solidFill>
                  <a:schemeClr val="dk1"/>
                </a:solidFill>
                <a:latin typeface="Constantia"/>
                <a:ea typeface="Constantia"/>
                <a:cs typeface="Constantia"/>
                <a:sym typeface="Constantia"/>
              </a:endParaRPr>
            </a:p>
          </p:txBody>
        </p:sp>
        <p:sp>
          <p:nvSpPr>
            <p:cNvPr id="1242" name="Google Shape;1242;p34"/>
            <p:cNvSpPr/>
            <p:nvPr/>
          </p:nvSpPr>
          <p:spPr>
            <a:xfrm>
              <a:off x="2471738" y="1843088"/>
              <a:ext cx="1500187" cy="19843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 close registration()</a:t>
              </a:r>
              <a:endParaRPr sz="1800">
                <a:solidFill>
                  <a:schemeClr val="dk1"/>
                </a:solidFill>
                <a:latin typeface="Constantia"/>
                <a:ea typeface="Constantia"/>
                <a:cs typeface="Constantia"/>
                <a:sym typeface="Constantia"/>
              </a:endParaRPr>
            </a:p>
          </p:txBody>
        </p:sp>
        <p:sp>
          <p:nvSpPr>
            <p:cNvPr id="1243" name="Google Shape;1243;p34"/>
            <p:cNvSpPr/>
            <p:nvPr/>
          </p:nvSpPr>
          <p:spPr>
            <a:xfrm>
              <a:off x="3094038" y="976313"/>
              <a:ext cx="884237" cy="19843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&lt;&lt;control&gt;&gt;</a:t>
              </a:r>
              <a:endParaRPr sz="1800">
                <a:solidFill>
                  <a:schemeClr val="dk1"/>
                </a:solidFill>
                <a:latin typeface="Constantia"/>
                <a:ea typeface="Constantia"/>
                <a:cs typeface="Constantia"/>
                <a:sym typeface="Constantia"/>
              </a:endParaRPr>
            </a:p>
          </p:txBody>
        </p:sp>
        <p:sp>
          <p:nvSpPr>
            <p:cNvPr id="1244" name="Google Shape;1244;p34"/>
            <p:cNvSpPr/>
            <p:nvPr/>
          </p:nvSpPr>
          <p:spPr>
            <a:xfrm>
              <a:off x="3727450" y="2930525"/>
              <a:ext cx="92075"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1</a:t>
              </a:r>
              <a:endParaRPr sz="1800">
                <a:solidFill>
                  <a:schemeClr val="dk1"/>
                </a:solidFill>
                <a:latin typeface="Constantia"/>
                <a:ea typeface="Constantia"/>
                <a:cs typeface="Constantia"/>
                <a:sym typeface="Constantia"/>
              </a:endParaRPr>
            </a:p>
          </p:txBody>
        </p:sp>
        <p:sp>
          <p:nvSpPr>
            <p:cNvPr id="1245" name="Google Shape;1245;p34"/>
            <p:cNvSpPr/>
            <p:nvPr/>
          </p:nvSpPr>
          <p:spPr>
            <a:xfrm>
              <a:off x="3636963" y="2178050"/>
              <a:ext cx="276225"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0..1</a:t>
              </a:r>
              <a:endParaRPr sz="1800">
                <a:solidFill>
                  <a:schemeClr val="dk1"/>
                </a:solidFill>
                <a:latin typeface="Constantia"/>
                <a:ea typeface="Constantia"/>
                <a:cs typeface="Constantia"/>
                <a:sym typeface="Constantia"/>
              </a:endParaRPr>
            </a:p>
          </p:txBody>
        </p:sp>
        <p:sp>
          <p:nvSpPr>
            <p:cNvPr id="1246" name="Google Shape;1246;p34"/>
            <p:cNvSpPr/>
            <p:nvPr/>
          </p:nvSpPr>
          <p:spPr>
            <a:xfrm>
              <a:off x="3016250" y="2787650"/>
              <a:ext cx="404813"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Biller</a:t>
              </a:r>
              <a:endParaRPr sz="1800">
                <a:solidFill>
                  <a:schemeClr val="dk1"/>
                </a:solidFill>
                <a:latin typeface="Constantia"/>
                <a:ea typeface="Constantia"/>
                <a:cs typeface="Constantia"/>
                <a:sym typeface="Constantia"/>
              </a:endParaRPr>
            </a:p>
          </p:txBody>
        </p:sp>
        <p:sp>
          <p:nvSpPr>
            <p:cNvPr id="1247" name="Google Shape;1247;p34"/>
            <p:cNvSpPr/>
            <p:nvPr/>
          </p:nvSpPr>
          <p:spPr>
            <a:xfrm>
              <a:off x="3727450" y="2930525"/>
              <a:ext cx="92075"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1</a:t>
              </a:r>
              <a:endParaRPr sz="1800">
                <a:solidFill>
                  <a:schemeClr val="dk1"/>
                </a:solidFill>
                <a:latin typeface="Constantia"/>
                <a:ea typeface="Constantia"/>
                <a:cs typeface="Constantia"/>
                <a:sym typeface="Constantia"/>
              </a:endParaRPr>
            </a:p>
          </p:txBody>
        </p:sp>
        <p:sp>
          <p:nvSpPr>
            <p:cNvPr id="1248" name="Google Shape;1248;p34"/>
            <p:cNvSpPr/>
            <p:nvPr/>
          </p:nvSpPr>
          <p:spPr>
            <a:xfrm>
              <a:off x="6696075" y="3330575"/>
              <a:ext cx="917575" cy="647700"/>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249" name="Google Shape;1249;p34"/>
            <p:cNvSpPr/>
            <p:nvPr/>
          </p:nvSpPr>
          <p:spPr>
            <a:xfrm>
              <a:off x="6837363" y="3589338"/>
              <a:ext cx="615950" cy="19843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Student.</a:t>
              </a:r>
              <a:endParaRPr sz="1800">
                <a:solidFill>
                  <a:schemeClr val="dk1"/>
                </a:solidFill>
                <a:latin typeface="Constantia"/>
                <a:ea typeface="Constantia"/>
                <a:cs typeface="Constantia"/>
                <a:sym typeface="Constantia"/>
              </a:endParaRPr>
            </a:p>
          </p:txBody>
        </p:sp>
        <p:sp>
          <p:nvSpPr>
            <p:cNvPr id="1250" name="Google Shape;1250;p34"/>
            <p:cNvSpPr/>
            <p:nvPr/>
          </p:nvSpPr>
          <p:spPr>
            <a:xfrm>
              <a:off x="6746875" y="3382963"/>
              <a:ext cx="782638" cy="19843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0000"/>
                  </a:solidFill>
                  <a:latin typeface="Constantia"/>
                  <a:ea typeface="Constantia"/>
                  <a:cs typeface="Constantia"/>
                  <a:sym typeface="Constantia"/>
                </a:rPr>
                <a:t>&lt;&lt;entity&gt;&gt;</a:t>
              </a:r>
              <a:endParaRPr sz="1800">
                <a:solidFill>
                  <a:schemeClr val="dk1"/>
                </a:solidFill>
                <a:latin typeface="Constantia"/>
                <a:ea typeface="Constantia"/>
                <a:cs typeface="Constantia"/>
                <a:sym typeface="Constantia"/>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4" name="Shape 1254"/>
        <p:cNvGrpSpPr/>
        <p:nvPr/>
      </p:nvGrpSpPr>
      <p:grpSpPr>
        <a:xfrm>
          <a:off x="0" y="0"/>
          <a:ext cx="0" cy="0"/>
          <a:chOff x="0" y="0"/>
          <a:chExt cx="0" cy="0"/>
        </a:xfrm>
      </p:grpSpPr>
      <p:sp>
        <p:nvSpPr>
          <p:cNvPr id="1255" name="Google Shape;1255;p35"/>
          <p:cNvSpPr txBox="1"/>
          <p:nvPr>
            <p:ph type="title"/>
          </p:nvPr>
        </p:nvSpPr>
        <p:spPr>
          <a:xfrm>
            <a:off x="457200" y="704088"/>
            <a:ext cx="8229600" cy="7437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Xác định khả năng tái sử dụng</a:t>
            </a:r>
            <a:endParaRPr sz="4500"/>
          </a:p>
        </p:txBody>
      </p:sp>
      <p:sp>
        <p:nvSpPr>
          <p:cNvPr id="1256" name="Google Shape;1256;p35"/>
          <p:cNvSpPr txBox="1"/>
          <p:nvPr>
            <p:ph idx="1" type="body"/>
          </p:nvPr>
        </p:nvSpPr>
        <p:spPr>
          <a:xfrm>
            <a:off x="457200" y="1600200"/>
            <a:ext cx="8229600" cy="4724400"/>
          </a:xfrm>
          <a:prstGeom prst="rect">
            <a:avLst/>
          </a:prstGeom>
          <a:noFill/>
          <a:ln>
            <a:noFill/>
          </a:ln>
        </p:spPr>
        <p:txBody>
          <a:bodyPr anchorCtr="0" anchor="t" bIns="45700" lIns="91425" spcFirstLastPara="1" rIns="91425" wrap="square" tIns="45700">
            <a:normAutofit/>
          </a:bodyPr>
          <a:lstStyle/>
          <a:p>
            <a:pPr indent="-274320" lvl="0" marL="274320" rtl="0" algn="l">
              <a:lnSpc>
                <a:spcPct val="70000"/>
              </a:lnSpc>
              <a:spcBef>
                <a:spcPts val="0"/>
              </a:spcBef>
              <a:spcAft>
                <a:spcPts val="0"/>
              </a:spcAft>
              <a:buSzPts val="2470"/>
              <a:buChar char="⚫"/>
            </a:pPr>
            <a:r>
              <a:rPr lang="en-US"/>
              <a:t>Mục tiêu</a:t>
            </a:r>
            <a:endParaRPr/>
          </a:p>
          <a:p>
            <a:pPr indent="-246888" lvl="1" marL="640080" rtl="0" algn="l">
              <a:lnSpc>
                <a:spcPct val="70000"/>
              </a:lnSpc>
              <a:spcBef>
                <a:spcPts val="480"/>
              </a:spcBef>
              <a:spcAft>
                <a:spcPts val="0"/>
              </a:spcAft>
              <a:buSzPts val="2040"/>
              <a:buChar char="⚫"/>
            </a:pPr>
            <a:r>
              <a:rPr lang="en-US"/>
              <a:t>Xác định nơi mà tồn tại hệ thống con và/hoặc thành phần có thể tái sử dụng dựa trên giao diện của chúng.</a:t>
            </a:r>
            <a:endParaRPr/>
          </a:p>
          <a:p>
            <a:pPr indent="-274320" lvl="0" marL="274320" rtl="0" algn="l">
              <a:lnSpc>
                <a:spcPct val="70000"/>
              </a:lnSpc>
              <a:spcBef>
                <a:spcPts val="520"/>
              </a:spcBef>
              <a:spcAft>
                <a:spcPts val="0"/>
              </a:spcAft>
              <a:buSzPts val="2470"/>
              <a:buChar char="⚫"/>
            </a:pPr>
            <a:r>
              <a:rPr lang="en-US"/>
              <a:t>Tìm kiếm các giao diện tương tự</a:t>
            </a:r>
            <a:endParaRPr/>
          </a:p>
          <a:p>
            <a:pPr indent="-246888" lvl="1" marL="640080" rtl="0" algn="l">
              <a:lnSpc>
                <a:spcPct val="70000"/>
              </a:lnSpc>
              <a:spcBef>
                <a:spcPts val="480"/>
              </a:spcBef>
              <a:spcAft>
                <a:spcPts val="0"/>
              </a:spcAft>
              <a:buSzPts val="2040"/>
              <a:buChar char="⚫"/>
            </a:pPr>
            <a:r>
              <a:rPr lang="en-US"/>
              <a:t>Điều chỉnh giao diện mới cho phù hợp</a:t>
            </a:r>
            <a:endParaRPr/>
          </a:p>
          <a:p>
            <a:pPr indent="-246888" lvl="1" marL="640080" rtl="0" algn="l">
              <a:lnSpc>
                <a:spcPct val="70000"/>
              </a:lnSpc>
              <a:spcBef>
                <a:spcPts val="480"/>
              </a:spcBef>
              <a:spcAft>
                <a:spcPts val="0"/>
              </a:spcAft>
              <a:buSzPts val="2040"/>
              <a:buChar char="⚫"/>
            </a:pPr>
            <a:r>
              <a:rPr lang="en-US"/>
              <a:t>Thay thế giao diện ứng viên bởi giao diện đã tồn tại</a:t>
            </a:r>
            <a:endParaRPr/>
          </a:p>
          <a:p>
            <a:pPr indent="-246888" lvl="1" marL="640080" rtl="0" algn="l">
              <a:lnSpc>
                <a:spcPct val="70000"/>
              </a:lnSpc>
              <a:spcBef>
                <a:spcPts val="480"/>
              </a:spcBef>
              <a:spcAft>
                <a:spcPts val="0"/>
              </a:spcAft>
              <a:buSzPts val="2040"/>
              <a:buChar char="⚫"/>
            </a:pPr>
            <a:r>
              <a:rPr lang="en-US"/>
              <a:t>Ánh xạ hệ thống ứng viên vào các thành phần (component) đã tồn tại</a:t>
            </a:r>
            <a:endParaRPr/>
          </a:p>
          <a:p>
            <a:pPr indent="-117475" lvl="0" marL="274320" rtl="0" algn="l">
              <a:spcBef>
                <a:spcPts val="520"/>
              </a:spcBef>
              <a:spcAft>
                <a:spcPts val="0"/>
              </a:spcAft>
              <a:buSzPts val="2470"/>
              <a:buNone/>
            </a:pPr>
            <a:r>
              <a:t/>
            </a:r>
            <a:endParaRPr/>
          </a:p>
        </p:txBody>
      </p:sp>
      <p:sp>
        <p:nvSpPr>
          <p:cNvPr id="1257" name="Google Shape;1257;p3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1" name="Shape 1261"/>
        <p:cNvGrpSpPr/>
        <p:nvPr/>
      </p:nvGrpSpPr>
      <p:grpSpPr>
        <a:xfrm>
          <a:off x="0" y="0"/>
          <a:ext cx="0" cy="0"/>
          <a:chOff x="0" y="0"/>
          <a:chExt cx="0" cy="0"/>
        </a:xfrm>
      </p:grpSpPr>
      <p:sp>
        <p:nvSpPr>
          <p:cNvPr id="1262" name="Google Shape;1262;p36"/>
          <p:cNvSpPr txBox="1"/>
          <p:nvPr>
            <p:ph type="title"/>
          </p:nvPr>
        </p:nvSpPr>
        <p:spPr>
          <a:xfrm>
            <a:off x="457200" y="704088"/>
            <a:ext cx="8229600" cy="8199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Các cơ hội tái sử dụng</a:t>
            </a:r>
            <a:endParaRPr/>
          </a:p>
        </p:txBody>
      </p:sp>
      <p:sp>
        <p:nvSpPr>
          <p:cNvPr id="1263" name="Google Shape;1263;p36"/>
          <p:cNvSpPr txBox="1"/>
          <p:nvPr>
            <p:ph idx="1" type="body"/>
          </p:nvPr>
        </p:nvSpPr>
        <p:spPr>
          <a:xfrm>
            <a:off x="457200" y="1676400"/>
            <a:ext cx="8229600" cy="46482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Tái sử dụng bên trong hệ thống được phát triển</a:t>
            </a:r>
            <a:endParaRPr/>
          </a:p>
          <a:p>
            <a:pPr indent="-246888" lvl="1" marL="640080" rtl="0" algn="l">
              <a:spcBef>
                <a:spcPts val="480"/>
              </a:spcBef>
              <a:spcAft>
                <a:spcPts val="0"/>
              </a:spcAft>
              <a:buSzPts val="2040"/>
              <a:buChar char="⚫"/>
            </a:pPr>
            <a:r>
              <a:rPr lang="en-US"/>
              <a:t>Nhận diện những phần thông dụng giữa các gói và các hệ thống con</a:t>
            </a:r>
            <a:endParaRPr/>
          </a:p>
          <a:p>
            <a:pPr indent="-274320" lvl="0" marL="274320" rtl="0" algn="l">
              <a:spcBef>
                <a:spcPts val="520"/>
              </a:spcBef>
              <a:spcAft>
                <a:spcPts val="0"/>
              </a:spcAft>
              <a:buSzPts val="2470"/>
              <a:buChar char="⚫"/>
            </a:pPr>
            <a:r>
              <a:rPr lang="en-US"/>
              <a:t>Tái sử dụng bên ngoài hệ thống được phát triển</a:t>
            </a:r>
            <a:endParaRPr/>
          </a:p>
          <a:p>
            <a:pPr indent="-246888" lvl="1" marL="640080" rtl="0" algn="l">
              <a:spcBef>
                <a:spcPts val="480"/>
              </a:spcBef>
              <a:spcAft>
                <a:spcPts val="0"/>
              </a:spcAft>
              <a:buSzPts val="2040"/>
              <a:buChar char="⚫"/>
            </a:pPr>
            <a:r>
              <a:rPr lang="en-US"/>
              <a:t>Các thành phần (component) thương mại có sẵn</a:t>
            </a:r>
            <a:endParaRPr/>
          </a:p>
          <a:p>
            <a:pPr indent="-246888" lvl="1" marL="640080" rtl="0" algn="l">
              <a:spcBef>
                <a:spcPts val="480"/>
              </a:spcBef>
              <a:spcAft>
                <a:spcPts val="0"/>
              </a:spcAft>
              <a:buSzPts val="2040"/>
              <a:buChar char="⚫"/>
            </a:pPr>
            <a:r>
              <a:rPr lang="en-US"/>
              <a:t>Các thành phần từ các dự án được phát triển trước đó</a:t>
            </a:r>
            <a:endParaRPr/>
          </a:p>
          <a:p>
            <a:pPr indent="-246888" lvl="1" marL="640080" rtl="0" algn="l">
              <a:spcBef>
                <a:spcPts val="480"/>
              </a:spcBef>
              <a:spcAft>
                <a:spcPts val="0"/>
              </a:spcAft>
              <a:buSzPts val="2040"/>
              <a:buChar char="⚫"/>
            </a:pPr>
            <a:r>
              <a:rPr lang="en-US"/>
              <a:t>Các thành phần kỹ nghệ phân tích ngược</a:t>
            </a:r>
            <a:endParaRPr/>
          </a:p>
          <a:p>
            <a:pPr indent="-117475" lvl="0" marL="274320" rtl="0" algn="l">
              <a:spcBef>
                <a:spcPts val="520"/>
              </a:spcBef>
              <a:spcAft>
                <a:spcPts val="0"/>
              </a:spcAft>
              <a:buSzPts val="2470"/>
              <a:buNone/>
            </a:pPr>
            <a:r>
              <a:t/>
            </a:r>
            <a:endParaRPr/>
          </a:p>
        </p:txBody>
      </p:sp>
      <p:sp>
        <p:nvSpPr>
          <p:cNvPr id="1264" name="Google Shape;1264;p3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8" name="Shape 1268"/>
        <p:cNvGrpSpPr/>
        <p:nvPr/>
      </p:nvGrpSpPr>
      <p:grpSpPr>
        <a:xfrm>
          <a:off x="0" y="0"/>
          <a:ext cx="0" cy="0"/>
          <a:chOff x="0" y="0"/>
          <a:chExt cx="0" cy="0"/>
        </a:xfrm>
      </p:grpSpPr>
      <p:sp>
        <p:nvSpPr>
          <p:cNvPr id="1269" name="Google Shape;1269;p37"/>
          <p:cNvSpPr txBox="1"/>
          <p:nvPr>
            <p:ph type="title"/>
          </p:nvPr>
        </p:nvSpPr>
        <p:spPr>
          <a:xfrm>
            <a:off x="457200" y="704088"/>
            <a:ext cx="8229600" cy="6675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600"/>
              <a:buFont typeface="Calibri"/>
              <a:buNone/>
            </a:pPr>
            <a:r>
              <a:rPr lang="en-US" sz="3600"/>
              <a:t>Nhắc lại: Cách tiếp cận kiến trúc phân tầng</a:t>
            </a:r>
            <a:endParaRPr sz="3600"/>
          </a:p>
        </p:txBody>
      </p:sp>
      <p:sp>
        <p:nvSpPr>
          <p:cNvPr id="1270" name="Google Shape;1270;p3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1271" name="Google Shape;1271;p37"/>
          <p:cNvPicPr preferRelativeResize="0"/>
          <p:nvPr/>
        </p:nvPicPr>
        <p:blipFill rotWithShape="1">
          <a:blip r:embed="rId3">
            <a:alphaModFix/>
          </a:blip>
          <a:srcRect b="0" l="0" r="0" t="0"/>
          <a:stretch/>
        </p:blipFill>
        <p:spPr>
          <a:xfrm>
            <a:off x="116340" y="1447800"/>
            <a:ext cx="4455660" cy="5105401"/>
          </a:xfrm>
          <a:prstGeom prst="rect">
            <a:avLst/>
          </a:prstGeom>
          <a:noFill/>
          <a:ln>
            <a:noFill/>
          </a:ln>
        </p:spPr>
      </p:pic>
      <p:sp>
        <p:nvSpPr>
          <p:cNvPr id="1272" name="Google Shape;1272;p37"/>
          <p:cNvSpPr txBox="1"/>
          <p:nvPr/>
        </p:nvSpPr>
        <p:spPr>
          <a:xfrm>
            <a:off x="4572000" y="3505200"/>
            <a:ext cx="3733800" cy="762000"/>
          </a:xfrm>
          <a:prstGeom prst="rect">
            <a:avLst/>
          </a:prstGeom>
          <a:noFill/>
          <a:ln>
            <a:noFill/>
          </a:ln>
        </p:spPr>
        <p:txBody>
          <a:bodyPr anchorCtr="0" anchor="t" bIns="45700" lIns="91425" spcFirstLastPara="1" rIns="91425" wrap="square" tIns="45700">
            <a:normAutofit/>
          </a:bodyPr>
          <a:lstStyle/>
          <a:p>
            <a:pPr indent="-274320" lvl="0" marL="274320" marR="0" rtl="0" algn="l">
              <a:spcBef>
                <a:spcPts val="0"/>
              </a:spcBef>
              <a:spcAft>
                <a:spcPts val="0"/>
              </a:spcAft>
              <a:buNone/>
            </a:pPr>
            <a:r>
              <a:t/>
            </a:r>
            <a:endParaRPr b="1" sz="1300">
              <a:solidFill>
                <a:schemeClr val="dk1"/>
              </a:solidFill>
              <a:latin typeface="Arial"/>
              <a:ea typeface="Arial"/>
              <a:cs typeface="Arial"/>
              <a:sym typeface="Arial"/>
            </a:endParaRPr>
          </a:p>
        </p:txBody>
      </p:sp>
      <p:sp>
        <p:nvSpPr>
          <p:cNvPr id="1273" name="Google Shape;1273;p37"/>
          <p:cNvSpPr txBox="1"/>
          <p:nvPr/>
        </p:nvSpPr>
        <p:spPr>
          <a:xfrm>
            <a:off x="4648200" y="5410200"/>
            <a:ext cx="3733800" cy="685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1300">
                <a:solidFill>
                  <a:schemeClr val="dk1"/>
                </a:solidFill>
                <a:latin typeface="Arial"/>
                <a:ea typeface="Arial"/>
                <a:cs typeface="Arial"/>
                <a:sym typeface="Arial"/>
              </a:rPr>
              <a:t>Bao gồm phần mềm cho các nền tảng cở sở hạ tầng thực tế như OS, drivers, giao diện giao tiếp phần cứng,…</a:t>
            </a:r>
            <a:endParaRPr/>
          </a:p>
          <a:p>
            <a:pPr indent="0" lvl="0" marL="0" marR="0" rtl="0" algn="l">
              <a:spcBef>
                <a:spcPts val="650"/>
              </a:spcBef>
              <a:spcAft>
                <a:spcPts val="0"/>
              </a:spcAft>
              <a:buNone/>
            </a:pPr>
            <a:r>
              <a:t/>
            </a:r>
            <a:endParaRPr b="1" sz="1300">
              <a:solidFill>
                <a:schemeClr val="dk1"/>
              </a:solidFill>
              <a:latin typeface="Arial"/>
              <a:ea typeface="Arial"/>
              <a:cs typeface="Arial"/>
              <a:sym typeface="Arial"/>
            </a:endParaRPr>
          </a:p>
        </p:txBody>
      </p:sp>
      <p:sp>
        <p:nvSpPr>
          <p:cNvPr id="1274" name="Google Shape;1274;p37"/>
          <p:cNvSpPr txBox="1"/>
          <p:nvPr/>
        </p:nvSpPr>
        <p:spPr>
          <a:xfrm>
            <a:off x="4648200" y="4191000"/>
            <a:ext cx="3733800" cy="1143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rPr b="1" lang="en-US" sz="1330">
                <a:solidFill>
                  <a:schemeClr val="dk1"/>
                </a:solidFill>
                <a:latin typeface="Arial"/>
                <a:ea typeface="Arial"/>
                <a:cs typeface="Arial"/>
                <a:sym typeface="Arial"/>
              </a:rPr>
              <a:t>Đề xuất các hệ thống con cho các lớp và nền tảng tiện ích – các dịch vụ độc lập cho việc tính toán đối tượng phân tán vào môi trường độc nhất xác định (phần mểm/phần cứng của một hãng riềng)</a:t>
            </a:r>
            <a:endParaRPr/>
          </a:p>
          <a:p>
            <a:pPr indent="0" lvl="0" marL="0" marR="0" rtl="0" algn="l">
              <a:lnSpc>
                <a:spcPct val="80000"/>
              </a:lnSpc>
              <a:spcBef>
                <a:spcPts val="665"/>
              </a:spcBef>
              <a:spcAft>
                <a:spcPts val="0"/>
              </a:spcAft>
              <a:buNone/>
            </a:pPr>
            <a:r>
              <a:t/>
            </a:r>
            <a:endParaRPr b="1" sz="1330">
              <a:solidFill>
                <a:schemeClr val="dk1"/>
              </a:solidFill>
              <a:latin typeface="Arial"/>
              <a:ea typeface="Arial"/>
              <a:cs typeface="Arial"/>
              <a:sym typeface="Arial"/>
            </a:endParaRPr>
          </a:p>
        </p:txBody>
      </p:sp>
      <p:sp>
        <p:nvSpPr>
          <p:cNvPr id="1275" name="Google Shape;1275;p37"/>
          <p:cNvSpPr txBox="1"/>
          <p:nvPr/>
        </p:nvSpPr>
        <p:spPr>
          <a:xfrm>
            <a:off x="4648200" y="2362200"/>
            <a:ext cx="4343400" cy="914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300"/>
              <a:buFont typeface="Arial"/>
              <a:buNone/>
            </a:pPr>
            <a:r>
              <a:rPr b="1" lang="en-US" sz="1300">
                <a:solidFill>
                  <a:schemeClr val="dk1"/>
                </a:solidFill>
                <a:latin typeface="Arial"/>
                <a:ea typeface="Arial"/>
                <a:cs typeface="Arial"/>
                <a:sym typeface="Arial"/>
              </a:rPr>
              <a:t>Phân biệt các hệ thống con của ứng dung – bao gồm các phần mềm được phát triển thêm vào hệ thống.</a:t>
            </a:r>
            <a:endParaRPr/>
          </a:p>
          <a:p>
            <a:pPr indent="0" lvl="0" marL="0" marR="0" rtl="0" algn="l">
              <a:spcBef>
                <a:spcPts val="650"/>
              </a:spcBef>
              <a:spcAft>
                <a:spcPts val="0"/>
              </a:spcAft>
              <a:buNone/>
            </a:pPr>
            <a:r>
              <a:t/>
            </a:r>
            <a:endParaRPr b="1" sz="1300">
              <a:solidFill>
                <a:schemeClr val="dk1"/>
              </a:solidFill>
              <a:latin typeface="Arial"/>
              <a:ea typeface="Arial"/>
              <a:cs typeface="Arial"/>
              <a:sym typeface="Arial"/>
            </a:endParaRPr>
          </a:p>
        </p:txBody>
      </p:sp>
      <p:sp>
        <p:nvSpPr>
          <p:cNvPr id="1276" name="Google Shape;1276;p37"/>
          <p:cNvSpPr txBox="1"/>
          <p:nvPr/>
        </p:nvSpPr>
        <p:spPr>
          <a:xfrm>
            <a:off x="4648200" y="3505200"/>
            <a:ext cx="4343400" cy="609600"/>
          </a:xfrm>
          <a:prstGeom prst="rect">
            <a:avLst/>
          </a:prstGeom>
          <a:noFill/>
          <a:ln>
            <a:noFill/>
          </a:ln>
        </p:spPr>
        <p:txBody>
          <a:bodyPr anchorCtr="0" anchor="t" bIns="45700" lIns="91425" spcFirstLastPara="1" rIns="91425" wrap="square" tIns="45700">
            <a:normAutofit/>
          </a:bodyPr>
          <a:lstStyle/>
          <a:p>
            <a:pPr indent="-274320" lvl="0" marL="274320" marR="0" rtl="0" algn="l">
              <a:spcBef>
                <a:spcPts val="0"/>
              </a:spcBef>
              <a:spcAft>
                <a:spcPts val="0"/>
              </a:spcAft>
              <a:buNone/>
            </a:pPr>
            <a:r>
              <a:rPr b="1" lang="en-US" sz="1300">
                <a:solidFill>
                  <a:schemeClr val="dk1"/>
                </a:solidFill>
                <a:latin typeface="Arial"/>
                <a:ea typeface="Arial"/>
                <a:cs typeface="Arial"/>
                <a:sym typeface="Arial"/>
              </a:rPr>
              <a:t>Bao gồm số hệ thống con được sử dụng lại  chỉ định đến các kiểu nghiệp vụ riêng.</a:t>
            </a:r>
            <a:endParaRPr/>
          </a:p>
          <a:p>
            <a:pPr indent="0" lvl="0" marL="0" marR="0" rtl="0" algn="l">
              <a:spcBef>
                <a:spcPts val="650"/>
              </a:spcBef>
              <a:spcAft>
                <a:spcPts val="0"/>
              </a:spcAft>
              <a:buNone/>
            </a:pPr>
            <a:r>
              <a:t/>
            </a:r>
            <a:endParaRPr b="1" sz="1300">
              <a:solidFill>
                <a:schemeClr val="dk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0" name="Shape 1280"/>
        <p:cNvGrpSpPr/>
        <p:nvPr/>
      </p:nvGrpSpPr>
      <p:grpSpPr>
        <a:xfrm>
          <a:off x="0" y="0"/>
          <a:ext cx="0" cy="0"/>
          <a:chOff x="0" y="0"/>
          <a:chExt cx="0" cy="0"/>
        </a:xfrm>
      </p:grpSpPr>
      <p:sp>
        <p:nvSpPr>
          <p:cNvPr id="1281" name="Google Shape;1281;p38"/>
          <p:cNvSpPr txBox="1"/>
          <p:nvPr>
            <p:ph type="title"/>
          </p:nvPr>
        </p:nvSpPr>
        <p:spPr>
          <a:xfrm>
            <a:off x="457200" y="704088"/>
            <a:ext cx="8229600" cy="7437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Xem xét phân tầng</a:t>
            </a:r>
            <a:endParaRPr sz="4500"/>
          </a:p>
        </p:txBody>
      </p:sp>
      <p:sp>
        <p:nvSpPr>
          <p:cNvPr id="1282" name="Google Shape;1282;p38"/>
          <p:cNvSpPr txBox="1"/>
          <p:nvPr>
            <p:ph idx="1" type="body"/>
          </p:nvPr>
        </p:nvSpPr>
        <p:spPr>
          <a:xfrm>
            <a:off x="457200" y="1600200"/>
            <a:ext cx="8229600" cy="4724400"/>
          </a:xfrm>
          <a:prstGeom prst="rect">
            <a:avLst/>
          </a:prstGeom>
          <a:noFill/>
          <a:ln>
            <a:noFill/>
          </a:ln>
        </p:spPr>
        <p:txBody>
          <a:bodyPr anchorCtr="0" anchor="t" bIns="45700" lIns="91425" spcFirstLastPara="1" rIns="91425" wrap="square" tIns="45700">
            <a:normAutofit/>
          </a:bodyPr>
          <a:lstStyle/>
          <a:p>
            <a:pPr indent="-274320" lvl="0" marL="274320" rtl="0" algn="l">
              <a:lnSpc>
                <a:spcPct val="80000"/>
              </a:lnSpc>
              <a:spcBef>
                <a:spcPts val="0"/>
              </a:spcBef>
              <a:spcAft>
                <a:spcPts val="0"/>
              </a:spcAft>
              <a:buSzPts val="2100"/>
              <a:buChar char="⚫"/>
            </a:pPr>
            <a:r>
              <a:rPr lang="en-US" sz="2210"/>
              <a:t>Khả năng nhận diện/nhìn thấy (Visibility)</a:t>
            </a:r>
            <a:endParaRPr/>
          </a:p>
          <a:p>
            <a:pPr indent="-342900" lvl="1" marL="798513" rtl="0" algn="l">
              <a:lnSpc>
                <a:spcPct val="80000"/>
              </a:lnSpc>
              <a:spcBef>
                <a:spcPts val="442"/>
              </a:spcBef>
              <a:spcAft>
                <a:spcPts val="0"/>
              </a:spcAft>
              <a:buSzPts val="1879"/>
              <a:buChar char="⚫"/>
            </a:pPr>
            <a:r>
              <a:rPr lang="en-US" sz="2210"/>
              <a:t>Chỉ phụ thuộc vào các phần tử trên cùng tầng và tầng bên dưới</a:t>
            </a:r>
            <a:endParaRPr sz="2210"/>
          </a:p>
          <a:p>
            <a:pPr indent="-274320" lvl="0" marL="274320" rtl="0" algn="l">
              <a:lnSpc>
                <a:spcPct val="80000"/>
              </a:lnSpc>
              <a:spcBef>
                <a:spcPts val="442"/>
              </a:spcBef>
              <a:spcAft>
                <a:spcPts val="0"/>
              </a:spcAft>
              <a:buSzPts val="2100"/>
              <a:buChar char="⚫"/>
            </a:pPr>
            <a:r>
              <a:rPr lang="en-US" sz="2210"/>
              <a:t>Khả năng thay đổi</a:t>
            </a:r>
            <a:endParaRPr sz="2210"/>
          </a:p>
          <a:p>
            <a:pPr indent="-342900" lvl="1" marL="798513" rtl="0" algn="l">
              <a:lnSpc>
                <a:spcPct val="80000"/>
              </a:lnSpc>
              <a:spcBef>
                <a:spcPts val="442"/>
              </a:spcBef>
              <a:spcAft>
                <a:spcPts val="0"/>
              </a:spcAft>
              <a:buSzPts val="1879"/>
              <a:buChar char="⚫"/>
            </a:pPr>
            <a:r>
              <a:rPr lang="en-US" sz="2210"/>
              <a:t>Các phần tử dễ thay đổi bởi thay đổi yêu cầu người dùng ở tầng trên</a:t>
            </a:r>
            <a:endParaRPr sz="2210"/>
          </a:p>
          <a:p>
            <a:pPr indent="-342900" lvl="1" marL="798513" rtl="0" algn="l">
              <a:lnSpc>
                <a:spcPct val="80000"/>
              </a:lnSpc>
              <a:spcBef>
                <a:spcPts val="442"/>
              </a:spcBef>
              <a:spcAft>
                <a:spcPts val="0"/>
              </a:spcAft>
              <a:buSzPts val="1879"/>
              <a:buChar char="⚫"/>
            </a:pPr>
            <a:r>
              <a:rPr lang="en-US" sz="2210"/>
              <a:t>Các phần tử dễ thay đổi khi có sự thay đổi của lõi hệ thống/môi trường (phần cứng, hệ điều hành, ngôn ngữ CSDL) ở tầng </a:t>
            </a:r>
            <a:r>
              <a:rPr lang="en-US" sz="2210"/>
              <a:t>dưới</a:t>
            </a:r>
            <a:r>
              <a:rPr lang="en-US" sz="2210"/>
              <a:t> </a:t>
            </a:r>
            <a:endParaRPr/>
          </a:p>
          <a:p>
            <a:pPr indent="-274320" lvl="0" marL="274320" rtl="0" algn="l">
              <a:lnSpc>
                <a:spcPct val="80000"/>
              </a:lnSpc>
              <a:spcBef>
                <a:spcPts val="442"/>
              </a:spcBef>
              <a:spcAft>
                <a:spcPts val="0"/>
              </a:spcAft>
              <a:buSzPts val="2100"/>
              <a:buChar char="⚫"/>
            </a:pPr>
            <a:r>
              <a:rPr lang="en-US" sz="2210"/>
              <a:t>Khả năng dùng chung</a:t>
            </a:r>
            <a:endParaRPr sz="2210"/>
          </a:p>
          <a:p>
            <a:pPr indent="-342900" lvl="1" marL="798513" rtl="0" algn="l">
              <a:lnSpc>
                <a:spcPct val="80000"/>
              </a:lnSpc>
              <a:spcBef>
                <a:spcPts val="442"/>
              </a:spcBef>
              <a:spcAft>
                <a:spcPts val="0"/>
              </a:spcAft>
              <a:buSzPts val="1879"/>
              <a:buChar char="⚫"/>
            </a:pPr>
            <a:r>
              <a:rPr lang="en-US" sz="2210"/>
              <a:t>Các phần tử mô hình trừu tượng hơn nên được đặt ở tầng thấp trong mô hình</a:t>
            </a:r>
            <a:endParaRPr sz="2210"/>
          </a:p>
          <a:p>
            <a:pPr indent="-274320" lvl="0" marL="274320" rtl="0" algn="l">
              <a:lnSpc>
                <a:spcPct val="80000"/>
              </a:lnSpc>
              <a:spcBef>
                <a:spcPts val="442"/>
              </a:spcBef>
              <a:spcAft>
                <a:spcPts val="0"/>
              </a:spcAft>
              <a:buSzPts val="2100"/>
              <a:buChar char="⚫"/>
            </a:pPr>
            <a:r>
              <a:rPr lang="en-US" sz="2210"/>
              <a:t>Số tầng</a:t>
            </a:r>
            <a:endParaRPr sz="2210"/>
          </a:p>
          <a:p>
            <a:pPr indent="-342900" lvl="1" marL="798513" rtl="0" algn="l">
              <a:lnSpc>
                <a:spcPct val="80000"/>
              </a:lnSpc>
              <a:spcBef>
                <a:spcPts val="442"/>
              </a:spcBef>
              <a:spcAft>
                <a:spcPts val="0"/>
              </a:spcAft>
              <a:buSzPts val="1879"/>
              <a:buChar char="⚫"/>
            </a:pPr>
            <a:r>
              <a:rPr lang="en-US" sz="2210"/>
              <a:t>Hệ thống nhỏ: 3-4 layers</a:t>
            </a:r>
            <a:endParaRPr/>
          </a:p>
          <a:p>
            <a:pPr indent="-342900" lvl="1" marL="798513" rtl="0" algn="l">
              <a:lnSpc>
                <a:spcPct val="80000"/>
              </a:lnSpc>
              <a:spcBef>
                <a:spcPts val="442"/>
              </a:spcBef>
              <a:spcAft>
                <a:spcPts val="0"/>
              </a:spcAft>
              <a:buSzPts val="1879"/>
              <a:buChar char="⚫"/>
            </a:pPr>
            <a:r>
              <a:rPr lang="en-US" sz="2210"/>
              <a:t>Hệ thống phức tạp: 5-7 layers</a:t>
            </a:r>
            <a:endParaRPr sz="2040"/>
          </a:p>
        </p:txBody>
      </p:sp>
      <p:sp>
        <p:nvSpPr>
          <p:cNvPr id="1283" name="Google Shape;1283;p3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sp>
        <p:nvSpPr>
          <p:cNvPr id="1288" name="Google Shape;1288;p39"/>
          <p:cNvSpPr txBox="1"/>
          <p:nvPr>
            <p:ph type="title"/>
          </p:nvPr>
        </p:nvSpPr>
        <p:spPr>
          <a:xfrm>
            <a:off x="457200" y="704088"/>
            <a:ext cx="8229600" cy="8199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860"/>
              <a:buFont typeface="Calibri"/>
              <a:buNone/>
            </a:pPr>
            <a:r>
              <a:rPr lang="en-US" sz="4860"/>
              <a:t>Các phần tử thiết kế và kiến trúc</a:t>
            </a:r>
            <a:endParaRPr sz="4500"/>
          </a:p>
        </p:txBody>
      </p:sp>
      <p:sp>
        <p:nvSpPr>
          <p:cNvPr id="1289" name="Google Shape;1289;p3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1290" name="Google Shape;1290;p39"/>
          <p:cNvGrpSpPr/>
          <p:nvPr/>
        </p:nvGrpSpPr>
        <p:grpSpPr>
          <a:xfrm>
            <a:off x="457200" y="1935163"/>
            <a:ext cx="8229599" cy="4389437"/>
            <a:chOff x="484188" y="1449387"/>
            <a:chExt cx="8355012" cy="4951413"/>
          </a:xfrm>
        </p:grpSpPr>
        <p:sp>
          <p:nvSpPr>
            <p:cNvPr id="1291" name="Google Shape;1291;p39"/>
            <p:cNvSpPr txBox="1"/>
            <p:nvPr/>
          </p:nvSpPr>
          <p:spPr>
            <a:xfrm>
              <a:off x="608013" y="1663700"/>
              <a:ext cx="1266629" cy="532453"/>
            </a:xfrm>
            <a:prstGeom prst="rect">
              <a:avLst/>
            </a:prstGeom>
            <a:noFill/>
            <a:ln>
              <a:noFill/>
            </a:ln>
          </p:spPr>
          <p:txBody>
            <a:bodyPr anchorCtr="0" anchor="t" bIns="50275" lIns="100575" spcFirstLastPara="1" rIns="100575" wrap="square" tIns="50275">
              <a:spAutoFit/>
            </a:bodyPr>
            <a:lstStyle/>
            <a:p>
              <a:pPr indent="0" lvl="0" marL="0" marR="0" rtl="0" algn="l">
                <a:spcBef>
                  <a:spcPts val="0"/>
                </a:spcBef>
                <a:spcAft>
                  <a:spcPts val="0"/>
                </a:spcAft>
                <a:buNone/>
              </a:pPr>
              <a:r>
                <a:rPr b="1" lang="en-US" sz="2800">
                  <a:solidFill>
                    <a:srgbClr val="FF0000"/>
                  </a:solidFill>
                  <a:latin typeface="Constantia"/>
                  <a:ea typeface="Constantia"/>
                  <a:cs typeface="Constantia"/>
                  <a:sym typeface="Constantia"/>
                </a:rPr>
                <a:t>Layer 1</a:t>
              </a:r>
              <a:endParaRPr b="1" sz="2800" u="sng">
                <a:solidFill>
                  <a:srgbClr val="FF0000"/>
                </a:solidFill>
                <a:latin typeface="Constantia"/>
                <a:ea typeface="Constantia"/>
                <a:cs typeface="Constantia"/>
                <a:sym typeface="Constantia"/>
              </a:endParaRPr>
            </a:p>
          </p:txBody>
        </p:sp>
        <p:sp>
          <p:nvSpPr>
            <p:cNvPr id="1292" name="Google Shape;1292;p39"/>
            <p:cNvSpPr txBox="1"/>
            <p:nvPr/>
          </p:nvSpPr>
          <p:spPr>
            <a:xfrm>
              <a:off x="608013" y="3530600"/>
              <a:ext cx="1266629" cy="532453"/>
            </a:xfrm>
            <a:prstGeom prst="rect">
              <a:avLst/>
            </a:prstGeom>
            <a:noFill/>
            <a:ln>
              <a:noFill/>
            </a:ln>
          </p:spPr>
          <p:txBody>
            <a:bodyPr anchorCtr="0" anchor="t" bIns="50275" lIns="100575" spcFirstLastPara="1" rIns="100575" wrap="square" tIns="50275">
              <a:spAutoFit/>
            </a:bodyPr>
            <a:lstStyle/>
            <a:p>
              <a:pPr indent="0" lvl="0" marL="0" marR="0" rtl="0" algn="l">
                <a:spcBef>
                  <a:spcPts val="0"/>
                </a:spcBef>
                <a:spcAft>
                  <a:spcPts val="0"/>
                </a:spcAft>
                <a:buNone/>
              </a:pPr>
              <a:r>
                <a:rPr b="1" lang="en-US" sz="2800">
                  <a:solidFill>
                    <a:srgbClr val="FF0000"/>
                  </a:solidFill>
                  <a:latin typeface="Constantia"/>
                  <a:ea typeface="Constantia"/>
                  <a:cs typeface="Constantia"/>
                  <a:sym typeface="Constantia"/>
                </a:rPr>
                <a:t>Layer 2</a:t>
              </a:r>
              <a:endParaRPr b="1" sz="2800" u="sng">
                <a:solidFill>
                  <a:srgbClr val="FF0000"/>
                </a:solidFill>
                <a:latin typeface="Constantia"/>
                <a:ea typeface="Constantia"/>
                <a:cs typeface="Constantia"/>
                <a:sym typeface="Constantia"/>
              </a:endParaRPr>
            </a:p>
          </p:txBody>
        </p:sp>
        <p:cxnSp>
          <p:nvCxnSpPr>
            <p:cNvPr id="1293" name="Google Shape;1293;p39"/>
            <p:cNvCxnSpPr/>
            <p:nvPr/>
          </p:nvCxnSpPr>
          <p:spPr>
            <a:xfrm>
              <a:off x="484188" y="2874962"/>
              <a:ext cx="8355012" cy="0"/>
            </a:xfrm>
            <a:prstGeom prst="straightConnector1">
              <a:avLst/>
            </a:prstGeom>
            <a:noFill/>
            <a:ln cap="flat" cmpd="sng" w="38100">
              <a:solidFill>
                <a:schemeClr val="hlink"/>
              </a:solidFill>
              <a:prstDash val="lgDash"/>
              <a:round/>
              <a:headEnd len="sm" w="sm" type="none"/>
              <a:tailEnd len="sm" w="sm" type="none"/>
            </a:ln>
          </p:spPr>
        </p:cxnSp>
        <p:cxnSp>
          <p:nvCxnSpPr>
            <p:cNvPr id="1294" name="Google Shape;1294;p39"/>
            <p:cNvCxnSpPr/>
            <p:nvPr/>
          </p:nvCxnSpPr>
          <p:spPr>
            <a:xfrm>
              <a:off x="484188" y="4906962"/>
              <a:ext cx="8355012" cy="0"/>
            </a:xfrm>
            <a:prstGeom prst="straightConnector1">
              <a:avLst/>
            </a:prstGeom>
            <a:noFill/>
            <a:ln cap="flat" cmpd="sng" w="38100">
              <a:solidFill>
                <a:schemeClr val="hlink"/>
              </a:solidFill>
              <a:prstDash val="lgDash"/>
              <a:round/>
              <a:headEnd len="sm" w="sm" type="none"/>
              <a:tailEnd len="sm" w="sm" type="none"/>
            </a:ln>
          </p:spPr>
        </p:cxnSp>
        <p:sp>
          <p:nvSpPr>
            <p:cNvPr id="1295" name="Google Shape;1295;p39"/>
            <p:cNvSpPr txBox="1"/>
            <p:nvPr/>
          </p:nvSpPr>
          <p:spPr>
            <a:xfrm>
              <a:off x="608013" y="5505450"/>
              <a:ext cx="1266629" cy="532453"/>
            </a:xfrm>
            <a:prstGeom prst="rect">
              <a:avLst/>
            </a:prstGeom>
            <a:noFill/>
            <a:ln>
              <a:noFill/>
            </a:ln>
          </p:spPr>
          <p:txBody>
            <a:bodyPr anchorCtr="0" anchor="t" bIns="50275" lIns="100575" spcFirstLastPara="1" rIns="100575" wrap="square" tIns="50275">
              <a:spAutoFit/>
            </a:bodyPr>
            <a:lstStyle/>
            <a:p>
              <a:pPr indent="0" lvl="0" marL="0" marR="0" rtl="0" algn="l">
                <a:spcBef>
                  <a:spcPts val="0"/>
                </a:spcBef>
                <a:spcAft>
                  <a:spcPts val="0"/>
                </a:spcAft>
                <a:buNone/>
              </a:pPr>
              <a:r>
                <a:rPr b="1" lang="en-US" sz="2800">
                  <a:solidFill>
                    <a:srgbClr val="FF0000"/>
                  </a:solidFill>
                  <a:latin typeface="Constantia"/>
                  <a:ea typeface="Constantia"/>
                  <a:cs typeface="Constantia"/>
                  <a:sym typeface="Constantia"/>
                </a:rPr>
                <a:t>Layer 3</a:t>
              </a:r>
              <a:endParaRPr b="1" sz="2800" u="sng">
                <a:solidFill>
                  <a:srgbClr val="FF0000"/>
                </a:solidFill>
                <a:latin typeface="Constantia"/>
                <a:ea typeface="Constantia"/>
                <a:cs typeface="Constantia"/>
                <a:sym typeface="Constantia"/>
              </a:endParaRPr>
            </a:p>
          </p:txBody>
        </p:sp>
        <p:grpSp>
          <p:nvGrpSpPr>
            <p:cNvPr id="1296" name="Google Shape;1296;p39"/>
            <p:cNvGrpSpPr/>
            <p:nvPr/>
          </p:nvGrpSpPr>
          <p:grpSpPr>
            <a:xfrm>
              <a:off x="2541589" y="1541462"/>
              <a:ext cx="1141413" cy="771525"/>
              <a:chOff x="1301" y="528"/>
              <a:chExt cx="719" cy="486"/>
            </a:xfrm>
          </p:grpSpPr>
          <p:sp>
            <p:nvSpPr>
              <p:cNvPr id="1297" name="Google Shape;1297;p39"/>
              <p:cNvSpPr/>
              <p:nvPr/>
            </p:nvSpPr>
            <p:spPr>
              <a:xfrm>
                <a:off x="1534" y="528"/>
                <a:ext cx="486" cy="486"/>
              </a:xfrm>
              <a:prstGeom prst="ellipse">
                <a:avLst/>
              </a:prstGeom>
              <a:noFill/>
              <a:ln cap="flat" cmpd="sng" w="25400">
                <a:solidFill>
                  <a:srgbClr val="00CC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298" name="Google Shape;1298;p39"/>
              <p:cNvCxnSpPr/>
              <p:nvPr/>
            </p:nvCxnSpPr>
            <p:spPr>
              <a:xfrm>
                <a:off x="1301" y="647"/>
                <a:ext cx="1" cy="248"/>
              </a:xfrm>
              <a:prstGeom prst="straightConnector1">
                <a:avLst/>
              </a:prstGeom>
              <a:noFill/>
              <a:ln cap="flat" cmpd="sng" w="25400">
                <a:solidFill>
                  <a:srgbClr val="00CCFF"/>
                </a:solidFill>
                <a:prstDash val="solid"/>
                <a:round/>
                <a:headEnd len="med" w="med" type="none"/>
                <a:tailEnd len="med" w="med" type="none"/>
              </a:ln>
            </p:spPr>
          </p:cxnSp>
          <p:cxnSp>
            <p:nvCxnSpPr>
              <p:cNvPr id="1299" name="Google Shape;1299;p39"/>
              <p:cNvCxnSpPr/>
              <p:nvPr/>
            </p:nvCxnSpPr>
            <p:spPr>
              <a:xfrm>
                <a:off x="1310" y="766"/>
                <a:ext cx="224" cy="2"/>
              </a:xfrm>
              <a:prstGeom prst="straightConnector1">
                <a:avLst/>
              </a:prstGeom>
              <a:noFill/>
              <a:ln cap="flat" cmpd="sng" w="25400">
                <a:solidFill>
                  <a:srgbClr val="00CCFF"/>
                </a:solidFill>
                <a:prstDash val="solid"/>
                <a:round/>
                <a:headEnd len="med" w="med" type="none"/>
                <a:tailEnd len="med" w="med" type="none"/>
              </a:ln>
            </p:spPr>
          </p:cxnSp>
        </p:grpSp>
        <p:grpSp>
          <p:nvGrpSpPr>
            <p:cNvPr id="1300" name="Google Shape;1300;p39"/>
            <p:cNvGrpSpPr/>
            <p:nvPr/>
          </p:nvGrpSpPr>
          <p:grpSpPr>
            <a:xfrm>
              <a:off x="4340225" y="1449387"/>
              <a:ext cx="892175" cy="904875"/>
              <a:chOff x="1019" y="2289"/>
              <a:chExt cx="418" cy="444"/>
            </a:xfrm>
          </p:grpSpPr>
          <p:sp>
            <p:nvSpPr>
              <p:cNvPr id="1301" name="Google Shape;1301;p39"/>
              <p:cNvSpPr/>
              <p:nvPr/>
            </p:nvSpPr>
            <p:spPr>
              <a:xfrm>
                <a:off x="1019" y="2323"/>
                <a:ext cx="418" cy="410"/>
              </a:xfrm>
              <a:prstGeom prst="ellipse">
                <a:avLst/>
              </a:prstGeom>
              <a:noFill/>
              <a:ln cap="flat" cmpd="sng" w="28575">
                <a:solidFill>
                  <a:srgbClr val="00CC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302" name="Google Shape;1302;p39"/>
              <p:cNvCxnSpPr/>
              <p:nvPr/>
            </p:nvCxnSpPr>
            <p:spPr>
              <a:xfrm flipH="1">
                <a:off x="1178" y="2289"/>
                <a:ext cx="92" cy="42"/>
              </a:xfrm>
              <a:prstGeom prst="straightConnector1">
                <a:avLst/>
              </a:prstGeom>
              <a:noFill/>
              <a:ln cap="flat" cmpd="sng" w="28575">
                <a:solidFill>
                  <a:srgbClr val="00CCFF"/>
                </a:solidFill>
                <a:prstDash val="solid"/>
                <a:round/>
                <a:headEnd len="med" w="med" type="none"/>
                <a:tailEnd len="med" w="med" type="none"/>
              </a:ln>
            </p:spPr>
          </p:cxnSp>
          <p:cxnSp>
            <p:nvCxnSpPr>
              <p:cNvPr id="1303" name="Google Shape;1303;p39"/>
              <p:cNvCxnSpPr/>
              <p:nvPr/>
            </p:nvCxnSpPr>
            <p:spPr>
              <a:xfrm rot="10800000">
                <a:off x="1178" y="2331"/>
                <a:ext cx="92" cy="33"/>
              </a:xfrm>
              <a:prstGeom prst="straightConnector1">
                <a:avLst/>
              </a:prstGeom>
              <a:noFill/>
              <a:ln cap="flat" cmpd="sng" w="28575">
                <a:solidFill>
                  <a:srgbClr val="00CCFF"/>
                </a:solidFill>
                <a:prstDash val="solid"/>
                <a:round/>
                <a:headEnd len="med" w="med" type="none"/>
                <a:tailEnd len="med" w="med" type="none"/>
              </a:ln>
            </p:spPr>
          </p:cxnSp>
        </p:grpSp>
        <p:grpSp>
          <p:nvGrpSpPr>
            <p:cNvPr id="1304" name="Google Shape;1304;p39"/>
            <p:cNvGrpSpPr/>
            <p:nvPr/>
          </p:nvGrpSpPr>
          <p:grpSpPr>
            <a:xfrm>
              <a:off x="5905500" y="1519237"/>
              <a:ext cx="1141413" cy="771525"/>
              <a:chOff x="1301" y="528"/>
              <a:chExt cx="719" cy="486"/>
            </a:xfrm>
          </p:grpSpPr>
          <p:sp>
            <p:nvSpPr>
              <p:cNvPr id="1305" name="Google Shape;1305;p39"/>
              <p:cNvSpPr/>
              <p:nvPr/>
            </p:nvSpPr>
            <p:spPr>
              <a:xfrm>
                <a:off x="1534" y="528"/>
                <a:ext cx="486" cy="486"/>
              </a:xfrm>
              <a:prstGeom prst="ellipse">
                <a:avLst/>
              </a:prstGeom>
              <a:noFill/>
              <a:ln cap="flat" cmpd="sng" w="25400">
                <a:solidFill>
                  <a:srgbClr val="00CC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306" name="Google Shape;1306;p39"/>
              <p:cNvCxnSpPr/>
              <p:nvPr/>
            </p:nvCxnSpPr>
            <p:spPr>
              <a:xfrm>
                <a:off x="1301" y="647"/>
                <a:ext cx="1" cy="248"/>
              </a:xfrm>
              <a:prstGeom prst="straightConnector1">
                <a:avLst/>
              </a:prstGeom>
              <a:noFill/>
              <a:ln cap="flat" cmpd="sng" w="25400">
                <a:solidFill>
                  <a:srgbClr val="00CCFF"/>
                </a:solidFill>
                <a:prstDash val="solid"/>
                <a:round/>
                <a:headEnd len="med" w="med" type="none"/>
                <a:tailEnd len="med" w="med" type="none"/>
              </a:ln>
            </p:spPr>
          </p:cxnSp>
          <p:cxnSp>
            <p:nvCxnSpPr>
              <p:cNvPr id="1307" name="Google Shape;1307;p39"/>
              <p:cNvCxnSpPr/>
              <p:nvPr/>
            </p:nvCxnSpPr>
            <p:spPr>
              <a:xfrm>
                <a:off x="1310" y="766"/>
                <a:ext cx="224" cy="2"/>
              </a:xfrm>
              <a:prstGeom prst="straightConnector1">
                <a:avLst/>
              </a:prstGeom>
              <a:noFill/>
              <a:ln cap="flat" cmpd="sng" w="25400">
                <a:solidFill>
                  <a:srgbClr val="00CCFF"/>
                </a:solidFill>
                <a:prstDash val="solid"/>
                <a:round/>
                <a:headEnd len="med" w="med" type="none"/>
                <a:tailEnd len="med" w="med" type="none"/>
              </a:ln>
            </p:spPr>
          </p:cxnSp>
        </p:grpSp>
        <p:grpSp>
          <p:nvGrpSpPr>
            <p:cNvPr id="1308" name="Google Shape;1308;p39"/>
            <p:cNvGrpSpPr/>
            <p:nvPr/>
          </p:nvGrpSpPr>
          <p:grpSpPr>
            <a:xfrm>
              <a:off x="4076700" y="3303587"/>
              <a:ext cx="892175" cy="904875"/>
              <a:chOff x="1019" y="2289"/>
              <a:chExt cx="418" cy="444"/>
            </a:xfrm>
          </p:grpSpPr>
          <p:sp>
            <p:nvSpPr>
              <p:cNvPr id="1309" name="Google Shape;1309;p39"/>
              <p:cNvSpPr/>
              <p:nvPr/>
            </p:nvSpPr>
            <p:spPr>
              <a:xfrm>
                <a:off x="1019" y="2323"/>
                <a:ext cx="418" cy="410"/>
              </a:xfrm>
              <a:prstGeom prst="ellipse">
                <a:avLst/>
              </a:prstGeom>
              <a:noFill/>
              <a:ln cap="flat" cmpd="sng" w="28575">
                <a:solidFill>
                  <a:srgbClr val="00CC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310" name="Google Shape;1310;p39"/>
              <p:cNvCxnSpPr/>
              <p:nvPr/>
            </p:nvCxnSpPr>
            <p:spPr>
              <a:xfrm flipH="1">
                <a:off x="1178" y="2289"/>
                <a:ext cx="92" cy="42"/>
              </a:xfrm>
              <a:prstGeom prst="straightConnector1">
                <a:avLst/>
              </a:prstGeom>
              <a:noFill/>
              <a:ln cap="flat" cmpd="sng" w="28575">
                <a:solidFill>
                  <a:srgbClr val="00CCFF"/>
                </a:solidFill>
                <a:prstDash val="solid"/>
                <a:round/>
                <a:headEnd len="med" w="med" type="none"/>
                <a:tailEnd len="med" w="med" type="none"/>
              </a:ln>
            </p:spPr>
          </p:cxnSp>
          <p:cxnSp>
            <p:nvCxnSpPr>
              <p:cNvPr id="1311" name="Google Shape;1311;p39"/>
              <p:cNvCxnSpPr/>
              <p:nvPr/>
            </p:nvCxnSpPr>
            <p:spPr>
              <a:xfrm rot="10800000">
                <a:off x="1178" y="2331"/>
                <a:ext cx="92" cy="33"/>
              </a:xfrm>
              <a:prstGeom prst="straightConnector1">
                <a:avLst/>
              </a:prstGeom>
              <a:noFill/>
              <a:ln cap="flat" cmpd="sng" w="28575">
                <a:solidFill>
                  <a:srgbClr val="00CCFF"/>
                </a:solidFill>
                <a:prstDash val="solid"/>
                <a:round/>
                <a:headEnd len="med" w="med" type="none"/>
                <a:tailEnd len="med" w="med" type="none"/>
              </a:ln>
            </p:spPr>
          </p:cxnSp>
        </p:grpSp>
        <p:grpSp>
          <p:nvGrpSpPr>
            <p:cNvPr id="1312" name="Google Shape;1312;p39"/>
            <p:cNvGrpSpPr/>
            <p:nvPr/>
          </p:nvGrpSpPr>
          <p:grpSpPr>
            <a:xfrm>
              <a:off x="7045325" y="3265487"/>
              <a:ext cx="892175" cy="904875"/>
              <a:chOff x="1019" y="2289"/>
              <a:chExt cx="418" cy="444"/>
            </a:xfrm>
          </p:grpSpPr>
          <p:sp>
            <p:nvSpPr>
              <p:cNvPr id="1313" name="Google Shape;1313;p39"/>
              <p:cNvSpPr/>
              <p:nvPr/>
            </p:nvSpPr>
            <p:spPr>
              <a:xfrm>
                <a:off x="1019" y="2323"/>
                <a:ext cx="418" cy="410"/>
              </a:xfrm>
              <a:prstGeom prst="ellipse">
                <a:avLst/>
              </a:prstGeom>
              <a:noFill/>
              <a:ln cap="flat" cmpd="sng" w="28575">
                <a:solidFill>
                  <a:srgbClr val="00CC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314" name="Google Shape;1314;p39"/>
              <p:cNvCxnSpPr/>
              <p:nvPr/>
            </p:nvCxnSpPr>
            <p:spPr>
              <a:xfrm flipH="1">
                <a:off x="1178" y="2289"/>
                <a:ext cx="92" cy="42"/>
              </a:xfrm>
              <a:prstGeom prst="straightConnector1">
                <a:avLst/>
              </a:prstGeom>
              <a:noFill/>
              <a:ln cap="flat" cmpd="sng" w="28575">
                <a:solidFill>
                  <a:srgbClr val="00CCFF"/>
                </a:solidFill>
                <a:prstDash val="solid"/>
                <a:round/>
                <a:headEnd len="med" w="med" type="none"/>
                <a:tailEnd len="med" w="med" type="none"/>
              </a:ln>
            </p:spPr>
          </p:cxnSp>
          <p:cxnSp>
            <p:nvCxnSpPr>
              <p:cNvPr id="1315" name="Google Shape;1315;p39"/>
              <p:cNvCxnSpPr/>
              <p:nvPr/>
            </p:nvCxnSpPr>
            <p:spPr>
              <a:xfrm rot="10800000">
                <a:off x="1178" y="2331"/>
                <a:ext cx="92" cy="33"/>
              </a:xfrm>
              <a:prstGeom prst="straightConnector1">
                <a:avLst/>
              </a:prstGeom>
              <a:noFill/>
              <a:ln cap="flat" cmpd="sng" w="28575">
                <a:solidFill>
                  <a:srgbClr val="00CCFF"/>
                </a:solidFill>
                <a:prstDash val="solid"/>
                <a:round/>
                <a:headEnd len="med" w="med" type="none"/>
                <a:tailEnd len="med" w="med" type="none"/>
              </a:ln>
            </p:spPr>
          </p:cxnSp>
        </p:grpSp>
        <p:grpSp>
          <p:nvGrpSpPr>
            <p:cNvPr id="1316" name="Google Shape;1316;p39"/>
            <p:cNvGrpSpPr/>
            <p:nvPr/>
          </p:nvGrpSpPr>
          <p:grpSpPr>
            <a:xfrm>
              <a:off x="2603500" y="5510212"/>
              <a:ext cx="838200" cy="844550"/>
              <a:chOff x="4192" y="2208"/>
              <a:chExt cx="464" cy="473"/>
            </a:xfrm>
          </p:grpSpPr>
          <p:sp>
            <p:nvSpPr>
              <p:cNvPr id="1317" name="Google Shape;1317;p39"/>
              <p:cNvSpPr/>
              <p:nvPr/>
            </p:nvSpPr>
            <p:spPr>
              <a:xfrm>
                <a:off x="4192" y="2208"/>
                <a:ext cx="458" cy="466"/>
              </a:xfrm>
              <a:prstGeom prst="ellipse">
                <a:avLst/>
              </a:prstGeom>
              <a:noFill/>
              <a:ln cap="flat" cmpd="sng" w="28575">
                <a:solidFill>
                  <a:srgbClr val="00CC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318" name="Google Shape;1318;p39"/>
              <p:cNvCxnSpPr/>
              <p:nvPr/>
            </p:nvCxnSpPr>
            <p:spPr>
              <a:xfrm>
                <a:off x="4198" y="2680"/>
                <a:ext cx="458" cy="1"/>
              </a:xfrm>
              <a:prstGeom prst="straightConnector1">
                <a:avLst/>
              </a:prstGeom>
              <a:noFill/>
              <a:ln cap="flat" cmpd="sng" w="28575">
                <a:solidFill>
                  <a:srgbClr val="00CCFF"/>
                </a:solidFill>
                <a:prstDash val="solid"/>
                <a:round/>
                <a:headEnd len="med" w="med" type="none"/>
                <a:tailEnd len="med" w="med" type="none"/>
              </a:ln>
            </p:spPr>
          </p:cxnSp>
        </p:grpSp>
        <p:grpSp>
          <p:nvGrpSpPr>
            <p:cNvPr id="1319" name="Google Shape;1319;p39"/>
            <p:cNvGrpSpPr/>
            <p:nvPr/>
          </p:nvGrpSpPr>
          <p:grpSpPr>
            <a:xfrm>
              <a:off x="5549900" y="5538787"/>
              <a:ext cx="838200" cy="844550"/>
              <a:chOff x="4192" y="2208"/>
              <a:chExt cx="464" cy="473"/>
            </a:xfrm>
          </p:grpSpPr>
          <p:sp>
            <p:nvSpPr>
              <p:cNvPr id="1320" name="Google Shape;1320;p39"/>
              <p:cNvSpPr/>
              <p:nvPr/>
            </p:nvSpPr>
            <p:spPr>
              <a:xfrm>
                <a:off x="4192" y="2208"/>
                <a:ext cx="458" cy="466"/>
              </a:xfrm>
              <a:prstGeom prst="ellipse">
                <a:avLst/>
              </a:prstGeom>
              <a:noFill/>
              <a:ln cap="flat" cmpd="sng" w="28575">
                <a:solidFill>
                  <a:srgbClr val="00CC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321" name="Google Shape;1321;p39"/>
              <p:cNvCxnSpPr/>
              <p:nvPr/>
            </p:nvCxnSpPr>
            <p:spPr>
              <a:xfrm>
                <a:off x="4198" y="2680"/>
                <a:ext cx="458" cy="1"/>
              </a:xfrm>
              <a:prstGeom prst="straightConnector1">
                <a:avLst/>
              </a:prstGeom>
              <a:noFill/>
              <a:ln cap="flat" cmpd="sng" w="28575">
                <a:solidFill>
                  <a:srgbClr val="00CCFF"/>
                </a:solidFill>
                <a:prstDash val="solid"/>
                <a:round/>
                <a:headEnd len="med" w="med" type="none"/>
                <a:tailEnd len="med" w="med" type="none"/>
              </a:ln>
            </p:spPr>
          </p:cxnSp>
        </p:grpSp>
        <p:grpSp>
          <p:nvGrpSpPr>
            <p:cNvPr id="1322" name="Google Shape;1322;p39"/>
            <p:cNvGrpSpPr/>
            <p:nvPr/>
          </p:nvGrpSpPr>
          <p:grpSpPr>
            <a:xfrm>
              <a:off x="7061200" y="5526087"/>
              <a:ext cx="838200" cy="844550"/>
              <a:chOff x="4192" y="2208"/>
              <a:chExt cx="464" cy="473"/>
            </a:xfrm>
          </p:grpSpPr>
          <p:sp>
            <p:nvSpPr>
              <p:cNvPr id="1323" name="Google Shape;1323;p39"/>
              <p:cNvSpPr/>
              <p:nvPr/>
            </p:nvSpPr>
            <p:spPr>
              <a:xfrm>
                <a:off x="4192" y="2208"/>
                <a:ext cx="458" cy="466"/>
              </a:xfrm>
              <a:prstGeom prst="ellipse">
                <a:avLst/>
              </a:prstGeom>
              <a:noFill/>
              <a:ln cap="flat" cmpd="sng" w="28575">
                <a:solidFill>
                  <a:srgbClr val="00CC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324" name="Google Shape;1324;p39"/>
              <p:cNvCxnSpPr/>
              <p:nvPr/>
            </p:nvCxnSpPr>
            <p:spPr>
              <a:xfrm>
                <a:off x="4198" y="2680"/>
                <a:ext cx="458" cy="1"/>
              </a:xfrm>
              <a:prstGeom prst="straightConnector1">
                <a:avLst/>
              </a:prstGeom>
              <a:noFill/>
              <a:ln cap="flat" cmpd="sng" w="28575">
                <a:solidFill>
                  <a:srgbClr val="00CCFF"/>
                </a:solidFill>
                <a:prstDash val="solid"/>
                <a:round/>
                <a:headEnd len="med" w="med" type="none"/>
                <a:tailEnd len="med" w="med" type="none"/>
              </a:ln>
            </p:spPr>
          </p:cxnSp>
        </p:grpSp>
        <p:grpSp>
          <p:nvGrpSpPr>
            <p:cNvPr id="1325" name="Google Shape;1325;p39"/>
            <p:cNvGrpSpPr/>
            <p:nvPr/>
          </p:nvGrpSpPr>
          <p:grpSpPr>
            <a:xfrm>
              <a:off x="2743200" y="3311525"/>
              <a:ext cx="892175" cy="904875"/>
              <a:chOff x="1019" y="2289"/>
              <a:chExt cx="418" cy="444"/>
            </a:xfrm>
          </p:grpSpPr>
          <p:sp>
            <p:nvSpPr>
              <p:cNvPr id="1326" name="Google Shape;1326;p39"/>
              <p:cNvSpPr/>
              <p:nvPr/>
            </p:nvSpPr>
            <p:spPr>
              <a:xfrm>
                <a:off x="1019" y="2323"/>
                <a:ext cx="418" cy="410"/>
              </a:xfrm>
              <a:prstGeom prst="ellipse">
                <a:avLst/>
              </a:prstGeom>
              <a:noFill/>
              <a:ln cap="flat" cmpd="sng" w="28575">
                <a:solidFill>
                  <a:srgbClr val="00CC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327" name="Google Shape;1327;p39"/>
              <p:cNvCxnSpPr/>
              <p:nvPr/>
            </p:nvCxnSpPr>
            <p:spPr>
              <a:xfrm flipH="1">
                <a:off x="1178" y="2289"/>
                <a:ext cx="92" cy="42"/>
              </a:xfrm>
              <a:prstGeom prst="straightConnector1">
                <a:avLst/>
              </a:prstGeom>
              <a:noFill/>
              <a:ln cap="flat" cmpd="sng" w="28575">
                <a:solidFill>
                  <a:srgbClr val="00CCFF"/>
                </a:solidFill>
                <a:prstDash val="solid"/>
                <a:round/>
                <a:headEnd len="med" w="med" type="none"/>
                <a:tailEnd len="med" w="med" type="none"/>
              </a:ln>
            </p:spPr>
          </p:cxnSp>
          <p:cxnSp>
            <p:nvCxnSpPr>
              <p:cNvPr id="1328" name="Google Shape;1328;p39"/>
              <p:cNvCxnSpPr/>
              <p:nvPr/>
            </p:nvCxnSpPr>
            <p:spPr>
              <a:xfrm rot="10800000">
                <a:off x="1178" y="2331"/>
                <a:ext cx="92" cy="33"/>
              </a:xfrm>
              <a:prstGeom prst="straightConnector1">
                <a:avLst/>
              </a:prstGeom>
              <a:noFill/>
              <a:ln cap="flat" cmpd="sng" w="28575">
                <a:solidFill>
                  <a:srgbClr val="00CCFF"/>
                </a:solidFill>
                <a:prstDash val="solid"/>
                <a:round/>
                <a:headEnd len="med" w="med" type="none"/>
                <a:tailEnd len="med" w="med" type="none"/>
              </a:ln>
            </p:spPr>
          </p:cxnSp>
        </p:grpSp>
        <p:grpSp>
          <p:nvGrpSpPr>
            <p:cNvPr id="1329" name="Google Shape;1329;p39"/>
            <p:cNvGrpSpPr/>
            <p:nvPr/>
          </p:nvGrpSpPr>
          <p:grpSpPr>
            <a:xfrm>
              <a:off x="5437189" y="3390900"/>
              <a:ext cx="1141413" cy="771525"/>
              <a:chOff x="1301" y="528"/>
              <a:chExt cx="719" cy="486"/>
            </a:xfrm>
          </p:grpSpPr>
          <p:sp>
            <p:nvSpPr>
              <p:cNvPr id="1330" name="Google Shape;1330;p39"/>
              <p:cNvSpPr/>
              <p:nvPr/>
            </p:nvSpPr>
            <p:spPr>
              <a:xfrm>
                <a:off x="1534" y="528"/>
                <a:ext cx="486" cy="486"/>
              </a:xfrm>
              <a:prstGeom prst="ellipse">
                <a:avLst/>
              </a:prstGeom>
              <a:noFill/>
              <a:ln cap="flat" cmpd="sng" w="25400">
                <a:solidFill>
                  <a:srgbClr val="00CC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331" name="Google Shape;1331;p39"/>
              <p:cNvCxnSpPr/>
              <p:nvPr/>
            </p:nvCxnSpPr>
            <p:spPr>
              <a:xfrm>
                <a:off x="1301" y="647"/>
                <a:ext cx="1" cy="248"/>
              </a:xfrm>
              <a:prstGeom prst="straightConnector1">
                <a:avLst/>
              </a:prstGeom>
              <a:noFill/>
              <a:ln cap="flat" cmpd="sng" w="25400">
                <a:solidFill>
                  <a:srgbClr val="00CCFF"/>
                </a:solidFill>
                <a:prstDash val="solid"/>
                <a:round/>
                <a:headEnd len="med" w="med" type="none"/>
                <a:tailEnd len="med" w="med" type="none"/>
              </a:ln>
            </p:spPr>
          </p:cxnSp>
          <p:cxnSp>
            <p:nvCxnSpPr>
              <p:cNvPr id="1332" name="Google Shape;1332;p39"/>
              <p:cNvCxnSpPr/>
              <p:nvPr/>
            </p:nvCxnSpPr>
            <p:spPr>
              <a:xfrm>
                <a:off x="1310" y="766"/>
                <a:ext cx="224" cy="2"/>
              </a:xfrm>
              <a:prstGeom prst="straightConnector1">
                <a:avLst/>
              </a:prstGeom>
              <a:noFill/>
              <a:ln cap="flat" cmpd="sng" w="25400">
                <a:solidFill>
                  <a:srgbClr val="00CCFF"/>
                </a:solidFill>
                <a:prstDash val="solid"/>
                <a:round/>
                <a:headEnd len="med" w="med" type="none"/>
                <a:tailEnd len="med" w="med" type="none"/>
              </a:ln>
            </p:spPr>
          </p:cxnSp>
        </p:grpSp>
        <p:grpSp>
          <p:nvGrpSpPr>
            <p:cNvPr id="1333" name="Google Shape;1333;p39"/>
            <p:cNvGrpSpPr/>
            <p:nvPr/>
          </p:nvGrpSpPr>
          <p:grpSpPr>
            <a:xfrm>
              <a:off x="4025900" y="5495925"/>
              <a:ext cx="892175" cy="904875"/>
              <a:chOff x="1019" y="2289"/>
              <a:chExt cx="418" cy="444"/>
            </a:xfrm>
          </p:grpSpPr>
          <p:sp>
            <p:nvSpPr>
              <p:cNvPr id="1334" name="Google Shape;1334;p39"/>
              <p:cNvSpPr/>
              <p:nvPr/>
            </p:nvSpPr>
            <p:spPr>
              <a:xfrm>
                <a:off x="1019" y="2323"/>
                <a:ext cx="418" cy="410"/>
              </a:xfrm>
              <a:prstGeom prst="ellipse">
                <a:avLst/>
              </a:prstGeom>
              <a:noFill/>
              <a:ln cap="flat" cmpd="sng" w="28575">
                <a:solidFill>
                  <a:srgbClr val="00CC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335" name="Google Shape;1335;p39"/>
              <p:cNvCxnSpPr/>
              <p:nvPr/>
            </p:nvCxnSpPr>
            <p:spPr>
              <a:xfrm flipH="1">
                <a:off x="1178" y="2289"/>
                <a:ext cx="92" cy="42"/>
              </a:xfrm>
              <a:prstGeom prst="straightConnector1">
                <a:avLst/>
              </a:prstGeom>
              <a:noFill/>
              <a:ln cap="flat" cmpd="sng" w="28575">
                <a:solidFill>
                  <a:srgbClr val="00CCFF"/>
                </a:solidFill>
                <a:prstDash val="solid"/>
                <a:round/>
                <a:headEnd len="med" w="med" type="none"/>
                <a:tailEnd len="med" w="med" type="none"/>
              </a:ln>
            </p:spPr>
          </p:cxnSp>
          <p:cxnSp>
            <p:nvCxnSpPr>
              <p:cNvPr id="1336" name="Google Shape;1336;p39"/>
              <p:cNvCxnSpPr/>
              <p:nvPr/>
            </p:nvCxnSpPr>
            <p:spPr>
              <a:xfrm rot="10800000">
                <a:off x="1178" y="2331"/>
                <a:ext cx="92" cy="33"/>
              </a:xfrm>
              <a:prstGeom prst="straightConnector1">
                <a:avLst/>
              </a:prstGeom>
              <a:noFill/>
              <a:ln cap="flat" cmpd="sng" w="28575">
                <a:solidFill>
                  <a:srgbClr val="00CCFF"/>
                </a:solidFill>
                <a:prstDash val="solid"/>
                <a:round/>
                <a:headEnd len="med" w="med" type="none"/>
                <a:tailEnd len="med" w="med" type="none"/>
              </a:ln>
            </p:spPr>
          </p:cxnSp>
        </p:gr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0" name="Shape 1340"/>
        <p:cNvGrpSpPr/>
        <p:nvPr/>
      </p:nvGrpSpPr>
      <p:grpSpPr>
        <a:xfrm>
          <a:off x="0" y="0"/>
          <a:ext cx="0" cy="0"/>
          <a:chOff x="0" y="0"/>
          <a:chExt cx="0" cy="0"/>
        </a:xfrm>
      </p:grpSpPr>
      <p:sp>
        <p:nvSpPr>
          <p:cNvPr id="1341" name="Google Shape;1341;p40"/>
          <p:cNvSpPr txBox="1"/>
          <p:nvPr>
            <p:ph type="title"/>
          </p:nvPr>
        </p:nvSpPr>
        <p:spPr>
          <a:xfrm>
            <a:off x="457200" y="609600"/>
            <a:ext cx="8229600" cy="762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Ví dụ: Các tầng kiến trúc</a:t>
            </a:r>
            <a:endParaRPr sz="4500"/>
          </a:p>
        </p:txBody>
      </p:sp>
      <p:pic>
        <p:nvPicPr>
          <p:cNvPr id="1342" name="Google Shape;1342;p40"/>
          <p:cNvPicPr preferRelativeResize="0"/>
          <p:nvPr/>
        </p:nvPicPr>
        <p:blipFill>
          <a:blip r:embed="rId3">
            <a:alphaModFix/>
          </a:blip>
          <a:stretch>
            <a:fillRect/>
          </a:stretch>
        </p:blipFill>
        <p:spPr>
          <a:xfrm>
            <a:off x="1372550" y="2127075"/>
            <a:ext cx="5686425" cy="39719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6" name="Shape 1346"/>
        <p:cNvGrpSpPr/>
        <p:nvPr/>
      </p:nvGrpSpPr>
      <p:grpSpPr>
        <a:xfrm>
          <a:off x="0" y="0"/>
          <a:ext cx="0" cy="0"/>
          <a:chOff x="0" y="0"/>
          <a:chExt cx="0" cy="0"/>
        </a:xfrm>
      </p:grpSpPr>
      <p:sp>
        <p:nvSpPr>
          <p:cNvPr id="1347" name="Google Shape;1347;p41"/>
          <p:cNvSpPr txBox="1"/>
          <p:nvPr>
            <p:ph type="title"/>
          </p:nvPr>
        </p:nvSpPr>
        <p:spPr>
          <a:xfrm>
            <a:off x="457200" y="704088"/>
            <a:ext cx="8229600" cy="8199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Xem xét phân vùng hệ thống</a:t>
            </a:r>
            <a:endParaRPr/>
          </a:p>
        </p:txBody>
      </p:sp>
      <p:sp>
        <p:nvSpPr>
          <p:cNvPr id="1348" name="Google Shape;1348;p41"/>
          <p:cNvSpPr txBox="1"/>
          <p:nvPr>
            <p:ph idx="1" type="body"/>
          </p:nvPr>
        </p:nvSpPr>
        <p:spPr>
          <a:xfrm>
            <a:off x="457200" y="1752600"/>
            <a:ext cx="8229600" cy="41148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Kết nối</a:t>
            </a:r>
            <a:endParaRPr/>
          </a:p>
          <a:p>
            <a:pPr indent="-274320" lvl="0" marL="274320" rtl="0" algn="l">
              <a:spcBef>
                <a:spcPts val="520"/>
              </a:spcBef>
              <a:spcAft>
                <a:spcPts val="0"/>
              </a:spcAft>
              <a:buSzPts val="2470"/>
              <a:buChar char="⚫"/>
            </a:pPr>
            <a:r>
              <a:rPr lang="en-US"/>
              <a:t>Tổ chức người dùng</a:t>
            </a:r>
            <a:endParaRPr/>
          </a:p>
          <a:p>
            <a:pPr indent="-274320" lvl="0" marL="274320" rtl="0" algn="l">
              <a:spcBef>
                <a:spcPts val="520"/>
              </a:spcBef>
              <a:spcAft>
                <a:spcPts val="0"/>
              </a:spcAft>
              <a:buSzPts val="2470"/>
              <a:buChar char="⚫"/>
            </a:pPr>
            <a:r>
              <a:rPr lang="en-US"/>
              <a:t>Hoàn chỉnh và phạm vi kỹ năng</a:t>
            </a:r>
            <a:endParaRPr/>
          </a:p>
          <a:p>
            <a:pPr indent="-274320" lvl="0" marL="274320" rtl="0" algn="l">
              <a:spcBef>
                <a:spcPts val="520"/>
              </a:spcBef>
              <a:spcAft>
                <a:spcPts val="0"/>
              </a:spcAft>
              <a:buSzPts val="2470"/>
              <a:buChar char="⚫"/>
            </a:pPr>
            <a:r>
              <a:rPr lang="en-US"/>
              <a:t>Tính phân tán của hệ thống</a:t>
            </a:r>
            <a:endParaRPr/>
          </a:p>
          <a:p>
            <a:pPr indent="-274320" lvl="0" marL="274320" rtl="0" algn="l">
              <a:spcBef>
                <a:spcPts val="520"/>
              </a:spcBef>
              <a:spcAft>
                <a:spcPts val="0"/>
              </a:spcAft>
              <a:buSzPts val="2470"/>
              <a:buChar char="⚫"/>
            </a:pPr>
            <a:r>
              <a:rPr lang="en-US"/>
              <a:t>Tính bí mật</a:t>
            </a:r>
            <a:endParaRPr/>
          </a:p>
          <a:p>
            <a:pPr indent="-274320" lvl="0" marL="274320" rtl="0" algn="l">
              <a:spcBef>
                <a:spcPts val="520"/>
              </a:spcBef>
              <a:spcAft>
                <a:spcPts val="0"/>
              </a:spcAft>
              <a:buSzPts val="2470"/>
              <a:buChar char="⚫"/>
            </a:pPr>
            <a:r>
              <a:rPr lang="en-US"/>
              <a:t>Tính sẵn dùng</a:t>
            </a:r>
            <a:endParaRPr/>
          </a:p>
          <a:p>
            <a:pPr indent="-117475" lvl="0" marL="274320" rtl="0" algn="l">
              <a:spcBef>
                <a:spcPts val="520"/>
              </a:spcBef>
              <a:spcAft>
                <a:spcPts val="0"/>
              </a:spcAft>
              <a:buSzPts val="2470"/>
              <a:buNone/>
            </a:pPr>
            <a:r>
              <a:t/>
            </a:r>
            <a:endParaRPr/>
          </a:p>
        </p:txBody>
      </p:sp>
      <p:sp>
        <p:nvSpPr>
          <p:cNvPr id="1349" name="Google Shape;1349;p4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3" name="Shape 1353"/>
        <p:cNvGrpSpPr/>
        <p:nvPr/>
      </p:nvGrpSpPr>
      <p:grpSpPr>
        <a:xfrm>
          <a:off x="0" y="0"/>
          <a:ext cx="0" cy="0"/>
          <a:chOff x="0" y="0"/>
          <a:chExt cx="0" cy="0"/>
        </a:xfrm>
      </p:grpSpPr>
      <p:sp>
        <p:nvSpPr>
          <p:cNvPr id="1354" name="Google Shape;1354;p42"/>
          <p:cNvSpPr txBox="1"/>
          <p:nvPr>
            <p:ph type="title"/>
          </p:nvPr>
        </p:nvSpPr>
        <p:spPr>
          <a:xfrm>
            <a:off x="457200" y="704088"/>
            <a:ext cx="8229600" cy="7437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Ví dụ: Phân vùng</a:t>
            </a:r>
            <a:endParaRPr sz="4500"/>
          </a:p>
        </p:txBody>
      </p:sp>
      <p:sp>
        <p:nvSpPr>
          <p:cNvPr id="1355" name="Google Shape;1355;p4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1356" name="Google Shape;1356;p42"/>
          <p:cNvGrpSpPr/>
          <p:nvPr/>
        </p:nvGrpSpPr>
        <p:grpSpPr>
          <a:xfrm>
            <a:off x="457200" y="1935163"/>
            <a:ext cx="8229601" cy="4389437"/>
            <a:chOff x="520700" y="990600"/>
            <a:chExt cx="8128000" cy="5002213"/>
          </a:xfrm>
        </p:grpSpPr>
        <p:sp>
          <p:nvSpPr>
            <p:cNvPr id="1357" name="Google Shape;1357;p42"/>
            <p:cNvSpPr/>
            <p:nvPr/>
          </p:nvSpPr>
          <p:spPr>
            <a:xfrm>
              <a:off x="901700" y="1436688"/>
              <a:ext cx="412750" cy="315912"/>
            </a:xfrm>
            <a:prstGeom prst="rect">
              <a:avLst/>
            </a:prstGeom>
            <a:noFill/>
            <a:ln cap="flat" cmpd="sng" w="269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358" name="Google Shape;1358;p42"/>
            <p:cNvSpPr/>
            <p:nvPr/>
          </p:nvSpPr>
          <p:spPr>
            <a:xfrm>
              <a:off x="1204913" y="2327275"/>
              <a:ext cx="415925" cy="317500"/>
            </a:xfrm>
            <a:prstGeom prst="rect">
              <a:avLst/>
            </a:prstGeom>
            <a:noFill/>
            <a:ln cap="flat" cmpd="sng" w="269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359" name="Google Shape;1359;p42"/>
            <p:cNvCxnSpPr/>
            <p:nvPr/>
          </p:nvCxnSpPr>
          <p:spPr>
            <a:xfrm rot="10800000">
              <a:off x="1162050" y="1766888"/>
              <a:ext cx="192088" cy="536575"/>
            </a:xfrm>
            <a:prstGeom prst="straightConnector1">
              <a:avLst/>
            </a:prstGeom>
            <a:noFill/>
            <a:ln cap="flat" cmpd="sng" w="26975">
              <a:solidFill>
                <a:schemeClr val="dk1"/>
              </a:solidFill>
              <a:prstDash val="solid"/>
              <a:round/>
              <a:headEnd len="med" w="med" type="stealth"/>
              <a:tailEnd len="med" w="med" type="none"/>
            </a:ln>
          </p:spPr>
        </p:cxnSp>
        <p:sp>
          <p:nvSpPr>
            <p:cNvPr id="1360" name="Google Shape;1360;p42"/>
            <p:cNvSpPr/>
            <p:nvPr/>
          </p:nvSpPr>
          <p:spPr>
            <a:xfrm>
              <a:off x="3113088" y="990600"/>
              <a:ext cx="415925" cy="315913"/>
            </a:xfrm>
            <a:prstGeom prst="rect">
              <a:avLst/>
            </a:prstGeom>
            <a:noFill/>
            <a:ln cap="flat" cmpd="sng" w="269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361" name="Google Shape;1361;p42"/>
            <p:cNvSpPr/>
            <p:nvPr/>
          </p:nvSpPr>
          <p:spPr>
            <a:xfrm>
              <a:off x="1587500" y="1614488"/>
              <a:ext cx="414338" cy="315912"/>
            </a:xfrm>
            <a:prstGeom prst="rect">
              <a:avLst/>
            </a:prstGeom>
            <a:noFill/>
            <a:ln cap="flat" cmpd="sng" w="269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362" name="Google Shape;1362;p42"/>
            <p:cNvCxnSpPr/>
            <p:nvPr/>
          </p:nvCxnSpPr>
          <p:spPr>
            <a:xfrm rot="10800000">
              <a:off x="1325563" y="1651000"/>
              <a:ext cx="246062" cy="79375"/>
            </a:xfrm>
            <a:prstGeom prst="straightConnector1">
              <a:avLst/>
            </a:prstGeom>
            <a:noFill/>
            <a:ln cap="flat" cmpd="sng" w="26975">
              <a:solidFill>
                <a:schemeClr val="dk1"/>
              </a:solidFill>
              <a:prstDash val="solid"/>
              <a:round/>
              <a:headEnd len="med" w="med" type="stealth"/>
              <a:tailEnd len="med" w="med" type="none"/>
            </a:ln>
          </p:spPr>
        </p:cxnSp>
        <p:cxnSp>
          <p:nvCxnSpPr>
            <p:cNvPr id="1363" name="Google Shape;1363;p42"/>
            <p:cNvCxnSpPr/>
            <p:nvPr/>
          </p:nvCxnSpPr>
          <p:spPr>
            <a:xfrm flipH="1">
              <a:off x="1503363" y="1963738"/>
              <a:ext cx="203200" cy="339725"/>
            </a:xfrm>
            <a:prstGeom prst="straightConnector1">
              <a:avLst/>
            </a:prstGeom>
            <a:noFill/>
            <a:ln cap="flat" cmpd="sng" w="26975">
              <a:solidFill>
                <a:schemeClr val="dk1"/>
              </a:solidFill>
              <a:prstDash val="solid"/>
              <a:round/>
              <a:headEnd len="med" w="med" type="stealth"/>
              <a:tailEnd len="med" w="med" type="none"/>
            </a:ln>
          </p:spPr>
        </p:cxnSp>
        <p:cxnSp>
          <p:nvCxnSpPr>
            <p:cNvPr id="1364" name="Google Shape;1364;p42"/>
            <p:cNvCxnSpPr/>
            <p:nvPr/>
          </p:nvCxnSpPr>
          <p:spPr>
            <a:xfrm flipH="1" rot="10800000">
              <a:off x="2005013" y="1173163"/>
              <a:ext cx="1077912" cy="500062"/>
            </a:xfrm>
            <a:prstGeom prst="straightConnector1">
              <a:avLst/>
            </a:prstGeom>
            <a:noFill/>
            <a:ln cap="flat" cmpd="sng" w="26975">
              <a:solidFill>
                <a:schemeClr val="dk1"/>
              </a:solidFill>
              <a:prstDash val="solid"/>
              <a:round/>
              <a:headEnd len="med" w="med" type="none"/>
              <a:tailEnd len="med" w="med" type="stealth"/>
            </a:ln>
          </p:spPr>
        </p:cxnSp>
        <p:sp>
          <p:nvSpPr>
            <p:cNvPr id="1365" name="Google Shape;1365;p42"/>
            <p:cNvSpPr/>
            <p:nvPr/>
          </p:nvSpPr>
          <p:spPr>
            <a:xfrm>
              <a:off x="2886075" y="2684463"/>
              <a:ext cx="415925" cy="315912"/>
            </a:xfrm>
            <a:prstGeom prst="rect">
              <a:avLst/>
            </a:prstGeom>
            <a:noFill/>
            <a:ln cap="flat" cmpd="sng" w="269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366" name="Google Shape;1366;p42"/>
            <p:cNvSpPr/>
            <p:nvPr/>
          </p:nvSpPr>
          <p:spPr>
            <a:xfrm>
              <a:off x="2579688" y="1790700"/>
              <a:ext cx="415925" cy="317500"/>
            </a:xfrm>
            <a:prstGeom prst="rect">
              <a:avLst/>
            </a:prstGeom>
            <a:noFill/>
            <a:ln cap="flat" cmpd="sng" w="269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367" name="Google Shape;1367;p42"/>
            <p:cNvCxnSpPr/>
            <p:nvPr/>
          </p:nvCxnSpPr>
          <p:spPr>
            <a:xfrm flipH="1" rot="10800000">
              <a:off x="2830513" y="1330325"/>
              <a:ext cx="427037" cy="455613"/>
            </a:xfrm>
            <a:prstGeom prst="straightConnector1">
              <a:avLst/>
            </a:prstGeom>
            <a:noFill/>
            <a:ln cap="flat" cmpd="sng" w="26975">
              <a:solidFill>
                <a:schemeClr val="dk1"/>
              </a:solidFill>
              <a:prstDash val="solid"/>
              <a:round/>
              <a:headEnd len="med" w="med" type="none"/>
              <a:tailEnd len="med" w="med" type="stealth"/>
            </a:ln>
          </p:spPr>
        </p:cxnSp>
        <p:cxnSp>
          <p:nvCxnSpPr>
            <p:cNvPr id="1368" name="Google Shape;1368;p42"/>
            <p:cNvCxnSpPr/>
            <p:nvPr/>
          </p:nvCxnSpPr>
          <p:spPr>
            <a:xfrm rot="10800000">
              <a:off x="2014538" y="1806575"/>
              <a:ext cx="542925" cy="114300"/>
            </a:xfrm>
            <a:prstGeom prst="straightConnector1">
              <a:avLst/>
            </a:prstGeom>
            <a:noFill/>
            <a:ln cap="flat" cmpd="sng" w="26975">
              <a:solidFill>
                <a:schemeClr val="dk1"/>
              </a:solidFill>
              <a:prstDash val="solid"/>
              <a:round/>
              <a:headEnd len="med" w="med" type="stealth"/>
              <a:tailEnd len="med" w="med" type="none"/>
            </a:ln>
          </p:spPr>
        </p:cxnSp>
        <p:cxnSp>
          <p:nvCxnSpPr>
            <p:cNvPr id="1369" name="Google Shape;1369;p42"/>
            <p:cNvCxnSpPr/>
            <p:nvPr/>
          </p:nvCxnSpPr>
          <p:spPr>
            <a:xfrm>
              <a:off x="2860675" y="2116138"/>
              <a:ext cx="169863" cy="541337"/>
            </a:xfrm>
            <a:prstGeom prst="straightConnector1">
              <a:avLst/>
            </a:prstGeom>
            <a:noFill/>
            <a:ln cap="flat" cmpd="sng" w="26975">
              <a:solidFill>
                <a:schemeClr val="dk1"/>
              </a:solidFill>
              <a:prstDash val="solid"/>
              <a:round/>
              <a:headEnd len="med" w="med" type="none"/>
              <a:tailEnd len="med" w="med" type="stealth"/>
            </a:ln>
          </p:spPr>
        </p:cxnSp>
        <p:sp>
          <p:nvSpPr>
            <p:cNvPr id="1370" name="Google Shape;1370;p42"/>
            <p:cNvSpPr/>
            <p:nvPr/>
          </p:nvSpPr>
          <p:spPr>
            <a:xfrm>
              <a:off x="847725" y="4087813"/>
              <a:ext cx="414338" cy="317500"/>
            </a:xfrm>
            <a:prstGeom prst="rect">
              <a:avLst/>
            </a:prstGeom>
            <a:noFill/>
            <a:ln cap="flat" cmpd="sng" w="269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371" name="Google Shape;1371;p42"/>
            <p:cNvSpPr/>
            <p:nvPr/>
          </p:nvSpPr>
          <p:spPr>
            <a:xfrm>
              <a:off x="2043113" y="2768600"/>
              <a:ext cx="414337" cy="322263"/>
            </a:xfrm>
            <a:prstGeom prst="rect">
              <a:avLst/>
            </a:prstGeom>
            <a:noFill/>
            <a:ln cap="flat" cmpd="sng" w="269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372" name="Google Shape;1372;p42"/>
            <p:cNvCxnSpPr/>
            <p:nvPr/>
          </p:nvCxnSpPr>
          <p:spPr>
            <a:xfrm flipH="1" rot="10800000">
              <a:off x="2322513" y="2122488"/>
              <a:ext cx="358775" cy="622300"/>
            </a:xfrm>
            <a:prstGeom prst="straightConnector1">
              <a:avLst/>
            </a:prstGeom>
            <a:noFill/>
            <a:ln cap="flat" cmpd="sng" w="26975">
              <a:solidFill>
                <a:schemeClr val="dk1"/>
              </a:solidFill>
              <a:prstDash val="solid"/>
              <a:round/>
              <a:headEnd len="med" w="med" type="stealth"/>
              <a:tailEnd len="med" w="med" type="none"/>
            </a:ln>
          </p:spPr>
        </p:cxnSp>
        <p:sp>
          <p:nvSpPr>
            <p:cNvPr id="1373" name="Google Shape;1373;p42"/>
            <p:cNvSpPr/>
            <p:nvPr/>
          </p:nvSpPr>
          <p:spPr>
            <a:xfrm>
              <a:off x="1204913" y="4789488"/>
              <a:ext cx="415925" cy="315912"/>
            </a:xfrm>
            <a:prstGeom prst="rect">
              <a:avLst/>
            </a:prstGeom>
            <a:noFill/>
            <a:ln cap="flat" cmpd="sng" w="269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374" name="Google Shape;1374;p42"/>
            <p:cNvCxnSpPr/>
            <p:nvPr/>
          </p:nvCxnSpPr>
          <p:spPr>
            <a:xfrm rot="10800000">
              <a:off x="1076325" y="4403725"/>
              <a:ext cx="217488" cy="357188"/>
            </a:xfrm>
            <a:prstGeom prst="straightConnector1">
              <a:avLst/>
            </a:prstGeom>
            <a:noFill/>
            <a:ln cap="flat" cmpd="sng" w="26975">
              <a:solidFill>
                <a:schemeClr val="dk1"/>
              </a:solidFill>
              <a:prstDash val="solid"/>
              <a:round/>
              <a:headEnd len="med" w="med" type="stealth"/>
              <a:tailEnd len="med" w="med" type="none"/>
            </a:ln>
          </p:spPr>
        </p:cxnSp>
        <p:cxnSp>
          <p:nvCxnSpPr>
            <p:cNvPr id="1375" name="Google Shape;1375;p42"/>
            <p:cNvCxnSpPr/>
            <p:nvPr/>
          </p:nvCxnSpPr>
          <p:spPr>
            <a:xfrm flipH="1">
              <a:off x="1576388" y="3098800"/>
              <a:ext cx="663575" cy="1590675"/>
            </a:xfrm>
            <a:prstGeom prst="straightConnector1">
              <a:avLst/>
            </a:prstGeom>
            <a:noFill/>
            <a:ln cap="flat" cmpd="sng" w="26975">
              <a:solidFill>
                <a:schemeClr val="dk1"/>
              </a:solidFill>
              <a:prstDash val="solid"/>
              <a:round/>
              <a:headEnd len="med" w="med" type="none"/>
              <a:tailEnd len="med" w="med" type="stealth"/>
            </a:ln>
          </p:spPr>
        </p:cxnSp>
        <p:sp>
          <p:nvSpPr>
            <p:cNvPr id="1376" name="Google Shape;1376;p42"/>
            <p:cNvSpPr/>
            <p:nvPr/>
          </p:nvSpPr>
          <p:spPr>
            <a:xfrm>
              <a:off x="1435100" y="5502275"/>
              <a:ext cx="412750" cy="315913"/>
            </a:xfrm>
            <a:prstGeom prst="rect">
              <a:avLst/>
            </a:prstGeom>
            <a:noFill/>
            <a:ln cap="flat" cmpd="sng" w="269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377" name="Google Shape;1377;p42"/>
            <p:cNvSpPr/>
            <p:nvPr/>
          </p:nvSpPr>
          <p:spPr>
            <a:xfrm>
              <a:off x="1965325" y="4878388"/>
              <a:ext cx="419100" cy="317500"/>
            </a:xfrm>
            <a:prstGeom prst="rect">
              <a:avLst/>
            </a:prstGeom>
            <a:noFill/>
            <a:ln cap="flat" cmpd="sng" w="269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378" name="Google Shape;1378;p42"/>
            <p:cNvCxnSpPr/>
            <p:nvPr/>
          </p:nvCxnSpPr>
          <p:spPr>
            <a:xfrm rot="10800000">
              <a:off x="1631950" y="4967288"/>
              <a:ext cx="300038" cy="60325"/>
            </a:xfrm>
            <a:prstGeom prst="straightConnector1">
              <a:avLst/>
            </a:prstGeom>
            <a:noFill/>
            <a:ln cap="flat" cmpd="sng" w="26975">
              <a:solidFill>
                <a:schemeClr val="dk1"/>
              </a:solidFill>
              <a:prstDash val="solid"/>
              <a:round/>
              <a:headEnd len="med" w="med" type="stealth"/>
              <a:tailEnd len="med" w="med" type="none"/>
            </a:ln>
          </p:spPr>
        </p:cxnSp>
        <p:cxnSp>
          <p:nvCxnSpPr>
            <p:cNvPr id="1379" name="Google Shape;1379;p42"/>
            <p:cNvCxnSpPr/>
            <p:nvPr/>
          </p:nvCxnSpPr>
          <p:spPr>
            <a:xfrm flipH="1" rot="10800000">
              <a:off x="1795463" y="5210175"/>
              <a:ext cx="219075" cy="261938"/>
            </a:xfrm>
            <a:prstGeom prst="straightConnector1">
              <a:avLst/>
            </a:prstGeom>
            <a:noFill/>
            <a:ln cap="flat" cmpd="sng" w="26975">
              <a:solidFill>
                <a:schemeClr val="dk1"/>
              </a:solidFill>
              <a:prstDash val="solid"/>
              <a:round/>
              <a:headEnd len="med" w="med" type="stealth"/>
              <a:tailEnd len="med" w="med" type="none"/>
            </a:ln>
          </p:spPr>
        </p:cxnSp>
        <p:sp>
          <p:nvSpPr>
            <p:cNvPr id="1380" name="Google Shape;1380;p42"/>
            <p:cNvSpPr/>
            <p:nvPr/>
          </p:nvSpPr>
          <p:spPr>
            <a:xfrm>
              <a:off x="2732088" y="4519613"/>
              <a:ext cx="414337" cy="320675"/>
            </a:xfrm>
            <a:prstGeom prst="rect">
              <a:avLst/>
            </a:prstGeom>
            <a:noFill/>
            <a:ln cap="flat" cmpd="sng" w="269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381" name="Google Shape;1381;p42"/>
            <p:cNvCxnSpPr/>
            <p:nvPr/>
          </p:nvCxnSpPr>
          <p:spPr>
            <a:xfrm>
              <a:off x="2457450" y="3098800"/>
              <a:ext cx="454025" cy="1312863"/>
            </a:xfrm>
            <a:prstGeom prst="straightConnector1">
              <a:avLst/>
            </a:prstGeom>
            <a:noFill/>
            <a:ln cap="flat" cmpd="sng" w="26975">
              <a:solidFill>
                <a:schemeClr val="dk1"/>
              </a:solidFill>
              <a:prstDash val="solid"/>
              <a:round/>
              <a:headEnd len="med" w="med" type="none"/>
              <a:tailEnd len="med" w="med" type="stealth"/>
            </a:ln>
          </p:spPr>
        </p:cxnSp>
        <p:sp>
          <p:nvSpPr>
            <p:cNvPr id="1382" name="Google Shape;1382;p42"/>
            <p:cNvSpPr/>
            <p:nvPr/>
          </p:nvSpPr>
          <p:spPr>
            <a:xfrm>
              <a:off x="3646488" y="1790700"/>
              <a:ext cx="414337" cy="317500"/>
            </a:xfrm>
            <a:prstGeom prst="rect">
              <a:avLst/>
            </a:prstGeom>
            <a:noFill/>
            <a:ln cap="flat" cmpd="sng" w="269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383" name="Google Shape;1383;p42"/>
            <p:cNvCxnSpPr/>
            <p:nvPr/>
          </p:nvCxnSpPr>
          <p:spPr>
            <a:xfrm>
              <a:off x="3425825" y="1311275"/>
              <a:ext cx="319088" cy="431800"/>
            </a:xfrm>
            <a:prstGeom prst="straightConnector1">
              <a:avLst/>
            </a:prstGeom>
            <a:noFill/>
            <a:ln cap="flat" cmpd="sng" w="26975">
              <a:solidFill>
                <a:schemeClr val="dk1"/>
              </a:solidFill>
              <a:prstDash val="solid"/>
              <a:round/>
              <a:headEnd len="med" w="med" type="none"/>
              <a:tailEnd len="med" w="med" type="stealth"/>
            </a:ln>
          </p:spPr>
        </p:cxnSp>
        <p:sp>
          <p:nvSpPr>
            <p:cNvPr id="1384" name="Google Shape;1384;p42"/>
            <p:cNvSpPr/>
            <p:nvPr/>
          </p:nvSpPr>
          <p:spPr>
            <a:xfrm>
              <a:off x="5021263" y="4611688"/>
              <a:ext cx="414337" cy="314325"/>
            </a:xfrm>
            <a:prstGeom prst="rect">
              <a:avLst/>
            </a:prstGeom>
            <a:noFill/>
            <a:ln cap="flat" cmpd="sng" w="269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385" name="Google Shape;1385;p42"/>
            <p:cNvSpPr/>
            <p:nvPr/>
          </p:nvSpPr>
          <p:spPr>
            <a:xfrm>
              <a:off x="4335463" y="3719513"/>
              <a:ext cx="414337" cy="315912"/>
            </a:xfrm>
            <a:prstGeom prst="rect">
              <a:avLst/>
            </a:prstGeom>
            <a:noFill/>
            <a:ln cap="flat" cmpd="sng" w="269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386" name="Google Shape;1386;p42"/>
            <p:cNvCxnSpPr/>
            <p:nvPr/>
          </p:nvCxnSpPr>
          <p:spPr>
            <a:xfrm rot="10800000">
              <a:off x="3894138" y="2103438"/>
              <a:ext cx="631825" cy="1584325"/>
            </a:xfrm>
            <a:prstGeom prst="straightConnector1">
              <a:avLst/>
            </a:prstGeom>
            <a:noFill/>
            <a:ln cap="flat" cmpd="sng" w="26975">
              <a:solidFill>
                <a:schemeClr val="dk1"/>
              </a:solidFill>
              <a:prstDash val="solid"/>
              <a:round/>
              <a:headEnd len="med" w="med" type="stealth"/>
              <a:tailEnd len="med" w="med" type="none"/>
            </a:ln>
          </p:spPr>
        </p:cxnSp>
        <p:cxnSp>
          <p:nvCxnSpPr>
            <p:cNvPr id="1387" name="Google Shape;1387;p42"/>
            <p:cNvCxnSpPr/>
            <p:nvPr/>
          </p:nvCxnSpPr>
          <p:spPr>
            <a:xfrm rot="10800000">
              <a:off x="4692650" y="4057650"/>
              <a:ext cx="525463" cy="550863"/>
            </a:xfrm>
            <a:prstGeom prst="straightConnector1">
              <a:avLst/>
            </a:prstGeom>
            <a:noFill/>
            <a:ln cap="flat" cmpd="sng" w="26975">
              <a:solidFill>
                <a:schemeClr val="dk1"/>
              </a:solidFill>
              <a:prstDash val="solid"/>
              <a:round/>
              <a:headEnd len="med" w="med" type="none"/>
              <a:tailEnd len="med" w="med" type="stealth"/>
            </a:ln>
          </p:spPr>
        </p:cxnSp>
        <p:sp>
          <p:nvSpPr>
            <p:cNvPr id="1388" name="Google Shape;1388;p42"/>
            <p:cNvSpPr/>
            <p:nvPr/>
          </p:nvSpPr>
          <p:spPr>
            <a:xfrm>
              <a:off x="3568700" y="4702175"/>
              <a:ext cx="419100" cy="315913"/>
            </a:xfrm>
            <a:prstGeom prst="rect">
              <a:avLst/>
            </a:prstGeom>
            <a:noFill/>
            <a:ln cap="flat" cmpd="sng" w="269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389" name="Google Shape;1389;p42"/>
            <p:cNvCxnSpPr/>
            <p:nvPr/>
          </p:nvCxnSpPr>
          <p:spPr>
            <a:xfrm rot="10800000">
              <a:off x="3159125" y="4724400"/>
              <a:ext cx="387350" cy="84138"/>
            </a:xfrm>
            <a:prstGeom prst="straightConnector1">
              <a:avLst/>
            </a:prstGeom>
            <a:noFill/>
            <a:ln cap="flat" cmpd="sng" w="26975">
              <a:solidFill>
                <a:schemeClr val="dk1"/>
              </a:solidFill>
              <a:prstDash val="solid"/>
              <a:round/>
              <a:headEnd len="med" w="med" type="stealth"/>
              <a:tailEnd len="med" w="med" type="none"/>
            </a:ln>
          </p:spPr>
        </p:cxnSp>
        <p:cxnSp>
          <p:nvCxnSpPr>
            <p:cNvPr id="1390" name="Google Shape;1390;p42"/>
            <p:cNvCxnSpPr/>
            <p:nvPr/>
          </p:nvCxnSpPr>
          <p:spPr>
            <a:xfrm flipH="1" rot="10800000">
              <a:off x="3916363" y="4040188"/>
              <a:ext cx="488950" cy="635000"/>
            </a:xfrm>
            <a:prstGeom prst="straightConnector1">
              <a:avLst/>
            </a:prstGeom>
            <a:noFill/>
            <a:ln cap="flat" cmpd="sng" w="26975">
              <a:solidFill>
                <a:schemeClr val="dk1"/>
              </a:solidFill>
              <a:prstDash val="solid"/>
              <a:round/>
              <a:headEnd len="med" w="med" type="stealth"/>
              <a:tailEnd len="med" w="med" type="none"/>
            </a:ln>
          </p:spPr>
        </p:cxnSp>
        <p:sp>
          <p:nvSpPr>
            <p:cNvPr id="1391" name="Google Shape;1391;p42"/>
            <p:cNvSpPr/>
            <p:nvPr/>
          </p:nvSpPr>
          <p:spPr>
            <a:xfrm>
              <a:off x="2492375" y="5502275"/>
              <a:ext cx="412750" cy="314325"/>
            </a:xfrm>
            <a:prstGeom prst="rect">
              <a:avLst/>
            </a:prstGeom>
            <a:noFill/>
            <a:ln cap="flat" cmpd="sng" w="269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392" name="Google Shape;1392;p42"/>
            <p:cNvCxnSpPr/>
            <p:nvPr/>
          </p:nvCxnSpPr>
          <p:spPr>
            <a:xfrm rot="10800000">
              <a:off x="2387600" y="5195888"/>
              <a:ext cx="201613" cy="277812"/>
            </a:xfrm>
            <a:prstGeom prst="straightConnector1">
              <a:avLst/>
            </a:prstGeom>
            <a:noFill/>
            <a:ln cap="flat" cmpd="sng" w="26975">
              <a:solidFill>
                <a:schemeClr val="dk1"/>
              </a:solidFill>
              <a:prstDash val="solid"/>
              <a:round/>
              <a:headEnd len="med" w="med" type="stealth"/>
              <a:tailEnd len="med" w="med" type="none"/>
            </a:ln>
          </p:spPr>
        </p:cxnSp>
        <p:cxnSp>
          <p:nvCxnSpPr>
            <p:cNvPr id="1393" name="Google Shape;1393;p42"/>
            <p:cNvCxnSpPr/>
            <p:nvPr/>
          </p:nvCxnSpPr>
          <p:spPr>
            <a:xfrm flipH="1" rot="10800000">
              <a:off x="2771775" y="4854575"/>
              <a:ext cx="90488" cy="619125"/>
            </a:xfrm>
            <a:prstGeom prst="straightConnector1">
              <a:avLst/>
            </a:prstGeom>
            <a:noFill/>
            <a:ln cap="flat" cmpd="sng" w="26975">
              <a:solidFill>
                <a:schemeClr val="dk1"/>
              </a:solidFill>
              <a:prstDash val="solid"/>
              <a:round/>
              <a:headEnd len="med" w="med" type="stealth"/>
              <a:tailEnd len="med" w="med" type="none"/>
            </a:ln>
          </p:spPr>
        </p:cxnSp>
        <p:sp>
          <p:nvSpPr>
            <p:cNvPr id="1394" name="Google Shape;1394;p42"/>
            <p:cNvSpPr/>
            <p:nvPr/>
          </p:nvSpPr>
          <p:spPr>
            <a:xfrm>
              <a:off x="3571875" y="5338763"/>
              <a:ext cx="419100" cy="315912"/>
            </a:xfrm>
            <a:prstGeom prst="rect">
              <a:avLst/>
            </a:prstGeom>
            <a:noFill/>
            <a:ln cap="flat" cmpd="sng" w="269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395" name="Google Shape;1395;p42"/>
            <p:cNvCxnSpPr/>
            <p:nvPr/>
          </p:nvCxnSpPr>
          <p:spPr>
            <a:xfrm flipH="1" rot="10800000">
              <a:off x="3778250" y="5032375"/>
              <a:ext cx="1588" cy="273050"/>
            </a:xfrm>
            <a:prstGeom prst="straightConnector1">
              <a:avLst/>
            </a:prstGeom>
            <a:noFill/>
            <a:ln cap="flat" cmpd="sng" w="26975">
              <a:solidFill>
                <a:schemeClr val="dk1"/>
              </a:solidFill>
              <a:prstDash val="solid"/>
              <a:round/>
              <a:headEnd len="med" w="med" type="stealth"/>
              <a:tailEnd len="med" w="med" type="none"/>
            </a:ln>
          </p:spPr>
        </p:cxnSp>
        <p:cxnSp>
          <p:nvCxnSpPr>
            <p:cNvPr id="1396" name="Google Shape;1396;p42"/>
            <p:cNvCxnSpPr/>
            <p:nvPr/>
          </p:nvCxnSpPr>
          <p:spPr>
            <a:xfrm>
              <a:off x="2919413" y="5540375"/>
              <a:ext cx="623887" cy="0"/>
            </a:xfrm>
            <a:prstGeom prst="straightConnector1">
              <a:avLst/>
            </a:prstGeom>
            <a:noFill/>
            <a:ln cap="flat" cmpd="sng" w="26975">
              <a:solidFill>
                <a:schemeClr val="dk1"/>
              </a:solidFill>
              <a:prstDash val="solid"/>
              <a:round/>
              <a:headEnd len="med" w="med" type="none"/>
              <a:tailEnd len="med" w="med" type="stealth"/>
            </a:ln>
          </p:spPr>
        </p:cxnSp>
        <p:sp>
          <p:nvSpPr>
            <p:cNvPr id="1397" name="Google Shape;1397;p42"/>
            <p:cNvSpPr/>
            <p:nvPr/>
          </p:nvSpPr>
          <p:spPr>
            <a:xfrm>
              <a:off x="4330700" y="5684838"/>
              <a:ext cx="423863" cy="306387"/>
            </a:xfrm>
            <a:prstGeom prst="rect">
              <a:avLst/>
            </a:prstGeom>
            <a:noFill/>
            <a:ln cap="flat" cmpd="sng" w="269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398" name="Google Shape;1398;p42"/>
            <p:cNvCxnSpPr/>
            <p:nvPr/>
          </p:nvCxnSpPr>
          <p:spPr>
            <a:xfrm flipH="1">
              <a:off x="4529138" y="4054475"/>
              <a:ext cx="12700" cy="1608138"/>
            </a:xfrm>
            <a:prstGeom prst="straightConnector1">
              <a:avLst/>
            </a:prstGeom>
            <a:noFill/>
            <a:ln cap="flat" cmpd="sng" w="26975">
              <a:solidFill>
                <a:schemeClr val="dk1"/>
              </a:solidFill>
              <a:prstDash val="solid"/>
              <a:round/>
              <a:headEnd len="med" w="med" type="none"/>
              <a:tailEnd len="med" w="med" type="stealth"/>
            </a:ln>
          </p:spPr>
        </p:cxnSp>
        <p:cxnSp>
          <p:nvCxnSpPr>
            <p:cNvPr id="1399" name="Google Shape;1399;p42"/>
            <p:cNvCxnSpPr/>
            <p:nvPr/>
          </p:nvCxnSpPr>
          <p:spPr>
            <a:xfrm flipH="1">
              <a:off x="4733925" y="4929188"/>
              <a:ext cx="476250" cy="706437"/>
            </a:xfrm>
            <a:prstGeom prst="straightConnector1">
              <a:avLst/>
            </a:prstGeom>
            <a:noFill/>
            <a:ln cap="flat" cmpd="sng" w="26975">
              <a:solidFill>
                <a:schemeClr val="dk1"/>
              </a:solidFill>
              <a:prstDash val="solid"/>
              <a:round/>
              <a:headEnd len="med" w="med" type="none"/>
              <a:tailEnd len="med" w="med" type="stealth"/>
            </a:ln>
          </p:spPr>
        </p:cxnSp>
        <p:cxnSp>
          <p:nvCxnSpPr>
            <p:cNvPr id="1400" name="Google Shape;1400;p42"/>
            <p:cNvCxnSpPr/>
            <p:nvPr/>
          </p:nvCxnSpPr>
          <p:spPr>
            <a:xfrm rot="10800000">
              <a:off x="4000500" y="5580063"/>
              <a:ext cx="296863" cy="104775"/>
            </a:xfrm>
            <a:prstGeom prst="straightConnector1">
              <a:avLst/>
            </a:prstGeom>
            <a:noFill/>
            <a:ln cap="flat" cmpd="sng" w="26975">
              <a:solidFill>
                <a:schemeClr val="dk1"/>
              </a:solidFill>
              <a:prstDash val="solid"/>
              <a:round/>
              <a:headEnd len="med" w="med" type="stealth"/>
              <a:tailEnd len="med" w="med" type="none"/>
            </a:ln>
          </p:spPr>
        </p:cxnSp>
        <p:sp>
          <p:nvSpPr>
            <p:cNvPr id="1401" name="Google Shape;1401;p42"/>
            <p:cNvSpPr/>
            <p:nvPr/>
          </p:nvSpPr>
          <p:spPr>
            <a:xfrm>
              <a:off x="6022975" y="4479925"/>
              <a:ext cx="25400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000">
                  <a:solidFill>
                    <a:schemeClr val="dk1"/>
                  </a:solidFill>
                  <a:latin typeface="Constantia"/>
                  <a:ea typeface="Constantia"/>
                  <a:cs typeface="Constantia"/>
                  <a:sym typeface="Constantia"/>
                </a:rPr>
                <a:t>B</a:t>
              </a:r>
              <a:endParaRPr sz="2400">
                <a:solidFill>
                  <a:schemeClr val="dk1"/>
                </a:solidFill>
                <a:latin typeface="Constantia"/>
                <a:ea typeface="Constantia"/>
                <a:cs typeface="Constantia"/>
                <a:sym typeface="Constantia"/>
              </a:endParaRPr>
            </a:p>
          </p:txBody>
        </p:sp>
        <p:sp>
          <p:nvSpPr>
            <p:cNvPr id="1402" name="Google Shape;1402;p42"/>
            <p:cNvSpPr/>
            <p:nvPr/>
          </p:nvSpPr>
          <p:spPr>
            <a:xfrm>
              <a:off x="6021388" y="1485900"/>
              <a:ext cx="25400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000">
                  <a:solidFill>
                    <a:schemeClr val="dk1"/>
                  </a:solidFill>
                  <a:latin typeface="Constantia"/>
                  <a:ea typeface="Constantia"/>
                  <a:cs typeface="Constantia"/>
                  <a:sym typeface="Constantia"/>
                </a:rPr>
                <a:t>A</a:t>
              </a:r>
              <a:endParaRPr sz="2400">
                <a:solidFill>
                  <a:schemeClr val="dk1"/>
                </a:solidFill>
                <a:latin typeface="Constantia"/>
                <a:ea typeface="Constantia"/>
                <a:cs typeface="Constantia"/>
                <a:sym typeface="Constantia"/>
              </a:endParaRPr>
            </a:p>
          </p:txBody>
        </p:sp>
        <p:grpSp>
          <p:nvGrpSpPr>
            <p:cNvPr id="1403" name="Google Shape;1403;p42"/>
            <p:cNvGrpSpPr/>
            <p:nvPr/>
          </p:nvGrpSpPr>
          <p:grpSpPr>
            <a:xfrm>
              <a:off x="6937375" y="1257300"/>
              <a:ext cx="1612900" cy="1254125"/>
              <a:chOff x="4464" y="842"/>
              <a:chExt cx="983" cy="790"/>
            </a:xfrm>
          </p:grpSpPr>
          <p:sp>
            <p:nvSpPr>
              <p:cNvPr id="1404" name="Google Shape;1404;p42"/>
              <p:cNvSpPr/>
              <p:nvPr/>
            </p:nvSpPr>
            <p:spPr>
              <a:xfrm>
                <a:off x="4464" y="1028"/>
                <a:ext cx="983" cy="604"/>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405" name="Google Shape;1405;p42"/>
              <p:cNvSpPr/>
              <p:nvPr/>
            </p:nvSpPr>
            <p:spPr>
              <a:xfrm>
                <a:off x="4464" y="842"/>
                <a:ext cx="394" cy="186"/>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1406" name="Google Shape;1406;p42"/>
            <p:cNvSpPr/>
            <p:nvPr/>
          </p:nvSpPr>
          <p:spPr>
            <a:xfrm>
              <a:off x="7075488" y="1716088"/>
              <a:ext cx="1150507" cy="338554"/>
            </a:xfrm>
            <a:prstGeom prst="rect">
              <a:avLst/>
            </a:prstGeom>
            <a:solidFill>
              <a:srgbClr val="FFFFCC"/>
            </a:solid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2200">
                  <a:solidFill>
                    <a:schemeClr val="dk1"/>
                  </a:solidFill>
                  <a:latin typeface="Constantia"/>
                  <a:ea typeface="Constantia"/>
                  <a:cs typeface="Constantia"/>
                  <a:sym typeface="Constantia"/>
                </a:rPr>
                <a:t>Package A</a:t>
              </a:r>
              <a:endParaRPr sz="2400">
                <a:solidFill>
                  <a:schemeClr val="dk1"/>
                </a:solidFill>
                <a:latin typeface="Constantia"/>
                <a:ea typeface="Constantia"/>
                <a:cs typeface="Constantia"/>
                <a:sym typeface="Constantia"/>
              </a:endParaRPr>
            </a:p>
          </p:txBody>
        </p:sp>
        <p:grpSp>
          <p:nvGrpSpPr>
            <p:cNvPr id="1407" name="Google Shape;1407;p42"/>
            <p:cNvGrpSpPr/>
            <p:nvPr/>
          </p:nvGrpSpPr>
          <p:grpSpPr>
            <a:xfrm>
              <a:off x="6934200" y="4244975"/>
              <a:ext cx="1612900" cy="1254125"/>
              <a:chOff x="4464" y="842"/>
              <a:chExt cx="983" cy="790"/>
            </a:xfrm>
          </p:grpSpPr>
          <p:sp>
            <p:nvSpPr>
              <p:cNvPr id="1408" name="Google Shape;1408;p42"/>
              <p:cNvSpPr/>
              <p:nvPr/>
            </p:nvSpPr>
            <p:spPr>
              <a:xfrm>
                <a:off x="4464" y="1028"/>
                <a:ext cx="983" cy="604"/>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409" name="Google Shape;1409;p42"/>
              <p:cNvSpPr/>
              <p:nvPr/>
            </p:nvSpPr>
            <p:spPr>
              <a:xfrm>
                <a:off x="4464" y="842"/>
                <a:ext cx="394" cy="186"/>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1410" name="Google Shape;1410;p42"/>
            <p:cNvSpPr/>
            <p:nvPr/>
          </p:nvSpPr>
          <p:spPr>
            <a:xfrm>
              <a:off x="7072313" y="4703763"/>
              <a:ext cx="1140890" cy="338554"/>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2200">
                  <a:solidFill>
                    <a:schemeClr val="dk1"/>
                  </a:solidFill>
                  <a:latin typeface="Constantia"/>
                  <a:ea typeface="Constantia"/>
                  <a:cs typeface="Constantia"/>
                  <a:sym typeface="Constantia"/>
                </a:rPr>
                <a:t>Package B</a:t>
              </a:r>
              <a:endParaRPr sz="2400">
                <a:solidFill>
                  <a:schemeClr val="dk1"/>
                </a:solidFill>
                <a:latin typeface="Constantia"/>
                <a:ea typeface="Constantia"/>
                <a:cs typeface="Constantia"/>
                <a:sym typeface="Constantia"/>
              </a:endParaRPr>
            </a:p>
          </p:txBody>
        </p:sp>
        <p:cxnSp>
          <p:nvCxnSpPr>
            <p:cNvPr id="1411" name="Google Shape;1411;p42"/>
            <p:cNvCxnSpPr/>
            <p:nvPr/>
          </p:nvCxnSpPr>
          <p:spPr>
            <a:xfrm>
              <a:off x="7848600" y="2555875"/>
              <a:ext cx="0" cy="1968500"/>
            </a:xfrm>
            <a:prstGeom prst="straightConnector1">
              <a:avLst/>
            </a:prstGeom>
            <a:noFill/>
            <a:ln cap="flat" cmpd="sng" w="28575">
              <a:solidFill>
                <a:schemeClr val="dk1"/>
              </a:solidFill>
              <a:prstDash val="lgDash"/>
              <a:round/>
              <a:headEnd len="sm" w="sm" type="none"/>
              <a:tailEnd len="med" w="med" type="stealth"/>
            </a:ln>
          </p:spPr>
        </p:cxnSp>
        <p:sp>
          <p:nvSpPr>
            <p:cNvPr id="1412" name="Google Shape;1412;p42"/>
            <p:cNvSpPr/>
            <p:nvPr/>
          </p:nvSpPr>
          <p:spPr>
            <a:xfrm>
              <a:off x="520700" y="3314700"/>
              <a:ext cx="8128000" cy="114300"/>
            </a:xfrm>
            <a:prstGeom prst="rect">
              <a:avLst/>
            </a:prstGeom>
            <a:solidFill>
              <a:srgbClr val="CCECFF">
                <a:alpha val="49803"/>
              </a:srgbClr>
            </a:solidFill>
            <a:ln>
              <a:noFill/>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413" name="Google Shape;1413;p42"/>
            <p:cNvCxnSpPr/>
            <p:nvPr/>
          </p:nvCxnSpPr>
          <p:spPr>
            <a:xfrm>
              <a:off x="546100" y="3371850"/>
              <a:ext cx="8064500" cy="0"/>
            </a:xfrm>
            <a:prstGeom prst="straightConnector1">
              <a:avLst/>
            </a:prstGeom>
            <a:noFill/>
            <a:ln cap="flat" cmpd="sng" w="57150">
              <a:solidFill>
                <a:srgbClr val="00CCFF"/>
              </a:solidFill>
              <a:prstDash val="dash"/>
              <a:round/>
              <a:headEnd len="med" w="med" type="none"/>
              <a:tailEnd len="med" w="med" type="none"/>
            </a:ln>
          </p:spPr>
        </p:cxnSp>
        <p:sp>
          <p:nvSpPr>
            <p:cNvPr id="1414" name="Google Shape;1414;p42"/>
            <p:cNvSpPr txBox="1"/>
            <p:nvPr/>
          </p:nvSpPr>
          <p:spPr>
            <a:xfrm>
              <a:off x="952500" y="1447800"/>
              <a:ext cx="381000" cy="290513"/>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1</a:t>
              </a:r>
              <a:endParaRPr/>
            </a:p>
          </p:txBody>
        </p:sp>
        <p:sp>
          <p:nvSpPr>
            <p:cNvPr id="1415" name="Google Shape;1415;p42"/>
            <p:cNvSpPr txBox="1"/>
            <p:nvPr/>
          </p:nvSpPr>
          <p:spPr>
            <a:xfrm>
              <a:off x="2908300" y="2679700"/>
              <a:ext cx="381000" cy="290513"/>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8</a:t>
              </a:r>
              <a:endParaRPr/>
            </a:p>
          </p:txBody>
        </p:sp>
        <p:sp>
          <p:nvSpPr>
            <p:cNvPr id="1416" name="Google Shape;1416;p42"/>
            <p:cNvSpPr txBox="1"/>
            <p:nvPr/>
          </p:nvSpPr>
          <p:spPr>
            <a:xfrm>
              <a:off x="2082800" y="2781300"/>
              <a:ext cx="381000" cy="290513"/>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7</a:t>
              </a:r>
              <a:endParaRPr/>
            </a:p>
          </p:txBody>
        </p:sp>
        <p:sp>
          <p:nvSpPr>
            <p:cNvPr id="1417" name="Google Shape;1417;p42"/>
            <p:cNvSpPr txBox="1"/>
            <p:nvPr/>
          </p:nvSpPr>
          <p:spPr>
            <a:xfrm>
              <a:off x="1219200" y="2324100"/>
              <a:ext cx="381000" cy="290513"/>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6</a:t>
              </a:r>
              <a:endParaRPr/>
            </a:p>
          </p:txBody>
        </p:sp>
        <p:sp>
          <p:nvSpPr>
            <p:cNvPr id="1418" name="Google Shape;1418;p42"/>
            <p:cNvSpPr txBox="1"/>
            <p:nvPr/>
          </p:nvSpPr>
          <p:spPr>
            <a:xfrm>
              <a:off x="3670300" y="1803400"/>
              <a:ext cx="381000" cy="290513"/>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5</a:t>
              </a:r>
              <a:endParaRPr/>
            </a:p>
          </p:txBody>
        </p:sp>
        <p:sp>
          <p:nvSpPr>
            <p:cNvPr id="1419" name="Google Shape;1419;p42"/>
            <p:cNvSpPr txBox="1"/>
            <p:nvPr/>
          </p:nvSpPr>
          <p:spPr>
            <a:xfrm>
              <a:off x="2603500" y="1790700"/>
              <a:ext cx="381000" cy="290513"/>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4</a:t>
              </a:r>
              <a:endParaRPr/>
            </a:p>
          </p:txBody>
        </p:sp>
        <p:sp>
          <p:nvSpPr>
            <p:cNvPr id="1420" name="Google Shape;1420;p42"/>
            <p:cNvSpPr txBox="1"/>
            <p:nvPr/>
          </p:nvSpPr>
          <p:spPr>
            <a:xfrm>
              <a:off x="3162300" y="1003300"/>
              <a:ext cx="381000" cy="290513"/>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3</a:t>
              </a:r>
              <a:endParaRPr/>
            </a:p>
          </p:txBody>
        </p:sp>
        <p:sp>
          <p:nvSpPr>
            <p:cNvPr id="1421" name="Google Shape;1421;p42"/>
            <p:cNvSpPr txBox="1"/>
            <p:nvPr/>
          </p:nvSpPr>
          <p:spPr>
            <a:xfrm>
              <a:off x="1638300" y="1612900"/>
              <a:ext cx="381000" cy="290513"/>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2</a:t>
              </a:r>
              <a:endParaRPr/>
            </a:p>
          </p:txBody>
        </p:sp>
        <p:sp>
          <p:nvSpPr>
            <p:cNvPr id="1422" name="Google Shape;1422;p42"/>
            <p:cNvSpPr txBox="1"/>
            <p:nvPr/>
          </p:nvSpPr>
          <p:spPr>
            <a:xfrm>
              <a:off x="4343400" y="3733800"/>
              <a:ext cx="584200" cy="290513"/>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14</a:t>
              </a:r>
              <a:endParaRPr/>
            </a:p>
          </p:txBody>
        </p:sp>
        <p:sp>
          <p:nvSpPr>
            <p:cNvPr id="1423" name="Google Shape;1423;p42"/>
            <p:cNvSpPr txBox="1"/>
            <p:nvPr/>
          </p:nvSpPr>
          <p:spPr>
            <a:xfrm>
              <a:off x="3606800" y="4711700"/>
              <a:ext cx="508000" cy="290513"/>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13</a:t>
              </a:r>
              <a:endParaRPr/>
            </a:p>
          </p:txBody>
        </p:sp>
        <p:sp>
          <p:nvSpPr>
            <p:cNvPr id="1424" name="Google Shape;1424;p42"/>
            <p:cNvSpPr txBox="1"/>
            <p:nvPr/>
          </p:nvSpPr>
          <p:spPr>
            <a:xfrm>
              <a:off x="2743200" y="4521200"/>
              <a:ext cx="457200" cy="290513"/>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12</a:t>
              </a:r>
              <a:endParaRPr/>
            </a:p>
          </p:txBody>
        </p:sp>
        <p:sp>
          <p:nvSpPr>
            <p:cNvPr id="1425" name="Google Shape;1425;p42"/>
            <p:cNvSpPr txBox="1"/>
            <p:nvPr/>
          </p:nvSpPr>
          <p:spPr>
            <a:xfrm>
              <a:off x="1993900" y="4889500"/>
              <a:ext cx="457200" cy="290513"/>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11</a:t>
              </a:r>
              <a:endParaRPr/>
            </a:p>
          </p:txBody>
        </p:sp>
        <p:sp>
          <p:nvSpPr>
            <p:cNvPr id="1426" name="Google Shape;1426;p42"/>
            <p:cNvSpPr txBox="1"/>
            <p:nvPr/>
          </p:nvSpPr>
          <p:spPr>
            <a:xfrm>
              <a:off x="1219200" y="4800600"/>
              <a:ext cx="520700" cy="290513"/>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10</a:t>
              </a:r>
              <a:endParaRPr/>
            </a:p>
          </p:txBody>
        </p:sp>
        <p:sp>
          <p:nvSpPr>
            <p:cNvPr id="1427" name="Google Shape;1427;p42"/>
            <p:cNvSpPr txBox="1"/>
            <p:nvPr/>
          </p:nvSpPr>
          <p:spPr>
            <a:xfrm>
              <a:off x="863600" y="4102100"/>
              <a:ext cx="381000" cy="290513"/>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9</a:t>
              </a:r>
              <a:endParaRPr/>
            </a:p>
          </p:txBody>
        </p:sp>
        <p:sp>
          <p:nvSpPr>
            <p:cNvPr id="1428" name="Google Shape;1428;p42"/>
            <p:cNvSpPr txBox="1"/>
            <p:nvPr/>
          </p:nvSpPr>
          <p:spPr>
            <a:xfrm>
              <a:off x="1435100" y="5511800"/>
              <a:ext cx="546100" cy="290513"/>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16</a:t>
              </a:r>
              <a:endParaRPr/>
            </a:p>
          </p:txBody>
        </p:sp>
        <p:sp>
          <p:nvSpPr>
            <p:cNvPr id="1429" name="Google Shape;1429;p42"/>
            <p:cNvSpPr txBox="1"/>
            <p:nvPr/>
          </p:nvSpPr>
          <p:spPr>
            <a:xfrm>
              <a:off x="2489200" y="5524500"/>
              <a:ext cx="584200" cy="290513"/>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17</a:t>
              </a:r>
              <a:endParaRPr/>
            </a:p>
          </p:txBody>
        </p:sp>
        <p:sp>
          <p:nvSpPr>
            <p:cNvPr id="1430" name="Google Shape;1430;p42"/>
            <p:cNvSpPr txBox="1"/>
            <p:nvPr/>
          </p:nvSpPr>
          <p:spPr>
            <a:xfrm>
              <a:off x="3556000" y="5359400"/>
              <a:ext cx="571500" cy="290513"/>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18</a:t>
              </a:r>
              <a:endParaRPr/>
            </a:p>
          </p:txBody>
        </p:sp>
        <p:sp>
          <p:nvSpPr>
            <p:cNvPr id="1431" name="Google Shape;1431;p42"/>
            <p:cNvSpPr txBox="1"/>
            <p:nvPr/>
          </p:nvSpPr>
          <p:spPr>
            <a:xfrm>
              <a:off x="4318000" y="5702300"/>
              <a:ext cx="571500" cy="290513"/>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19</a:t>
              </a:r>
              <a:endParaRPr/>
            </a:p>
          </p:txBody>
        </p:sp>
        <p:sp>
          <p:nvSpPr>
            <p:cNvPr id="1432" name="Google Shape;1432;p42"/>
            <p:cNvSpPr txBox="1"/>
            <p:nvPr/>
          </p:nvSpPr>
          <p:spPr>
            <a:xfrm>
              <a:off x="5041900" y="4610100"/>
              <a:ext cx="635000" cy="290513"/>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15</a:t>
              </a:r>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6" name="Shape 1436"/>
        <p:cNvGrpSpPr/>
        <p:nvPr/>
      </p:nvGrpSpPr>
      <p:grpSpPr>
        <a:xfrm>
          <a:off x="0" y="0"/>
          <a:ext cx="0" cy="0"/>
          <a:chOff x="0" y="0"/>
          <a:chExt cx="0" cy="0"/>
        </a:xfrm>
      </p:grpSpPr>
      <p:sp>
        <p:nvSpPr>
          <p:cNvPr id="1437" name="Google Shape;1437;p43"/>
          <p:cNvSpPr txBox="1"/>
          <p:nvPr>
            <p:ph type="title"/>
          </p:nvPr>
        </p:nvSpPr>
        <p:spPr>
          <a:xfrm>
            <a:off x="457200" y="704088"/>
            <a:ext cx="8229600" cy="8961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Ví dụ: Ngữ cảnh tầng ứng dụng</a:t>
            </a:r>
            <a:endParaRPr/>
          </a:p>
        </p:txBody>
      </p:sp>
      <p:sp>
        <p:nvSpPr>
          <p:cNvPr id="1438" name="Google Shape;1438;p4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1439" name="Google Shape;1439;p43"/>
          <p:cNvGrpSpPr/>
          <p:nvPr/>
        </p:nvGrpSpPr>
        <p:grpSpPr>
          <a:xfrm>
            <a:off x="457200" y="1676401"/>
            <a:ext cx="8229600" cy="4648200"/>
            <a:chOff x="317500" y="914400"/>
            <a:chExt cx="8443913" cy="5181600"/>
          </a:xfrm>
        </p:grpSpPr>
        <p:sp>
          <p:nvSpPr>
            <p:cNvPr id="1440" name="Google Shape;1440;p43"/>
            <p:cNvSpPr/>
            <p:nvPr/>
          </p:nvSpPr>
          <p:spPr>
            <a:xfrm>
              <a:off x="317500" y="3159125"/>
              <a:ext cx="6781800" cy="2936875"/>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nstantia"/>
                <a:ea typeface="Constantia"/>
                <a:cs typeface="Constantia"/>
                <a:sym typeface="Constantia"/>
              </a:endParaRPr>
            </a:p>
          </p:txBody>
        </p:sp>
        <p:sp>
          <p:nvSpPr>
            <p:cNvPr id="1441" name="Google Shape;1441;p43"/>
            <p:cNvSpPr/>
            <p:nvPr/>
          </p:nvSpPr>
          <p:spPr>
            <a:xfrm>
              <a:off x="317500" y="2679700"/>
              <a:ext cx="1400175" cy="479425"/>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nstantia"/>
                <a:ea typeface="Constantia"/>
                <a:cs typeface="Constantia"/>
                <a:sym typeface="Constantia"/>
              </a:endParaRPr>
            </a:p>
          </p:txBody>
        </p:sp>
        <p:grpSp>
          <p:nvGrpSpPr>
            <p:cNvPr id="1442" name="Google Shape;1442;p43"/>
            <p:cNvGrpSpPr/>
            <p:nvPr/>
          </p:nvGrpSpPr>
          <p:grpSpPr>
            <a:xfrm>
              <a:off x="3914775" y="4130678"/>
              <a:ext cx="2968625" cy="1676401"/>
              <a:chOff x="2658" y="2602"/>
              <a:chExt cx="1870" cy="1056"/>
            </a:xfrm>
          </p:grpSpPr>
          <p:sp>
            <p:nvSpPr>
              <p:cNvPr id="1443" name="Google Shape;1443;p43"/>
              <p:cNvSpPr/>
              <p:nvPr/>
            </p:nvSpPr>
            <p:spPr>
              <a:xfrm>
                <a:off x="2658" y="2721"/>
                <a:ext cx="1870" cy="937"/>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nstantia"/>
                  <a:ea typeface="Constantia"/>
                  <a:cs typeface="Constantia"/>
                  <a:sym typeface="Constantia"/>
                </a:endParaRPr>
              </a:p>
            </p:txBody>
          </p:sp>
          <p:sp>
            <p:nvSpPr>
              <p:cNvPr id="1444" name="Google Shape;1444;p43"/>
              <p:cNvSpPr/>
              <p:nvPr/>
            </p:nvSpPr>
            <p:spPr>
              <a:xfrm>
                <a:off x="2658" y="2602"/>
                <a:ext cx="750" cy="119"/>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nstantia"/>
                  <a:ea typeface="Constantia"/>
                  <a:cs typeface="Constantia"/>
                  <a:sym typeface="Constantia"/>
                </a:endParaRPr>
              </a:p>
            </p:txBody>
          </p:sp>
          <p:sp>
            <p:nvSpPr>
              <p:cNvPr id="1445" name="Google Shape;1445;p43"/>
              <p:cNvSpPr/>
              <p:nvPr/>
            </p:nvSpPr>
            <p:spPr>
              <a:xfrm>
                <a:off x="3347" y="2735"/>
                <a:ext cx="371" cy="13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400">
                    <a:solidFill>
                      <a:schemeClr val="dk1"/>
                    </a:solidFill>
                    <a:latin typeface="Constantia"/>
                    <a:ea typeface="Constantia"/>
                    <a:cs typeface="Constantia"/>
                    <a:sym typeface="Constantia"/>
                  </a:rPr>
                  <a:t>Security</a:t>
                </a:r>
                <a:endParaRPr sz="2000">
                  <a:solidFill>
                    <a:schemeClr val="dk1"/>
                  </a:solidFill>
                  <a:latin typeface="Arial"/>
                  <a:ea typeface="Arial"/>
                  <a:cs typeface="Arial"/>
                  <a:sym typeface="Arial"/>
                </a:endParaRPr>
              </a:p>
            </p:txBody>
          </p:sp>
          <p:sp>
            <p:nvSpPr>
              <p:cNvPr id="1446" name="Google Shape;1446;p43"/>
              <p:cNvSpPr/>
              <p:nvPr/>
            </p:nvSpPr>
            <p:spPr>
              <a:xfrm>
                <a:off x="3688" y="3169"/>
                <a:ext cx="761" cy="411"/>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nstantia"/>
                  <a:ea typeface="Constantia"/>
                  <a:cs typeface="Constantia"/>
                  <a:sym typeface="Constantia"/>
                </a:endParaRPr>
              </a:p>
            </p:txBody>
          </p:sp>
          <p:sp>
            <p:nvSpPr>
              <p:cNvPr id="1447" name="Google Shape;1447;p43"/>
              <p:cNvSpPr/>
              <p:nvPr/>
            </p:nvSpPr>
            <p:spPr>
              <a:xfrm>
                <a:off x="3688" y="3049"/>
                <a:ext cx="277" cy="120"/>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nstantia"/>
                  <a:ea typeface="Constantia"/>
                  <a:cs typeface="Constantia"/>
                  <a:sym typeface="Constantia"/>
                </a:endParaRPr>
              </a:p>
            </p:txBody>
          </p:sp>
          <p:sp>
            <p:nvSpPr>
              <p:cNvPr id="1448" name="Google Shape;1448;p43"/>
              <p:cNvSpPr/>
              <p:nvPr/>
            </p:nvSpPr>
            <p:spPr>
              <a:xfrm>
                <a:off x="3709" y="3190"/>
                <a:ext cx="717" cy="13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400">
                    <a:solidFill>
                      <a:schemeClr val="dk1"/>
                    </a:solidFill>
                    <a:latin typeface="Constantia"/>
                    <a:ea typeface="Constantia"/>
                    <a:cs typeface="Constantia"/>
                    <a:sym typeface="Constantia"/>
                  </a:rPr>
                  <a:t>GUI Framework</a:t>
                </a:r>
                <a:endParaRPr sz="2000">
                  <a:solidFill>
                    <a:schemeClr val="dk1"/>
                  </a:solidFill>
                  <a:latin typeface="Arial"/>
                  <a:ea typeface="Arial"/>
                  <a:cs typeface="Arial"/>
                  <a:sym typeface="Arial"/>
                </a:endParaRPr>
              </a:p>
            </p:txBody>
          </p:sp>
          <p:sp>
            <p:nvSpPr>
              <p:cNvPr id="1449" name="Google Shape;1449;p43"/>
              <p:cNvSpPr/>
              <p:nvPr/>
            </p:nvSpPr>
            <p:spPr>
              <a:xfrm>
                <a:off x="2742" y="3156"/>
                <a:ext cx="816" cy="409"/>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nstantia"/>
                  <a:ea typeface="Constantia"/>
                  <a:cs typeface="Constantia"/>
                  <a:sym typeface="Constantia"/>
                </a:endParaRPr>
              </a:p>
            </p:txBody>
          </p:sp>
          <p:sp>
            <p:nvSpPr>
              <p:cNvPr id="1450" name="Google Shape;1450;p43"/>
              <p:cNvSpPr/>
              <p:nvPr/>
            </p:nvSpPr>
            <p:spPr>
              <a:xfrm>
                <a:off x="2742" y="3037"/>
                <a:ext cx="332" cy="119"/>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nstantia"/>
                  <a:ea typeface="Constantia"/>
                  <a:cs typeface="Constantia"/>
                  <a:sym typeface="Constantia"/>
                </a:endParaRPr>
              </a:p>
            </p:txBody>
          </p:sp>
          <p:sp>
            <p:nvSpPr>
              <p:cNvPr id="1451" name="Google Shape;1451;p43"/>
              <p:cNvSpPr/>
              <p:nvPr/>
            </p:nvSpPr>
            <p:spPr>
              <a:xfrm>
                <a:off x="2767" y="3177"/>
                <a:ext cx="790" cy="13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400">
                    <a:solidFill>
                      <a:schemeClr val="dk1"/>
                    </a:solidFill>
                    <a:latin typeface="Constantia"/>
                    <a:ea typeface="Constantia"/>
                    <a:cs typeface="Constantia"/>
                    <a:sym typeface="Constantia"/>
                  </a:rPr>
                  <a:t>Secure Interfaces</a:t>
                </a:r>
                <a:endParaRPr sz="2000">
                  <a:solidFill>
                    <a:schemeClr val="dk1"/>
                  </a:solidFill>
                  <a:latin typeface="Arial"/>
                  <a:ea typeface="Arial"/>
                  <a:cs typeface="Arial"/>
                  <a:sym typeface="Arial"/>
                </a:endParaRPr>
              </a:p>
            </p:txBody>
          </p:sp>
        </p:grpSp>
        <p:sp>
          <p:nvSpPr>
            <p:cNvPr id="1452" name="Google Shape;1452;p43"/>
            <p:cNvSpPr/>
            <p:nvPr/>
          </p:nvSpPr>
          <p:spPr>
            <a:xfrm>
              <a:off x="7721600" y="1335088"/>
              <a:ext cx="1039813" cy="611187"/>
            </a:xfrm>
            <a:prstGeom prst="rect">
              <a:avLst/>
            </a:prstGeom>
            <a:noFill/>
            <a:ln cap="flat" cmpd="sng" w="19050">
              <a:solidFill>
                <a:srgbClr val="00CC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453" name="Google Shape;1453;p43"/>
            <p:cNvSpPr/>
            <p:nvPr/>
          </p:nvSpPr>
          <p:spPr>
            <a:xfrm>
              <a:off x="7721600" y="1155700"/>
              <a:ext cx="411163" cy="179388"/>
            </a:xfrm>
            <a:prstGeom prst="rect">
              <a:avLst/>
            </a:prstGeom>
            <a:noFill/>
            <a:ln cap="flat" cmpd="sng" w="19050">
              <a:solidFill>
                <a:srgbClr val="00CC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454" name="Google Shape;1454;p43"/>
            <p:cNvSpPr/>
            <p:nvPr/>
          </p:nvSpPr>
          <p:spPr>
            <a:xfrm>
              <a:off x="7861300" y="1524000"/>
              <a:ext cx="808038"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CCFF"/>
                  </a:solidFill>
                  <a:latin typeface="Constantia"/>
                  <a:ea typeface="Constantia"/>
                  <a:cs typeface="Constantia"/>
                  <a:sym typeface="Constantia"/>
                </a:rPr>
                <a:t>Application</a:t>
              </a:r>
              <a:endParaRPr sz="1300">
                <a:solidFill>
                  <a:srgbClr val="00CCFF"/>
                </a:solidFill>
                <a:latin typeface="Arial"/>
                <a:ea typeface="Arial"/>
                <a:cs typeface="Arial"/>
                <a:sym typeface="Arial"/>
              </a:endParaRPr>
            </a:p>
          </p:txBody>
        </p:sp>
        <p:sp>
          <p:nvSpPr>
            <p:cNvPr id="1455" name="Google Shape;1455;p43"/>
            <p:cNvSpPr/>
            <p:nvPr/>
          </p:nvSpPr>
          <p:spPr>
            <a:xfrm>
              <a:off x="7915275" y="1355725"/>
              <a:ext cx="746125"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CCFF"/>
                  </a:solidFill>
                  <a:latin typeface="Constantia"/>
                  <a:ea typeface="Constantia"/>
                  <a:cs typeface="Constantia"/>
                  <a:sym typeface="Constantia"/>
                </a:rPr>
                <a:t>&lt;&lt;layer&gt;&gt;</a:t>
              </a:r>
              <a:endParaRPr sz="1300">
                <a:solidFill>
                  <a:srgbClr val="00CCFF"/>
                </a:solidFill>
                <a:latin typeface="Arial"/>
                <a:ea typeface="Arial"/>
                <a:cs typeface="Arial"/>
                <a:sym typeface="Arial"/>
              </a:endParaRPr>
            </a:p>
          </p:txBody>
        </p:sp>
        <p:sp>
          <p:nvSpPr>
            <p:cNvPr id="1456" name="Google Shape;1456;p43"/>
            <p:cNvSpPr/>
            <p:nvPr/>
          </p:nvSpPr>
          <p:spPr>
            <a:xfrm>
              <a:off x="7721600" y="2790825"/>
              <a:ext cx="1039813" cy="612775"/>
            </a:xfrm>
            <a:prstGeom prst="rect">
              <a:avLst/>
            </a:prstGeom>
            <a:noFill/>
            <a:ln cap="flat" cmpd="sng" w="19050">
              <a:solidFill>
                <a:srgbClr val="00CC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457" name="Google Shape;1457;p43"/>
            <p:cNvSpPr/>
            <p:nvPr/>
          </p:nvSpPr>
          <p:spPr>
            <a:xfrm>
              <a:off x="7721600" y="2611438"/>
              <a:ext cx="411163" cy="179387"/>
            </a:xfrm>
            <a:prstGeom prst="rect">
              <a:avLst/>
            </a:prstGeom>
            <a:noFill/>
            <a:ln cap="flat" cmpd="sng" w="19050">
              <a:solidFill>
                <a:srgbClr val="00CC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458" name="Google Shape;1458;p43"/>
            <p:cNvSpPr/>
            <p:nvPr/>
          </p:nvSpPr>
          <p:spPr>
            <a:xfrm>
              <a:off x="7926388" y="2981325"/>
              <a:ext cx="715962"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CCFF"/>
                  </a:solidFill>
                  <a:latin typeface="Constantia"/>
                  <a:ea typeface="Constantia"/>
                  <a:cs typeface="Constantia"/>
                  <a:sym typeface="Constantia"/>
                </a:rPr>
                <a:t>Business </a:t>
              </a:r>
              <a:endParaRPr sz="1300">
                <a:solidFill>
                  <a:srgbClr val="00CCFF"/>
                </a:solidFill>
                <a:latin typeface="Arial"/>
                <a:ea typeface="Arial"/>
                <a:cs typeface="Arial"/>
                <a:sym typeface="Arial"/>
              </a:endParaRPr>
            </a:p>
          </p:txBody>
        </p:sp>
        <p:sp>
          <p:nvSpPr>
            <p:cNvPr id="1459" name="Google Shape;1459;p43"/>
            <p:cNvSpPr/>
            <p:nvPr/>
          </p:nvSpPr>
          <p:spPr>
            <a:xfrm>
              <a:off x="7981950" y="3149600"/>
              <a:ext cx="633413"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CCFF"/>
                  </a:solidFill>
                  <a:latin typeface="Constantia"/>
                  <a:ea typeface="Constantia"/>
                  <a:cs typeface="Constantia"/>
                  <a:sym typeface="Constantia"/>
                </a:rPr>
                <a:t>Services</a:t>
              </a:r>
              <a:endParaRPr sz="1300">
                <a:solidFill>
                  <a:srgbClr val="00CCFF"/>
                </a:solidFill>
                <a:latin typeface="Arial"/>
                <a:ea typeface="Arial"/>
                <a:cs typeface="Arial"/>
                <a:sym typeface="Arial"/>
              </a:endParaRPr>
            </a:p>
          </p:txBody>
        </p:sp>
        <p:sp>
          <p:nvSpPr>
            <p:cNvPr id="1460" name="Google Shape;1460;p43"/>
            <p:cNvSpPr/>
            <p:nvPr/>
          </p:nvSpPr>
          <p:spPr>
            <a:xfrm>
              <a:off x="7915275" y="2814638"/>
              <a:ext cx="746125" cy="19843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00CCFF"/>
                  </a:solidFill>
                  <a:latin typeface="Constantia"/>
                  <a:ea typeface="Constantia"/>
                  <a:cs typeface="Constantia"/>
                  <a:sym typeface="Constantia"/>
                </a:rPr>
                <a:t>&lt;&lt;layer&gt;&gt;</a:t>
              </a:r>
              <a:endParaRPr sz="1300">
                <a:solidFill>
                  <a:srgbClr val="00CCFF"/>
                </a:solidFill>
                <a:latin typeface="Arial"/>
                <a:ea typeface="Arial"/>
                <a:cs typeface="Arial"/>
                <a:sym typeface="Arial"/>
              </a:endParaRPr>
            </a:p>
          </p:txBody>
        </p:sp>
        <p:cxnSp>
          <p:nvCxnSpPr>
            <p:cNvPr id="1461" name="Google Shape;1461;p43"/>
            <p:cNvCxnSpPr/>
            <p:nvPr/>
          </p:nvCxnSpPr>
          <p:spPr>
            <a:xfrm>
              <a:off x="8291513" y="1946275"/>
              <a:ext cx="1587" cy="754063"/>
            </a:xfrm>
            <a:prstGeom prst="straightConnector1">
              <a:avLst/>
            </a:prstGeom>
            <a:noFill/>
            <a:ln cap="flat" cmpd="sng" w="28575">
              <a:solidFill>
                <a:srgbClr val="00CCFF"/>
              </a:solidFill>
              <a:prstDash val="lgDash"/>
              <a:round/>
              <a:headEnd len="med" w="med" type="none"/>
              <a:tailEnd len="lg" w="lg" type="stealth"/>
            </a:ln>
          </p:spPr>
        </p:cxnSp>
        <p:sp>
          <p:nvSpPr>
            <p:cNvPr id="1462" name="Google Shape;1462;p43"/>
            <p:cNvSpPr/>
            <p:nvPr/>
          </p:nvSpPr>
          <p:spPr>
            <a:xfrm>
              <a:off x="6261100" y="1981200"/>
              <a:ext cx="1276350" cy="630238"/>
            </a:xfrm>
            <a:prstGeom prst="leftRightArrow">
              <a:avLst>
                <a:gd fmla="val 50130" name="adj1"/>
                <a:gd fmla="val 49870" name="adj2"/>
              </a:avLst>
            </a:prstGeom>
            <a:solidFill>
              <a:schemeClr val="hlink"/>
            </a:solidFill>
            <a:ln cap="flat" cmpd="sng" w="952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463" name="Google Shape;1463;p43"/>
            <p:cNvSpPr/>
            <p:nvPr/>
          </p:nvSpPr>
          <p:spPr>
            <a:xfrm>
              <a:off x="2205038" y="1254125"/>
              <a:ext cx="2595562" cy="1663700"/>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nstantia"/>
                <a:ea typeface="Constantia"/>
                <a:cs typeface="Constantia"/>
                <a:sym typeface="Constantia"/>
              </a:endParaRPr>
            </a:p>
          </p:txBody>
        </p:sp>
        <p:cxnSp>
          <p:nvCxnSpPr>
            <p:cNvPr id="1464" name="Google Shape;1464;p43"/>
            <p:cNvCxnSpPr/>
            <p:nvPr/>
          </p:nvCxnSpPr>
          <p:spPr>
            <a:xfrm>
              <a:off x="3659188" y="2527300"/>
              <a:ext cx="1225550" cy="2446338"/>
            </a:xfrm>
            <a:prstGeom prst="straightConnector1">
              <a:avLst/>
            </a:prstGeom>
            <a:noFill/>
            <a:ln cap="flat" cmpd="sng" w="28575">
              <a:solidFill>
                <a:srgbClr val="8A0E5E"/>
              </a:solidFill>
              <a:prstDash val="lgDash"/>
              <a:round/>
              <a:headEnd len="med" w="med" type="none"/>
              <a:tailEnd len="lg" w="lg" type="stealth"/>
            </a:ln>
          </p:spPr>
        </p:cxnSp>
        <p:cxnSp>
          <p:nvCxnSpPr>
            <p:cNvPr id="1465" name="Google Shape;1465;p43"/>
            <p:cNvCxnSpPr/>
            <p:nvPr/>
          </p:nvCxnSpPr>
          <p:spPr>
            <a:xfrm flipH="1">
              <a:off x="3302000" y="2501900"/>
              <a:ext cx="14288" cy="1104900"/>
            </a:xfrm>
            <a:prstGeom prst="straightConnector1">
              <a:avLst/>
            </a:prstGeom>
            <a:noFill/>
            <a:ln cap="flat" cmpd="sng" w="28575">
              <a:solidFill>
                <a:srgbClr val="8A0E5E"/>
              </a:solidFill>
              <a:prstDash val="lgDash"/>
              <a:round/>
              <a:headEnd len="med" w="med" type="none"/>
              <a:tailEnd len="lg" w="lg" type="stealth"/>
            </a:ln>
          </p:spPr>
        </p:cxnSp>
        <p:cxnSp>
          <p:nvCxnSpPr>
            <p:cNvPr id="1466" name="Google Shape;1466;p43"/>
            <p:cNvCxnSpPr/>
            <p:nvPr/>
          </p:nvCxnSpPr>
          <p:spPr>
            <a:xfrm flipH="1">
              <a:off x="1379538" y="2565400"/>
              <a:ext cx="1504950" cy="2327275"/>
            </a:xfrm>
            <a:prstGeom prst="straightConnector1">
              <a:avLst/>
            </a:prstGeom>
            <a:noFill/>
            <a:ln cap="flat" cmpd="sng" w="28575">
              <a:solidFill>
                <a:srgbClr val="8A0E5E"/>
              </a:solidFill>
              <a:prstDash val="lgDash"/>
              <a:round/>
              <a:headEnd len="med" w="med" type="none"/>
              <a:tailEnd len="lg" w="lg" type="stealth"/>
            </a:ln>
          </p:spPr>
        </p:cxnSp>
        <p:cxnSp>
          <p:nvCxnSpPr>
            <p:cNvPr id="1467" name="Google Shape;1467;p43"/>
            <p:cNvCxnSpPr/>
            <p:nvPr/>
          </p:nvCxnSpPr>
          <p:spPr>
            <a:xfrm flipH="1">
              <a:off x="1827213" y="4268788"/>
              <a:ext cx="647700" cy="609600"/>
            </a:xfrm>
            <a:prstGeom prst="straightConnector1">
              <a:avLst/>
            </a:prstGeom>
            <a:noFill/>
            <a:ln cap="flat" cmpd="sng" w="28575">
              <a:solidFill>
                <a:srgbClr val="8A0E5E"/>
              </a:solidFill>
              <a:prstDash val="lgDash"/>
              <a:round/>
              <a:headEnd len="med" w="med" type="none"/>
              <a:tailEnd len="lg" w="lg" type="stealth"/>
            </a:ln>
          </p:spPr>
        </p:cxnSp>
        <p:sp>
          <p:nvSpPr>
            <p:cNvPr id="1468" name="Google Shape;1468;p43"/>
            <p:cNvSpPr/>
            <p:nvPr/>
          </p:nvSpPr>
          <p:spPr>
            <a:xfrm>
              <a:off x="2205038" y="914400"/>
              <a:ext cx="866775" cy="339725"/>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nstantia"/>
                <a:ea typeface="Constantia"/>
                <a:cs typeface="Constantia"/>
                <a:sym typeface="Constantia"/>
              </a:endParaRPr>
            </a:p>
          </p:txBody>
        </p:sp>
        <p:sp>
          <p:nvSpPr>
            <p:cNvPr id="1469" name="Google Shape;1469;p43"/>
            <p:cNvSpPr/>
            <p:nvPr/>
          </p:nvSpPr>
          <p:spPr>
            <a:xfrm>
              <a:off x="3113088" y="1306513"/>
              <a:ext cx="827214" cy="430887"/>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400">
                  <a:solidFill>
                    <a:schemeClr val="dk1"/>
                  </a:solidFill>
                  <a:latin typeface="Constantia"/>
                  <a:ea typeface="Constantia"/>
                  <a:cs typeface="Constantia"/>
                  <a:sym typeface="Constantia"/>
                </a:rPr>
                <a:t>&lt;&lt;layer&gt;&gt;</a:t>
              </a:r>
              <a:endParaRPr/>
            </a:p>
            <a:p>
              <a:pPr indent="0" lvl="0" marL="0" marR="0" rtl="0" algn="ctr">
                <a:spcBef>
                  <a:spcPts val="0"/>
                </a:spcBef>
                <a:spcAft>
                  <a:spcPts val="0"/>
                </a:spcAft>
                <a:buNone/>
              </a:pPr>
              <a:r>
                <a:rPr lang="en-US" sz="1400">
                  <a:solidFill>
                    <a:schemeClr val="dk1"/>
                  </a:solidFill>
                  <a:latin typeface="Constantia"/>
                  <a:ea typeface="Constantia"/>
                  <a:cs typeface="Constantia"/>
                  <a:sym typeface="Constantia"/>
                </a:rPr>
                <a:t>Application</a:t>
              </a:r>
              <a:endParaRPr sz="1400">
                <a:solidFill>
                  <a:schemeClr val="dk1"/>
                </a:solidFill>
                <a:latin typeface="Arial"/>
                <a:ea typeface="Arial"/>
                <a:cs typeface="Arial"/>
                <a:sym typeface="Arial"/>
              </a:endParaRPr>
            </a:p>
          </p:txBody>
        </p:sp>
        <p:sp>
          <p:nvSpPr>
            <p:cNvPr id="1470" name="Google Shape;1470;p43"/>
            <p:cNvSpPr/>
            <p:nvPr/>
          </p:nvSpPr>
          <p:spPr>
            <a:xfrm>
              <a:off x="531813" y="3224213"/>
              <a:ext cx="1264833" cy="430887"/>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400">
                  <a:solidFill>
                    <a:schemeClr val="dk1"/>
                  </a:solidFill>
                  <a:latin typeface="Constantia"/>
                  <a:ea typeface="Constantia"/>
                  <a:cs typeface="Constantia"/>
                  <a:sym typeface="Constantia"/>
                </a:rPr>
                <a:t>&lt;&lt;layer&gt;&gt;</a:t>
              </a:r>
              <a:endParaRPr/>
            </a:p>
            <a:p>
              <a:pPr indent="0" lvl="0" marL="0" marR="0" rtl="0" algn="ctr">
                <a:spcBef>
                  <a:spcPts val="0"/>
                </a:spcBef>
                <a:spcAft>
                  <a:spcPts val="0"/>
                </a:spcAft>
                <a:buNone/>
              </a:pPr>
              <a:r>
                <a:rPr lang="en-US" sz="1400">
                  <a:solidFill>
                    <a:schemeClr val="dk1"/>
                  </a:solidFill>
                  <a:latin typeface="Constantia"/>
                  <a:ea typeface="Constantia"/>
                  <a:cs typeface="Constantia"/>
                  <a:sym typeface="Constantia"/>
                </a:rPr>
                <a:t>Business Services</a:t>
              </a:r>
              <a:endParaRPr sz="1400">
                <a:solidFill>
                  <a:schemeClr val="dk1"/>
                </a:solidFill>
                <a:latin typeface="Arial"/>
                <a:ea typeface="Arial"/>
                <a:cs typeface="Arial"/>
                <a:sym typeface="Arial"/>
              </a:endParaRPr>
            </a:p>
          </p:txBody>
        </p:sp>
        <p:cxnSp>
          <p:nvCxnSpPr>
            <p:cNvPr id="1471" name="Google Shape;1471;p43"/>
            <p:cNvCxnSpPr/>
            <p:nvPr/>
          </p:nvCxnSpPr>
          <p:spPr>
            <a:xfrm>
              <a:off x="4102100" y="2527300"/>
              <a:ext cx="2179638" cy="2482850"/>
            </a:xfrm>
            <a:prstGeom prst="straightConnector1">
              <a:avLst/>
            </a:prstGeom>
            <a:noFill/>
            <a:ln cap="flat" cmpd="sng" w="28575">
              <a:solidFill>
                <a:srgbClr val="8A0E5E"/>
              </a:solidFill>
              <a:prstDash val="lgDash"/>
              <a:round/>
              <a:headEnd len="med" w="med" type="none"/>
              <a:tailEnd len="lg" w="lg" type="stealth"/>
            </a:ln>
          </p:spPr>
        </p:cxnSp>
        <p:cxnSp>
          <p:nvCxnSpPr>
            <p:cNvPr id="1472" name="Google Shape;1472;p43"/>
            <p:cNvCxnSpPr/>
            <p:nvPr/>
          </p:nvCxnSpPr>
          <p:spPr>
            <a:xfrm>
              <a:off x="1878013" y="5324475"/>
              <a:ext cx="1938337" cy="1588"/>
            </a:xfrm>
            <a:prstGeom prst="straightConnector1">
              <a:avLst/>
            </a:prstGeom>
            <a:noFill/>
            <a:ln cap="flat" cmpd="sng" w="28575">
              <a:solidFill>
                <a:srgbClr val="8A0E5E"/>
              </a:solidFill>
              <a:prstDash val="lgDash"/>
              <a:round/>
              <a:headEnd len="med" w="med" type="none"/>
              <a:tailEnd len="lg" w="lg" type="stealth"/>
            </a:ln>
          </p:spPr>
        </p:cxnSp>
        <p:grpSp>
          <p:nvGrpSpPr>
            <p:cNvPr id="1473" name="Google Shape;1473;p43"/>
            <p:cNvGrpSpPr/>
            <p:nvPr/>
          </p:nvGrpSpPr>
          <p:grpSpPr>
            <a:xfrm>
              <a:off x="504825" y="4751388"/>
              <a:ext cx="1666875" cy="831850"/>
              <a:chOff x="318" y="2993"/>
              <a:chExt cx="1050" cy="524"/>
            </a:xfrm>
          </p:grpSpPr>
          <p:sp>
            <p:nvSpPr>
              <p:cNvPr id="1474" name="Google Shape;1474;p43"/>
              <p:cNvSpPr/>
              <p:nvPr/>
            </p:nvSpPr>
            <p:spPr>
              <a:xfrm>
                <a:off x="318" y="3113"/>
                <a:ext cx="1050" cy="404"/>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nstantia"/>
                  <a:ea typeface="Constantia"/>
                  <a:cs typeface="Constantia"/>
                  <a:sym typeface="Constantia"/>
                </a:endParaRPr>
              </a:p>
            </p:txBody>
          </p:sp>
          <p:sp>
            <p:nvSpPr>
              <p:cNvPr id="1475" name="Google Shape;1475;p43"/>
              <p:cNvSpPr/>
              <p:nvPr/>
            </p:nvSpPr>
            <p:spPr>
              <a:xfrm>
                <a:off x="318" y="2993"/>
                <a:ext cx="419" cy="120"/>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nstantia"/>
                  <a:ea typeface="Constantia"/>
                  <a:cs typeface="Constantia"/>
                  <a:sym typeface="Constantia"/>
                </a:endParaRPr>
              </a:p>
            </p:txBody>
          </p:sp>
          <p:sp>
            <p:nvSpPr>
              <p:cNvPr id="1476" name="Google Shape;1476;p43"/>
              <p:cNvSpPr/>
              <p:nvPr/>
            </p:nvSpPr>
            <p:spPr>
              <a:xfrm>
                <a:off x="460" y="3127"/>
                <a:ext cx="875" cy="13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400">
                    <a:solidFill>
                      <a:schemeClr val="dk1"/>
                    </a:solidFill>
                    <a:latin typeface="Constantia"/>
                    <a:ea typeface="Constantia"/>
                    <a:cs typeface="Constantia"/>
                    <a:sym typeface="Constantia"/>
                  </a:rPr>
                  <a:t>University Artifacts</a:t>
                </a:r>
                <a:endParaRPr sz="2000">
                  <a:solidFill>
                    <a:schemeClr val="dk1"/>
                  </a:solidFill>
                  <a:latin typeface="Arial"/>
                  <a:ea typeface="Arial"/>
                  <a:cs typeface="Arial"/>
                  <a:sym typeface="Arial"/>
                </a:endParaRPr>
              </a:p>
            </p:txBody>
          </p:sp>
        </p:grpSp>
        <p:sp>
          <p:nvSpPr>
            <p:cNvPr id="1477" name="Google Shape;1477;p43"/>
            <p:cNvSpPr/>
            <p:nvPr/>
          </p:nvSpPr>
          <p:spPr>
            <a:xfrm>
              <a:off x="2871788" y="1931988"/>
              <a:ext cx="1260475" cy="650875"/>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nstantia"/>
                <a:ea typeface="Constantia"/>
                <a:cs typeface="Constantia"/>
                <a:sym typeface="Constantia"/>
              </a:endParaRPr>
            </a:p>
          </p:txBody>
        </p:sp>
        <p:sp>
          <p:nvSpPr>
            <p:cNvPr id="1478" name="Google Shape;1478;p43"/>
            <p:cNvSpPr/>
            <p:nvPr/>
          </p:nvSpPr>
          <p:spPr>
            <a:xfrm>
              <a:off x="2871788" y="1739900"/>
              <a:ext cx="506412" cy="192088"/>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nstantia"/>
                <a:ea typeface="Constantia"/>
                <a:cs typeface="Constantia"/>
                <a:sym typeface="Constantia"/>
              </a:endParaRPr>
            </a:p>
          </p:txBody>
        </p:sp>
        <p:sp>
          <p:nvSpPr>
            <p:cNvPr id="1479" name="Google Shape;1479;p43"/>
            <p:cNvSpPr/>
            <p:nvPr/>
          </p:nvSpPr>
          <p:spPr>
            <a:xfrm>
              <a:off x="3119438" y="1954213"/>
              <a:ext cx="876009" cy="215444"/>
            </a:xfrm>
            <a:prstGeom prst="rect">
              <a:avLst/>
            </a:prstGeom>
            <a:solidFill>
              <a:srgbClr val="FFFFCC"/>
            </a:solid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400">
                  <a:solidFill>
                    <a:schemeClr val="dk1"/>
                  </a:solidFill>
                  <a:latin typeface="Constantia"/>
                  <a:ea typeface="Constantia"/>
                  <a:cs typeface="Constantia"/>
                  <a:sym typeface="Constantia"/>
                </a:rPr>
                <a:t>Registration</a:t>
              </a:r>
              <a:endParaRPr sz="2000">
                <a:solidFill>
                  <a:schemeClr val="dk1"/>
                </a:solidFill>
                <a:latin typeface="Arial"/>
                <a:ea typeface="Arial"/>
                <a:cs typeface="Arial"/>
                <a:sym typeface="Arial"/>
              </a:endParaRPr>
            </a:p>
          </p:txBody>
        </p:sp>
        <p:grpSp>
          <p:nvGrpSpPr>
            <p:cNvPr id="1480" name="Google Shape;1480;p43"/>
            <p:cNvGrpSpPr/>
            <p:nvPr/>
          </p:nvGrpSpPr>
          <p:grpSpPr>
            <a:xfrm>
              <a:off x="2424113" y="3476625"/>
              <a:ext cx="1398587" cy="842963"/>
              <a:chOff x="1575" y="2190"/>
              <a:chExt cx="881" cy="531"/>
            </a:xfrm>
          </p:grpSpPr>
          <p:sp>
            <p:nvSpPr>
              <p:cNvPr id="1481" name="Google Shape;1481;p43"/>
              <p:cNvSpPr/>
              <p:nvPr/>
            </p:nvSpPr>
            <p:spPr>
              <a:xfrm>
                <a:off x="1575" y="2310"/>
                <a:ext cx="881" cy="411"/>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nstantia"/>
                  <a:ea typeface="Constantia"/>
                  <a:cs typeface="Constantia"/>
                  <a:sym typeface="Constantia"/>
                </a:endParaRPr>
              </a:p>
            </p:txBody>
          </p:sp>
          <p:sp>
            <p:nvSpPr>
              <p:cNvPr id="1482" name="Google Shape;1482;p43"/>
              <p:cNvSpPr/>
              <p:nvPr/>
            </p:nvSpPr>
            <p:spPr>
              <a:xfrm>
                <a:off x="1575" y="2190"/>
                <a:ext cx="369" cy="120"/>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nstantia"/>
                  <a:ea typeface="Constantia"/>
                  <a:cs typeface="Constantia"/>
                  <a:sym typeface="Constantia"/>
                </a:endParaRPr>
              </a:p>
            </p:txBody>
          </p:sp>
          <p:sp>
            <p:nvSpPr>
              <p:cNvPr id="1483" name="Google Shape;1483;p43"/>
              <p:cNvSpPr/>
              <p:nvPr/>
            </p:nvSpPr>
            <p:spPr>
              <a:xfrm>
                <a:off x="1670" y="2332"/>
                <a:ext cx="757" cy="13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400">
                    <a:solidFill>
                      <a:schemeClr val="dk1"/>
                    </a:solidFill>
                    <a:latin typeface="Constantia"/>
                    <a:ea typeface="Constantia"/>
                    <a:cs typeface="Constantia"/>
                    <a:sym typeface="Constantia"/>
                  </a:rPr>
                  <a:t>External System </a:t>
                </a:r>
                <a:endParaRPr/>
              </a:p>
            </p:txBody>
          </p:sp>
          <p:sp>
            <p:nvSpPr>
              <p:cNvPr id="1484" name="Google Shape;1484;p43"/>
              <p:cNvSpPr/>
              <p:nvPr/>
            </p:nvSpPr>
            <p:spPr>
              <a:xfrm>
                <a:off x="1804" y="2453"/>
                <a:ext cx="455" cy="13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400">
                    <a:solidFill>
                      <a:schemeClr val="dk1"/>
                    </a:solidFill>
                    <a:latin typeface="Constantia"/>
                    <a:ea typeface="Constantia"/>
                    <a:cs typeface="Constantia"/>
                    <a:sym typeface="Constantia"/>
                  </a:rPr>
                  <a:t>Interfaces</a:t>
                </a:r>
                <a:endParaRPr sz="2000">
                  <a:solidFill>
                    <a:schemeClr val="dk1"/>
                  </a:solidFill>
                  <a:latin typeface="Arial"/>
                  <a:ea typeface="Arial"/>
                  <a:cs typeface="Arial"/>
                  <a:sym typeface="Arial"/>
                </a:endParaRPr>
              </a:p>
            </p:txBody>
          </p:sp>
        </p:grp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8" name="Shape 1488"/>
        <p:cNvGrpSpPr/>
        <p:nvPr/>
      </p:nvGrpSpPr>
      <p:grpSpPr>
        <a:xfrm>
          <a:off x="0" y="0"/>
          <a:ext cx="0" cy="0"/>
          <a:chOff x="0" y="0"/>
          <a:chExt cx="0" cy="0"/>
        </a:xfrm>
      </p:grpSpPr>
      <p:sp>
        <p:nvSpPr>
          <p:cNvPr id="1489" name="Google Shape;1489;p44"/>
          <p:cNvSpPr txBox="1"/>
          <p:nvPr>
            <p:ph type="title"/>
          </p:nvPr>
        </p:nvSpPr>
        <p:spPr>
          <a:xfrm>
            <a:off x="457200" y="704088"/>
            <a:ext cx="8229600" cy="9723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Ví dụ: Tầng Dịch vụ nghiệp vụ</a:t>
            </a:r>
            <a:endParaRPr/>
          </a:p>
        </p:txBody>
      </p:sp>
      <p:sp>
        <p:nvSpPr>
          <p:cNvPr id="1490" name="Google Shape;1490;p4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1491" name="Google Shape;1491;p44"/>
          <p:cNvGrpSpPr/>
          <p:nvPr/>
        </p:nvGrpSpPr>
        <p:grpSpPr>
          <a:xfrm>
            <a:off x="457200" y="1752601"/>
            <a:ext cx="8229600" cy="4572000"/>
            <a:chOff x="1066800" y="882650"/>
            <a:chExt cx="7010400" cy="5105400"/>
          </a:xfrm>
        </p:grpSpPr>
        <p:sp>
          <p:nvSpPr>
            <p:cNvPr id="1492" name="Google Shape;1492;p44"/>
            <p:cNvSpPr/>
            <p:nvPr/>
          </p:nvSpPr>
          <p:spPr>
            <a:xfrm>
              <a:off x="1066800" y="1409700"/>
              <a:ext cx="7010400" cy="4578350"/>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493" name="Google Shape;1493;p44"/>
            <p:cNvSpPr/>
            <p:nvPr/>
          </p:nvSpPr>
          <p:spPr>
            <a:xfrm>
              <a:off x="4724400" y="4006850"/>
              <a:ext cx="3173413" cy="1703388"/>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1494" name="Google Shape;1494;p44"/>
            <p:cNvGrpSpPr/>
            <p:nvPr/>
          </p:nvGrpSpPr>
          <p:grpSpPr>
            <a:xfrm>
              <a:off x="6378575" y="4160838"/>
              <a:ext cx="1192213" cy="688975"/>
              <a:chOff x="2458" y="2951"/>
              <a:chExt cx="894" cy="699"/>
            </a:xfrm>
          </p:grpSpPr>
          <p:sp>
            <p:nvSpPr>
              <p:cNvPr id="1495" name="Google Shape;1495;p44"/>
              <p:cNvSpPr/>
              <p:nvPr/>
            </p:nvSpPr>
            <p:spPr>
              <a:xfrm>
                <a:off x="2458" y="3109"/>
                <a:ext cx="894" cy="541"/>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496" name="Google Shape;1496;p44"/>
              <p:cNvSpPr/>
              <p:nvPr/>
            </p:nvSpPr>
            <p:spPr>
              <a:xfrm>
                <a:off x="2458" y="2951"/>
                <a:ext cx="353" cy="158"/>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1497" name="Google Shape;1497;p44"/>
            <p:cNvSpPr/>
            <p:nvPr/>
          </p:nvSpPr>
          <p:spPr>
            <a:xfrm>
              <a:off x="4724400" y="3702050"/>
              <a:ext cx="1252538" cy="304800"/>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498" name="Google Shape;1498;p44"/>
            <p:cNvCxnSpPr/>
            <p:nvPr/>
          </p:nvCxnSpPr>
          <p:spPr>
            <a:xfrm>
              <a:off x="2409825" y="2906713"/>
              <a:ext cx="533400" cy="466725"/>
            </a:xfrm>
            <a:prstGeom prst="straightConnector1">
              <a:avLst/>
            </a:prstGeom>
            <a:noFill/>
            <a:ln cap="flat" cmpd="sng" w="28575">
              <a:solidFill>
                <a:srgbClr val="8A0E5E"/>
              </a:solidFill>
              <a:prstDash val="lgDash"/>
              <a:round/>
              <a:headEnd len="med" w="med" type="none"/>
              <a:tailEnd len="lg" w="lg" type="stealth"/>
            </a:ln>
          </p:spPr>
        </p:cxnSp>
        <p:sp>
          <p:nvSpPr>
            <p:cNvPr id="1499" name="Google Shape;1499;p44"/>
            <p:cNvSpPr/>
            <p:nvPr/>
          </p:nvSpPr>
          <p:spPr>
            <a:xfrm>
              <a:off x="4354513" y="2317750"/>
              <a:ext cx="1800225" cy="641350"/>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500" name="Google Shape;1500;p44"/>
            <p:cNvSpPr/>
            <p:nvPr/>
          </p:nvSpPr>
          <p:spPr>
            <a:xfrm>
              <a:off x="4356100" y="2125663"/>
              <a:ext cx="720725" cy="192087"/>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501" name="Google Shape;1501;p44"/>
            <p:cNvSpPr/>
            <p:nvPr/>
          </p:nvSpPr>
          <p:spPr>
            <a:xfrm>
              <a:off x="4483100" y="2520950"/>
              <a:ext cx="1343573"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CourseCatalogSystem</a:t>
              </a:r>
              <a:endParaRPr sz="1800">
                <a:solidFill>
                  <a:schemeClr val="dk1"/>
                </a:solidFill>
                <a:latin typeface="Arial"/>
                <a:ea typeface="Arial"/>
                <a:cs typeface="Arial"/>
                <a:sym typeface="Arial"/>
              </a:endParaRPr>
            </a:p>
          </p:txBody>
        </p:sp>
        <p:sp>
          <p:nvSpPr>
            <p:cNvPr id="1502" name="Google Shape;1502;p44"/>
            <p:cNvSpPr/>
            <p:nvPr/>
          </p:nvSpPr>
          <p:spPr>
            <a:xfrm>
              <a:off x="4675188" y="2339975"/>
              <a:ext cx="963084"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&lt;&lt;subsystem&gt;&gt;</a:t>
              </a:r>
              <a:endParaRPr sz="1800">
                <a:solidFill>
                  <a:schemeClr val="dk1"/>
                </a:solidFill>
                <a:latin typeface="Arial"/>
                <a:ea typeface="Arial"/>
                <a:cs typeface="Arial"/>
                <a:sym typeface="Arial"/>
              </a:endParaRPr>
            </a:p>
          </p:txBody>
        </p:sp>
        <p:sp>
          <p:nvSpPr>
            <p:cNvPr id="1503" name="Google Shape;1503;p44"/>
            <p:cNvSpPr/>
            <p:nvPr/>
          </p:nvSpPr>
          <p:spPr>
            <a:xfrm>
              <a:off x="2981325" y="3495675"/>
              <a:ext cx="1216025" cy="652463"/>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504" name="Google Shape;1504;p44"/>
            <p:cNvCxnSpPr/>
            <p:nvPr/>
          </p:nvCxnSpPr>
          <p:spPr>
            <a:xfrm>
              <a:off x="2111375" y="2932113"/>
              <a:ext cx="1058863" cy="1974850"/>
            </a:xfrm>
            <a:prstGeom prst="straightConnector1">
              <a:avLst/>
            </a:prstGeom>
            <a:noFill/>
            <a:ln cap="flat" cmpd="sng" w="28575">
              <a:solidFill>
                <a:srgbClr val="8A0E5E"/>
              </a:solidFill>
              <a:prstDash val="lgDash"/>
              <a:round/>
              <a:headEnd len="med" w="med" type="none"/>
              <a:tailEnd len="lg" w="lg" type="stealth"/>
            </a:ln>
          </p:spPr>
        </p:cxnSp>
        <p:sp>
          <p:nvSpPr>
            <p:cNvPr id="1505" name="Google Shape;1505;p44"/>
            <p:cNvSpPr/>
            <p:nvPr/>
          </p:nvSpPr>
          <p:spPr>
            <a:xfrm>
              <a:off x="2981325" y="3292475"/>
              <a:ext cx="484188" cy="203200"/>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506" name="Google Shape;1506;p44"/>
            <p:cNvSpPr/>
            <p:nvPr/>
          </p:nvSpPr>
          <p:spPr>
            <a:xfrm>
              <a:off x="3060700" y="3517900"/>
              <a:ext cx="1027654"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External System </a:t>
              </a:r>
              <a:endParaRPr sz="1800">
                <a:solidFill>
                  <a:schemeClr val="dk1"/>
                </a:solidFill>
                <a:latin typeface="Arial"/>
                <a:ea typeface="Arial"/>
                <a:cs typeface="Arial"/>
                <a:sym typeface="Arial"/>
              </a:endParaRPr>
            </a:p>
          </p:txBody>
        </p:sp>
        <p:sp>
          <p:nvSpPr>
            <p:cNvPr id="1507" name="Google Shape;1507;p44"/>
            <p:cNvSpPr/>
            <p:nvPr/>
          </p:nvSpPr>
          <p:spPr>
            <a:xfrm>
              <a:off x="3273425" y="3697288"/>
              <a:ext cx="617477"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Interfaces</a:t>
              </a:r>
              <a:endParaRPr sz="1800">
                <a:solidFill>
                  <a:schemeClr val="dk1"/>
                </a:solidFill>
                <a:latin typeface="Arial"/>
                <a:ea typeface="Arial"/>
                <a:cs typeface="Arial"/>
                <a:sym typeface="Arial"/>
              </a:endParaRPr>
            </a:p>
          </p:txBody>
        </p:sp>
        <p:cxnSp>
          <p:nvCxnSpPr>
            <p:cNvPr id="1508" name="Google Shape;1508;p44"/>
            <p:cNvCxnSpPr/>
            <p:nvPr/>
          </p:nvCxnSpPr>
          <p:spPr>
            <a:xfrm flipH="1">
              <a:off x="4248150" y="2997200"/>
              <a:ext cx="449263" cy="454025"/>
            </a:xfrm>
            <a:prstGeom prst="straightConnector1">
              <a:avLst/>
            </a:prstGeom>
            <a:noFill/>
            <a:ln cap="flat" cmpd="sng" w="28575">
              <a:solidFill>
                <a:srgbClr val="8A0E5E"/>
              </a:solidFill>
              <a:prstDash val="lgDash"/>
              <a:round/>
              <a:headEnd len="med" w="med" type="none"/>
              <a:tailEnd len="lg" w="lg" type="stealth"/>
            </a:ln>
          </p:spPr>
        </p:cxnSp>
        <p:sp>
          <p:nvSpPr>
            <p:cNvPr id="1509" name="Google Shape;1509;p44"/>
            <p:cNvSpPr/>
            <p:nvPr/>
          </p:nvSpPr>
          <p:spPr>
            <a:xfrm>
              <a:off x="3049588" y="5172075"/>
              <a:ext cx="1079500" cy="642938"/>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510" name="Google Shape;1510;p44"/>
            <p:cNvSpPr/>
            <p:nvPr/>
          </p:nvSpPr>
          <p:spPr>
            <a:xfrm>
              <a:off x="3049588" y="4981575"/>
              <a:ext cx="438150" cy="190500"/>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511" name="Google Shape;1511;p44"/>
            <p:cNvSpPr/>
            <p:nvPr/>
          </p:nvSpPr>
          <p:spPr>
            <a:xfrm>
              <a:off x="3251200" y="5194300"/>
              <a:ext cx="661143"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University </a:t>
              </a:r>
              <a:endParaRPr sz="1800">
                <a:solidFill>
                  <a:schemeClr val="dk1"/>
                </a:solidFill>
                <a:latin typeface="Arial"/>
                <a:ea typeface="Arial"/>
                <a:cs typeface="Arial"/>
                <a:sym typeface="Arial"/>
              </a:endParaRPr>
            </a:p>
          </p:txBody>
        </p:sp>
        <p:sp>
          <p:nvSpPr>
            <p:cNvPr id="1512" name="Google Shape;1512;p44"/>
            <p:cNvSpPr/>
            <p:nvPr/>
          </p:nvSpPr>
          <p:spPr>
            <a:xfrm>
              <a:off x="3319463" y="5375275"/>
              <a:ext cx="524374"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Artifacts</a:t>
              </a:r>
              <a:endParaRPr sz="1800">
                <a:solidFill>
                  <a:schemeClr val="dk1"/>
                </a:solidFill>
                <a:latin typeface="Arial"/>
                <a:ea typeface="Arial"/>
                <a:cs typeface="Arial"/>
                <a:sym typeface="Arial"/>
              </a:endParaRPr>
            </a:p>
          </p:txBody>
        </p:sp>
        <p:cxnSp>
          <p:nvCxnSpPr>
            <p:cNvPr id="1513" name="Google Shape;1513;p44"/>
            <p:cNvCxnSpPr/>
            <p:nvPr/>
          </p:nvCxnSpPr>
          <p:spPr>
            <a:xfrm flipH="1">
              <a:off x="3881438" y="2971800"/>
              <a:ext cx="1104900" cy="1998663"/>
            </a:xfrm>
            <a:prstGeom prst="straightConnector1">
              <a:avLst/>
            </a:prstGeom>
            <a:noFill/>
            <a:ln cap="flat" cmpd="sng" w="28575">
              <a:solidFill>
                <a:srgbClr val="8A0E5E"/>
              </a:solidFill>
              <a:prstDash val="lgDash"/>
              <a:round/>
              <a:headEnd len="med" w="med" type="none"/>
              <a:tailEnd len="lg" w="lg" type="stealth"/>
            </a:ln>
          </p:spPr>
        </p:cxnSp>
        <p:cxnSp>
          <p:nvCxnSpPr>
            <p:cNvPr id="1514" name="Google Shape;1514;p44"/>
            <p:cNvCxnSpPr/>
            <p:nvPr/>
          </p:nvCxnSpPr>
          <p:spPr>
            <a:xfrm>
              <a:off x="3589338" y="4148138"/>
              <a:ext cx="1587" cy="822325"/>
            </a:xfrm>
            <a:prstGeom prst="straightConnector1">
              <a:avLst/>
            </a:prstGeom>
            <a:noFill/>
            <a:ln cap="flat" cmpd="sng" w="28575">
              <a:solidFill>
                <a:srgbClr val="8A0E5E"/>
              </a:solidFill>
              <a:prstDash val="lgDash"/>
              <a:round/>
              <a:headEnd len="med" w="med" type="none"/>
              <a:tailEnd len="lg" w="lg" type="stealth"/>
            </a:ln>
          </p:spPr>
        </p:cxnSp>
        <p:sp>
          <p:nvSpPr>
            <p:cNvPr id="1515" name="Google Shape;1515;p44"/>
            <p:cNvSpPr/>
            <p:nvPr/>
          </p:nvSpPr>
          <p:spPr>
            <a:xfrm>
              <a:off x="1327150" y="4249738"/>
              <a:ext cx="1068388" cy="641350"/>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516" name="Google Shape;1516;p44"/>
            <p:cNvSpPr/>
            <p:nvPr/>
          </p:nvSpPr>
          <p:spPr>
            <a:xfrm>
              <a:off x="1327150" y="4057650"/>
              <a:ext cx="427038" cy="192088"/>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517" name="Google Shape;1517;p44"/>
            <p:cNvSpPr/>
            <p:nvPr/>
          </p:nvSpPr>
          <p:spPr>
            <a:xfrm>
              <a:off x="1450975" y="4271963"/>
              <a:ext cx="778739" cy="184666"/>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ObjectStore </a:t>
              </a:r>
              <a:endParaRPr sz="1800">
                <a:solidFill>
                  <a:schemeClr val="dk1"/>
                </a:solidFill>
                <a:latin typeface="Arial"/>
                <a:ea typeface="Arial"/>
                <a:cs typeface="Arial"/>
                <a:sym typeface="Arial"/>
              </a:endParaRPr>
            </a:p>
          </p:txBody>
        </p:sp>
        <p:sp>
          <p:nvSpPr>
            <p:cNvPr id="1518" name="Google Shape;1518;p44"/>
            <p:cNvSpPr/>
            <p:nvPr/>
          </p:nvSpPr>
          <p:spPr>
            <a:xfrm>
              <a:off x="1608138" y="4451350"/>
              <a:ext cx="496931" cy="184666"/>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Support</a:t>
              </a:r>
              <a:endParaRPr sz="1800">
                <a:solidFill>
                  <a:schemeClr val="dk1"/>
                </a:solidFill>
                <a:latin typeface="Arial"/>
                <a:ea typeface="Arial"/>
                <a:cs typeface="Arial"/>
                <a:sym typeface="Arial"/>
              </a:endParaRPr>
            </a:p>
          </p:txBody>
        </p:sp>
        <p:cxnSp>
          <p:nvCxnSpPr>
            <p:cNvPr id="1519" name="Google Shape;1519;p44"/>
            <p:cNvCxnSpPr/>
            <p:nvPr/>
          </p:nvCxnSpPr>
          <p:spPr>
            <a:xfrm>
              <a:off x="2408238" y="4857750"/>
              <a:ext cx="615950" cy="450850"/>
            </a:xfrm>
            <a:prstGeom prst="straightConnector1">
              <a:avLst/>
            </a:prstGeom>
            <a:noFill/>
            <a:ln cap="flat" cmpd="sng" w="28575">
              <a:solidFill>
                <a:srgbClr val="8A0E5E"/>
              </a:solidFill>
              <a:prstDash val="lgDash"/>
              <a:round/>
              <a:headEnd len="med" w="med" type="none"/>
              <a:tailEnd len="lg" w="lg" type="stealth"/>
            </a:ln>
          </p:spPr>
        </p:cxnSp>
        <p:sp>
          <p:nvSpPr>
            <p:cNvPr id="1520" name="Google Shape;1520;p44"/>
            <p:cNvSpPr txBox="1"/>
            <p:nvPr/>
          </p:nvSpPr>
          <p:spPr>
            <a:xfrm>
              <a:off x="2667000" y="1416050"/>
              <a:ext cx="3371850" cy="565150"/>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b="1" lang="en-US" sz="1500">
                  <a:solidFill>
                    <a:schemeClr val="dk1"/>
                  </a:solidFill>
                  <a:latin typeface="Constantia"/>
                  <a:ea typeface="Constantia"/>
                  <a:cs typeface="Constantia"/>
                  <a:sym typeface="Constantia"/>
                </a:rPr>
                <a:t>&lt;&lt;layer&gt;&gt;</a:t>
              </a:r>
              <a:br>
                <a:rPr b="1" lang="en-US" sz="1500">
                  <a:solidFill>
                    <a:schemeClr val="dk1"/>
                  </a:solidFill>
                  <a:latin typeface="Constantia"/>
                  <a:ea typeface="Constantia"/>
                  <a:cs typeface="Constantia"/>
                  <a:sym typeface="Constantia"/>
                </a:rPr>
              </a:br>
              <a:r>
                <a:rPr b="1" lang="en-US" sz="1500">
                  <a:solidFill>
                    <a:schemeClr val="dk1"/>
                  </a:solidFill>
                  <a:latin typeface="Constantia"/>
                  <a:ea typeface="Constantia"/>
                  <a:cs typeface="Constantia"/>
                  <a:sym typeface="Constantia"/>
                </a:rPr>
                <a:t>Business Services</a:t>
              </a:r>
              <a:endParaRPr/>
            </a:p>
          </p:txBody>
        </p:sp>
        <p:sp>
          <p:nvSpPr>
            <p:cNvPr id="1521" name="Google Shape;1521;p44"/>
            <p:cNvSpPr/>
            <p:nvPr/>
          </p:nvSpPr>
          <p:spPr>
            <a:xfrm>
              <a:off x="1066800" y="882650"/>
              <a:ext cx="1892300" cy="527050"/>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1522" name="Google Shape;1522;p44"/>
            <p:cNvGrpSpPr/>
            <p:nvPr/>
          </p:nvGrpSpPr>
          <p:grpSpPr>
            <a:xfrm>
              <a:off x="4981575" y="4127500"/>
              <a:ext cx="1089025" cy="688975"/>
              <a:chOff x="2458" y="2951"/>
              <a:chExt cx="894" cy="699"/>
            </a:xfrm>
          </p:grpSpPr>
          <p:sp>
            <p:nvSpPr>
              <p:cNvPr id="1523" name="Google Shape;1523;p44"/>
              <p:cNvSpPr/>
              <p:nvPr/>
            </p:nvSpPr>
            <p:spPr>
              <a:xfrm>
                <a:off x="2458" y="3109"/>
                <a:ext cx="894" cy="541"/>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524" name="Google Shape;1524;p44"/>
              <p:cNvSpPr/>
              <p:nvPr/>
            </p:nvSpPr>
            <p:spPr>
              <a:xfrm>
                <a:off x="2458" y="2951"/>
                <a:ext cx="353" cy="158"/>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1525" name="Google Shape;1525;p44"/>
            <p:cNvSpPr/>
            <p:nvPr/>
          </p:nvSpPr>
          <p:spPr>
            <a:xfrm>
              <a:off x="5146675" y="4310063"/>
              <a:ext cx="708014" cy="369332"/>
            </a:xfrm>
            <a:prstGeom prst="rect">
              <a:avLst/>
            </a:prstGeom>
            <a:solidFill>
              <a:srgbClr val="FFFFCC"/>
            </a:solid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chemeClr val="dk1"/>
                  </a:solidFill>
                  <a:latin typeface="Constantia"/>
                  <a:ea typeface="Constantia"/>
                  <a:cs typeface="Constantia"/>
                  <a:sym typeface="Constantia"/>
                </a:rPr>
                <a:t>GUI</a:t>
              </a:r>
              <a:endParaRPr/>
            </a:p>
            <a:p>
              <a:pPr indent="0" lvl="0" marL="0" marR="0" rtl="0" algn="ctr">
                <a:spcBef>
                  <a:spcPts val="0"/>
                </a:spcBef>
                <a:spcAft>
                  <a:spcPts val="0"/>
                </a:spcAft>
                <a:buNone/>
              </a:pPr>
              <a:r>
                <a:rPr lang="en-US" sz="1200">
                  <a:solidFill>
                    <a:schemeClr val="dk1"/>
                  </a:solidFill>
                  <a:latin typeface="Constantia"/>
                  <a:ea typeface="Constantia"/>
                  <a:cs typeface="Constantia"/>
                  <a:sym typeface="Constantia"/>
                </a:rPr>
                <a:t>Framework</a:t>
              </a:r>
              <a:endParaRPr sz="1200">
                <a:solidFill>
                  <a:schemeClr val="dk1"/>
                </a:solidFill>
                <a:latin typeface="Arial"/>
                <a:ea typeface="Arial"/>
                <a:cs typeface="Arial"/>
                <a:sym typeface="Arial"/>
              </a:endParaRPr>
            </a:p>
          </p:txBody>
        </p:sp>
        <p:grpSp>
          <p:nvGrpSpPr>
            <p:cNvPr id="1526" name="Google Shape;1526;p44"/>
            <p:cNvGrpSpPr/>
            <p:nvPr/>
          </p:nvGrpSpPr>
          <p:grpSpPr>
            <a:xfrm>
              <a:off x="5892800" y="4927600"/>
              <a:ext cx="915988" cy="687388"/>
              <a:chOff x="2458" y="2951"/>
              <a:chExt cx="894" cy="699"/>
            </a:xfrm>
          </p:grpSpPr>
          <p:sp>
            <p:nvSpPr>
              <p:cNvPr id="1527" name="Google Shape;1527;p44"/>
              <p:cNvSpPr/>
              <p:nvPr/>
            </p:nvSpPr>
            <p:spPr>
              <a:xfrm>
                <a:off x="2458" y="3109"/>
                <a:ext cx="894" cy="541"/>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528" name="Google Shape;1528;p44"/>
              <p:cNvSpPr/>
              <p:nvPr/>
            </p:nvSpPr>
            <p:spPr>
              <a:xfrm>
                <a:off x="2458" y="2951"/>
                <a:ext cx="353" cy="158"/>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1529" name="Google Shape;1529;p44"/>
            <p:cNvSpPr/>
            <p:nvPr/>
          </p:nvSpPr>
          <p:spPr>
            <a:xfrm>
              <a:off x="6016625" y="5110163"/>
              <a:ext cx="617477" cy="369332"/>
            </a:xfrm>
            <a:prstGeom prst="rect">
              <a:avLst/>
            </a:prstGeom>
            <a:solidFill>
              <a:srgbClr val="FFFFCC"/>
            </a:solid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chemeClr val="dk1"/>
                  </a:solidFill>
                  <a:latin typeface="Constantia"/>
                  <a:ea typeface="Constantia"/>
                  <a:cs typeface="Constantia"/>
                  <a:sym typeface="Constantia"/>
                </a:rPr>
                <a:t>Secure</a:t>
              </a:r>
              <a:endParaRPr/>
            </a:p>
            <a:p>
              <a:pPr indent="0" lvl="0" marL="0" marR="0" rtl="0" algn="ctr">
                <a:spcBef>
                  <a:spcPts val="0"/>
                </a:spcBef>
                <a:spcAft>
                  <a:spcPts val="0"/>
                </a:spcAft>
                <a:buNone/>
              </a:pPr>
              <a:r>
                <a:rPr lang="en-US" sz="1200">
                  <a:solidFill>
                    <a:schemeClr val="dk1"/>
                  </a:solidFill>
                  <a:latin typeface="Constantia"/>
                  <a:ea typeface="Constantia"/>
                  <a:cs typeface="Constantia"/>
                  <a:sym typeface="Constantia"/>
                </a:rPr>
                <a:t>Interfaces</a:t>
              </a:r>
              <a:endParaRPr sz="1200">
                <a:solidFill>
                  <a:schemeClr val="dk1"/>
                </a:solidFill>
                <a:latin typeface="Arial"/>
                <a:ea typeface="Arial"/>
                <a:cs typeface="Arial"/>
                <a:sym typeface="Arial"/>
              </a:endParaRPr>
            </a:p>
          </p:txBody>
        </p:sp>
        <p:sp>
          <p:nvSpPr>
            <p:cNvPr id="1530" name="Google Shape;1530;p44"/>
            <p:cNvSpPr/>
            <p:nvPr/>
          </p:nvSpPr>
          <p:spPr>
            <a:xfrm>
              <a:off x="6070600" y="4006850"/>
              <a:ext cx="501740"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Security</a:t>
              </a:r>
              <a:endParaRPr sz="1200">
                <a:solidFill>
                  <a:schemeClr val="dk1"/>
                </a:solidFill>
                <a:latin typeface="Arial"/>
                <a:ea typeface="Arial"/>
                <a:cs typeface="Arial"/>
                <a:sym typeface="Arial"/>
              </a:endParaRPr>
            </a:p>
          </p:txBody>
        </p:sp>
        <p:cxnSp>
          <p:nvCxnSpPr>
            <p:cNvPr id="1531" name="Google Shape;1531;p44"/>
            <p:cNvCxnSpPr/>
            <p:nvPr/>
          </p:nvCxnSpPr>
          <p:spPr>
            <a:xfrm>
              <a:off x="5411788" y="4816475"/>
              <a:ext cx="455612" cy="336550"/>
            </a:xfrm>
            <a:prstGeom prst="straightConnector1">
              <a:avLst/>
            </a:prstGeom>
            <a:noFill/>
            <a:ln cap="flat" cmpd="sng" w="28575">
              <a:solidFill>
                <a:srgbClr val="8A0E5E"/>
              </a:solidFill>
              <a:prstDash val="lgDash"/>
              <a:round/>
              <a:headEnd len="med" w="med" type="none"/>
              <a:tailEnd len="lg" w="lg" type="stealth"/>
            </a:ln>
          </p:spPr>
        </p:cxnSp>
        <p:cxnSp>
          <p:nvCxnSpPr>
            <p:cNvPr id="1532" name="Google Shape;1532;p44"/>
            <p:cNvCxnSpPr/>
            <p:nvPr/>
          </p:nvCxnSpPr>
          <p:spPr>
            <a:xfrm flipH="1">
              <a:off x="6834188" y="4849813"/>
              <a:ext cx="292100" cy="349250"/>
            </a:xfrm>
            <a:prstGeom prst="straightConnector1">
              <a:avLst/>
            </a:prstGeom>
            <a:noFill/>
            <a:ln cap="flat" cmpd="sng" w="28575">
              <a:solidFill>
                <a:srgbClr val="8A0E5E"/>
              </a:solidFill>
              <a:prstDash val="lgDash"/>
              <a:round/>
              <a:headEnd len="med" w="med" type="none"/>
              <a:tailEnd len="lg" w="lg" type="stealth"/>
            </a:ln>
          </p:spPr>
        </p:cxnSp>
        <p:cxnSp>
          <p:nvCxnSpPr>
            <p:cNvPr id="1533" name="Google Shape;1533;p44"/>
            <p:cNvCxnSpPr/>
            <p:nvPr/>
          </p:nvCxnSpPr>
          <p:spPr>
            <a:xfrm>
              <a:off x="4114800" y="5454650"/>
              <a:ext cx="1752600" cy="0"/>
            </a:xfrm>
            <a:prstGeom prst="straightConnector1">
              <a:avLst/>
            </a:prstGeom>
            <a:noFill/>
            <a:ln cap="flat" cmpd="sng" w="28575">
              <a:solidFill>
                <a:srgbClr val="8A0E5E"/>
              </a:solidFill>
              <a:prstDash val="lgDash"/>
              <a:round/>
              <a:headEnd len="med" w="med" type="none"/>
              <a:tailEnd len="lg" w="lg" type="stealth"/>
            </a:ln>
          </p:spPr>
        </p:cxnSp>
        <p:sp>
          <p:nvSpPr>
            <p:cNvPr id="1534" name="Google Shape;1534;p44"/>
            <p:cNvSpPr/>
            <p:nvPr/>
          </p:nvSpPr>
          <p:spPr>
            <a:xfrm>
              <a:off x="6438900" y="4318000"/>
              <a:ext cx="963084" cy="55399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chemeClr val="dk1"/>
                  </a:solidFill>
                  <a:latin typeface="Constantia"/>
                  <a:ea typeface="Constantia"/>
                  <a:cs typeface="Constantia"/>
                  <a:sym typeface="Constantia"/>
                </a:rPr>
                <a:t>&lt;&lt;subsystem&gt;&gt;</a:t>
              </a:r>
              <a:endParaRPr/>
            </a:p>
            <a:p>
              <a:pPr indent="0" lvl="0" marL="0" marR="0" rtl="0" algn="ctr">
                <a:spcBef>
                  <a:spcPts val="0"/>
                </a:spcBef>
                <a:spcAft>
                  <a:spcPts val="0"/>
                </a:spcAft>
                <a:buNone/>
              </a:pPr>
              <a:r>
                <a:rPr lang="en-US" sz="1200">
                  <a:solidFill>
                    <a:schemeClr val="dk1"/>
                  </a:solidFill>
                  <a:latin typeface="Constantia"/>
                  <a:ea typeface="Constantia"/>
                  <a:cs typeface="Constantia"/>
                  <a:sym typeface="Constantia"/>
                </a:rPr>
                <a:t>Security</a:t>
              </a:r>
              <a:endParaRPr/>
            </a:p>
            <a:p>
              <a:pPr indent="0" lvl="0" marL="0" marR="0" rtl="0" algn="ctr">
                <a:spcBef>
                  <a:spcPts val="0"/>
                </a:spcBef>
                <a:spcAft>
                  <a:spcPts val="0"/>
                </a:spcAft>
                <a:buNone/>
              </a:pPr>
              <a:r>
                <a:rPr lang="en-US" sz="1200">
                  <a:solidFill>
                    <a:schemeClr val="dk1"/>
                  </a:solidFill>
                  <a:latin typeface="Constantia"/>
                  <a:ea typeface="Constantia"/>
                  <a:cs typeface="Constantia"/>
                  <a:sym typeface="Constantia"/>
                </a:rPr>
                <a:t>Manager</a:t>
              </a:r>
              <a:endParaRPr sz="1200">
                <a:solidFill>
                  <a:schemeClr val="dk1"/>
                </a:solidFill>
                <a:latin typeface="Arial"/>
                <a:ea typeface="Arial"/>
                <a:cs typeface="Arial"/>
                <a:sym typeface="Arial"/>
              </a:endParaRPr>
            </a:p>
          </p:txBody>
        </p:sp>
        <p:sp>
          <p:nvSpPr>
            <p:cNvPr id="1535" name="Google Shape;1535;p44"/>
            <p:cNvSpPr/>
            <p:nvPr/>
          </p:nvSpPr>
          <p:spPr>
            <a:xfrm>
              <a:off x="1308100" y="2306638"/>
              <a:ext cx="1185863" cy="652462"/>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536" name="Google Shape;1536;p44"/>
            <p:cNvSpPr/>
            <p:nvPr/>
          </p:nvSpPr>
          <p:spPr>
            <a:xfrm>
              <a:off x="1304925" y="2103438"/>
              <a:ext cx="476250" cy="203200"/>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537" name="Google Shape;1537;p44"/>
            <p:cNvSpPr/>
            <p:nvPr/>
          </p:nvSpPr>
          <p:spPr>
            <a:xfrm>
              <a:off x="1430338" y="2508250"/>
              <a:ext cx="822085"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BillingSystem</a:t>
              </a:r>
              <a:endParaRPr sz="1800">
                <a:solidFill>
                  <a:schemeClr val="dk1"/>
                </a:solidFill>
                <a:latin typeface="Arial"/>
                <a:ea typeface="Arial"/>
                <a:cs typeface="Arial"/>
                <a:sym typeface="Arial"/>
              </a:endParaRPr>
            </a:p>
          </p:txBody>
        </p:sp>
        <p:sp>
          <p:nvSpPr>
            <p:cNvPr id="1538" name="Google Shape;1538;p44"/>
            <p:cNvSpPr/>
            <p:nvPr/>
          </p:nvSpPr>
          <p:spPr>
            <a:xfrm>
              <a:off x="1352550" y="2328863"/>
              <a:ext cx="963084"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&lt;&lt;subsystem&gt;&gt;</a:t>
              </a:r>
              <a:endParaRPr sz="1800">
                <a:solidFill>
                  <a:schemeClr val="dk1"/>
                </a:solidFill>
                <a:latin typeface="Arial"/>
                <a:ea typeface="Arial"/>
                <a:cs typeface="Arial"/>
                <a:sym typeface="Arial"/>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2" name="Shape 1542"/>
        <p:cNvGrpSpPr/>
        <p:nvPr/>
      </p:nvGrpSpPr>
      <p:grpSpPr>
        <a:xfrm>
          <a:off x="0" y="0"/>
          <a:ext cx="0" cy="0"/>
          <a:chOff x="0" y="0"/>
          <a:chExt cx="0" cy="0"/>
        </a:xfrm>
      </p:grpSpPr>
      <p:sp>
        <p:nvSpPr>
          <p:cNvPr id="1543" name="Google Shape;1543;p45"/>
          <p:cNvSpPr txBox="1"/>
          <p:nvPr>
            <p:ph type="title"/>
          </p:nvPr>
        </p:nvSpPr>
        <p:spPr>
          <a:xfrm>
            <a:off x="457200" y="704088"/>
            <a:ext cx="8229600" cy="8199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Ví dụ: Tầng Middleware</a:t>
            </a:r>
            <a:endParaRPr/>
          </a:p>
        </p:txBody>
      </p:sp>
      <p:sp>
        <p:nvSpPr>
          <p:cNvPr id="1544" name="Google Shape;1544;p4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1545" name="Google Shape;1545;p45"/>
          <p:cNvGrpSpPr/>
          <p:nvPr/>
        </p:nvGrpSpPr>
        <p:grpSpPr>
          <a:xfrm>
            <a:off x="457200" y="2057400"/>
            <a:ext cx="8229600" cy="2286000"/>
            <a:chOff x="787400" y="2038350"/>
            <a:chExt cx="7620000" cy="2341563"/>
          </a:xfrm>
        </p:grpSpPr>
        <p:sp>
          <p:nvSpPr>
            <p:cNvPr id="1546" name="Google Shape;1546;p45"/>
            <p:cNvSpPr/>
            <p:nvPr/>
          </p:nvSpPr>
          <p:spPr>
            <a:xfrm>
              <a:off x="787400" y="2444750"/>
              <a:ext cx="3568700" cy="1935163"/>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Constantia"/>
                <a:ea typeface="Constantia"/>
                <a:cs typeface="Constantia"/>
                <a:sym typeface="Constantia"/>
              </a:endParaRPr>
            </a:p>
          </p:txBody>
        </p:sp>
        <p:sp>
          <p:nvSpPr>
            <p:cNvPr id="1547" name="Google Shape;1547;p45"/>
            <p:cNvSpPr/>
            <p:nvPr/>
          </p:nvSpPr>
          <p:spPr>
            <a:xfrm>
              <a:off x="787400" y="2051050"/>
              <a:ext cx="898525" cy="393700"/>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700">
                <a:solidFill>
                  <a:schemeClr val="dk1"/>
                </a:solidFill>
                <a:latin typeface="Constantia"/>
                <a:ea typeface="Constantia"/>
                <a:cs typeface="Constantia"/>
                <a:sym typeface="Constantia"/>
              </a:endParaRPr>
            </a:p>
          </p:txBody>
        </p:sp>
        <p:sp>
          <p:nvSpPr>
            <p:cNvPr id="1548" name="Google Shape;1548;p45"/>
            <p:cNvSpPr/>
            <p:nvPr/>
          </p:nvSpPr>
          <p:spPr>
            <a:xfrm>
              <a:off x="2311400" y="2474913"/>
              <a:ext cx="714747"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chemeClr val="dk1"/>
                  </a:solidFill>
                  <a:latin typeface="Constantia"/>
                  <a:ea typeface="Constantia"/>
                  <a:cs typeface="Constantia"/>
                  <a:sym typeface="Constantia"/>
                </a:rPr>
                <a:t>com.odi</a:t>
              </a:r>
              <a:endParaRPr sz="1700">
                <a:solidFill>
                  <a:schemeClr val="dk1"/>
                </a:solidFill>
                <a:latin typeface="Arial"/>
                <a:ea typeface="Arial"/>
                <a:cs typeface="Arial"/>
                <a:sym typeface="Arial"/>
              </a:endParaRPr>
            </a:p>
          </p:txBody>
        </p:sp>
        <p:sp>
          <p:nvSpPr>
            <p:cNvPr id="1549" name="Google Shape;1549;p45"/>
            <p:cNvSpPr/>
            <p:nvPr/>
          </p:nvSpPr>
          <p:spPr>
            <a:xfrm>
              <a:off x="3251200" y="3656013"/>
              <a:ext cx="939800" cy="528637"/>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1550" name="Google Shape;1550;p45"/>
            <p:cNvSpPr/>
            <p:nvPr/>
          </p:nvSpPr>
          <p:spPr>
            <a:xfrm>
              <a:off x="3341688" y="3708400"/>
              <a:ext cx="581826" cy="184666"/>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Database</a:t>
              </a:r>
              <a:endParaRPr sz="1200">
                <a:solidFill>
                  <a:schemeClr val="dk1"/>
                </a:solidFill>
                <a:latin typeface="Arial"/>
                <a:ea typeface="Arial"/>
                <a:cs typeface="Arial"/>
                <a:sym typeface="Arial"/>
              </a:endParaRPr>
            </a:p>
          </p:txBody>
        </p:sp>
        <p:sp>
          <p:nvSpPr>
            <p:cNvPr id="1551" name="Google Shape;1551;p45"/>
            <p:cNvSpPr/>
            <p:nvPr/>
          </p:nvSpPr>
          <p:spPr>
            <a:xfrm>
              <a:off x="3313113" y="3933825"/>
              <a:ext cx="935577" cy="184666"/>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(from com.odi)</a:t>
              </a:r>
              <a:endParaRPr sz="1200">
                <a:solidFill>
                  <a:schemeClr val="dk1"/>
                </a:solidFill>
                <a:latin typeface="Arial"/>
                <a:ea typeface="Arial"/>
                <a:cs typeface="Arial"/>
                <a:sym typeface="Arial"/>
              </a:endParaRPr>
            </a:p>
          </p:txBody>
        </p:sp>
        <p:sp>
          <p:nvSpPr>
            <p:cNvPr id="1552" name="Google Shape;1552;p45"/>
            <p:cNvSpPr/>
            <p:nvPr/>
          </p:nvSpPr>
          <p:spPr>
            <a:xfrm>
              <a:off x="2565400" y="2894013"/>
              <a:ext cx="998538" cy="528637"/>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1553" name="Google Shape;1553;p45"/>
            <p:cNvSpPr/>
            <p:nvPr/>
          </p:nvSpPr>
          <p:spPr>
            <a:xfrm>
              <a:off x="2743200" y="2946400"/>
              <a:ext cx="466474" cy="184666"/>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Session</a:t>
              </a:r>
              <a:endParaRPr sz="1200">
                <a:solidFill>
                  <a:schemeClr val="dk1"/>
                </a:solidFill>
                <a:latin typeface="Arial"/>
                <a:ea typeface="Arial"/>
                <a:cs typeface="Arial"/>
                <a:sym typeface="Arial"/>
              </a:endParaRPr>
            </a:p>
          </p:txBody>
        </p:sp>
        <p:sp>
          <p:nvSpPr>
            <p:cNvPr id="1554" name="Google Shape;1554;p45"/>
            <p:cNvSpPr/>
            <p:nvPr/>
          </p:nvSpPr>
          <p:spPr>
            <a:xfrm>
              <a:off x="2651125" y="3171825"/>
              <a:ext cx="935577" cy="184666"/>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(from com.odi)</a:t>
              </a:r>
              <a:endParaRPr sz="1200">
                <a:solidFill>
                  <a:schemeClr val="dk1"/>
                </a:solidFill>
                <a:latin typeface="Arial"/>
                <a:ea typeface="Arial"/>
                <a:cs typeface="Arial"/>
                <a:sym typeface="Arial"/>
              </a:endParaRPr>
            </a:p>
          </p:txBody>
        </p:sp>
        <p:sp>
          <p:nvSpPr>
            <p:cNvPr id="1555" name="Google Shape;1555;p45"/>
            <p:cNvSpPr/>
            <p:nvPr/>
          </p:nvSpPr>
          <p:spPr>
            <a:xfrm>
              <a:off x="1651000" y="3656013"/>
              <a:ext cx="1150938" cy="528637"/>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1556" name="Google Shape;1556;p45"/>
            <p:cNvSpPr/>
            <p:nvPr/>
          </p:nvSpPr>
          <p:spPr>
            <a:xfrm>
              <a:off x="1763713" y="3708400"/>
              <a:ext cx="718274" cy="184666"/>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Transaction</a:t>
              </a:r>
              <a:endParaRPr sz="1200">
                <a:solidFill>
                  <a:schemeClr val="dk1"/>
                </a:solidFill>
                <a:latin typeface="Arial"/>
                <a:ea typeface="Arial"/>
                <a:cs typeface="Arial"/>
                <a:sym typeface="Arial"/>
              </a:endParaRPr>
            </a:p>
          </p:txBody>
        </p:sp>
        <p:sp>
          <p:nvSpPr>
            <p:cNvPr id="1557" name="Google Shape;1557;p45"/>
            <p:cNvSpPr/>
            <p:nvPr/>
          </p:nvSpPr>
          <p:spPr>
            <a:xfrm>
              <a:off x="1817688" y="3933825"/>
              <a:ext cx="935577" cy="184666"/>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(from com.odi)</a:t>
              </a:r>
              <a:endParaRPr sz="1200">
                <a:solidFill>
                  <a:schemeClr val="dk1"/>
                </a:solidFill>
                <a:latin typeface="Arial"/>
                <a:ea typeface="Arial"/>
                <a:cs typeface="Arial"/>
                <a:sym typeface="Arial"/>
              </a:endParaRPr>
            </a:p>
          </p:txBody>
        </p:sp>
        <p:sp>
          <p:nvSpPr>
            <p:cNvPr id="1558" name="Google Shape;1558;p45"/>
            <p:cNvSpPr/>
            <p:nvPr/>
          </p:nvSpPr>
          <p:spPr>
            <a:xfrm>
              <a:off x="965200" y="2894013"/>
              <a:ext cx="1150938" cy="528637"/>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1559" name="Google Shape;1559;p45"/>
            <p:cNvSpPr/>
            <p:nvPr/>
          </p:nvSpPr>
          <p:spPr>
            <a:xfrm>
              <a:off x="1368425" y="2946400"/>
              <a:ext cx="285335" cy="184666"/>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Map</a:t>
              </a:r>
              <a:endParaRPr sz="1200">
                <a:solidFill>
                  <a:schemeClr val="dk1"/>
                </a:solidFill>
                <a:latin typeface="Arial"/>
                <a:ea typeface="Arial"/>
                <a:cs typeface="Arial"/>
                <a:sym typeface="Arial"/>
              </a:endParaRPr>
            </a:p>
          </p:txBody>
        </p:sp>
        <p:sp>
          <p:nvSpPr>
            <p:cNvPr id="1560" name="Google Shape;1560;p45"/>
            <p:cNvSpPr/>
            <p:nvPr/>
          </p:nvSpPr>
          <p:spPr>
            <a:xfrm>
              <a:off x="1131888" y="3171825"/>
              <a:ext cx="935577" cy="184666"/>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(from com.odi)</a:t>
              </a:r>
              <a:endParaRPr sz="1200">
                <a:solidFill>
                  <a:schemeClr val="dk1"/>
                </a:solidFill>
                <a:latin typeface="Arial"/>
                <a:ea typeface="Arial"/>
                <a:cs typeface="Arial"/>
                <a:sym typeface="Arial"/>
              </a:endParaRPr>
            </a:p>
          </p:txBody>
        </p:sp>
        <p:sp>
          <p:nvSpPr>
            <p:cNvPr id="1561" name="Google Shape;1561;p45"/>
            <p:cNvSpPr/>
            <p:nvPr/>
          </p:nvSpPr>
          <p:spPr>
            <a:xfrm>
              <a:off x="4838700" y="2444750"/>
              <a:ext cx="3568700" cy="1935163"/>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Constantia"/>
                <a:ea typeface="Constantia"/>
                <a:cs typeface="Constantia"/>
                <a:sym typeface="Constantia"/>
              </a:endParaRPr>
            </a:p>
          </p:txBody>
        </p:sp>
        <p:sp>
          <p:nvSpPr>
            <p:cNvPr id="1562" name="Google Shape;1562;p45"/>
            <p:cNvSpPr/>
            <p:nvPr/>
          </p:nvSpPr>
          <p:spPr>
            <a:xfrm>
              <a:off x="4838700" y="2038350"/>
              <a:ext cx="847725" cy="406400"/>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700">
                <a:solidFill>
                  <a:schemeClr val="dk1"/>
                </a:solidFill>
                <a:latin typeface="Constantia"/>
                <a:ea typeface="Constantia"/>
                <a:cs typeface="Constantia"/>
                <a:sym typeface="Constantia"/>
              </a:endParaRPr>
            </a:p>
          </p:txBody>
        </p:sp>
        <p:sp>
          <p:nvSpPr>
            <p:cNvPr id="1563" name="Google Shape;1563;p45"/>
            <p:cNvSpPr/>
            <p:nvPr/>
          </p:nvSpPr>
          <p:spPr>
            <a:xfrm>
              <a:off x="6362700" y="2474913"/>
              <a:ext cx="655244"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chemeClr val="dk1"/>
                  </a:solidFill>
                  <a:latin typeface="Constantia"/>
                  <a:ea typeface="Constantia"/>
                  <a:cs typeface="Constantia"/>
                  <a:sym typeface="Constantia"/>
                </a:rPr>
                <a:t>java.sql</a:t>
              </a:r>
              <a:endParaRPr sz="1700">
                <a:solidFill>
                  <a:schemeClr val="dk1"/>
                </a:solidFill>
                <a:latin typeface="Arial"/>
                <a:ea typeface="Arial"/>
                <a:cs typeface="Arial"/>
                <a:sym typeface="Arial"/>
              </a:endParaRPr>
            </a:p>
          </p:txBody>
        </p:sp>
        <p:sp>
          <p:nvSpPr>
            <p:cNvPr id="1564" name="Google Shape;1564;p45"/>
            <p:cNvSpPr/>
            <p:nvPr/>
          </p:nvSpPr>
          <p:spPr>
            <a:xfrm>
              <a:off x="7086600" y="3643313"/>
              <a:ext cx="939800" cy="528637"/>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1565" name="Google Shape;1565;p45"/>
            <p:cNvSpPr/>
            <p:nvPr/>
          </p:nvSpPr>
          <p:spPr>
            <a:xfrm>
              <a:off x="7177088" y="3695700"/>
              <a:ext cx="583173" cy="184666"/>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ResultSet</a:t>
              </a:r>
              <a:endParaRPr sz="1200">
                <a:solidFill>
                  <a:schemeClr val="dk1"/>
                </a:solidFill>
                <a:latin typeface="Arial"/>
                <a:ea typeface="Arial"/>
                <a:cs typeface="Arial"/>
                <a:sym typeface="Arial"/>
              </a:endParaRPr>
            </a:p>
          </p:txBody>
        </p:sp>
        <p:sp>
          <p:nvSpPr>
            <p:cNvPr id="1566" name="Google Shape;1566;p45"/>
            <p:cNvSpPr/>
            <p:nvPr/>
          </p:nvSpPr>
          <p:spPr>
            <a:xfrm>
              <a:off x="7148513" y="3921125"/>
              <a:ext cx="935577" cy="184666"/>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(from com.odi)</a:t>
              </a:r>
              <a:endParaRPr sz="1200">
                <a:solidFill>
                  <a:schemeClr val="dk1"/>
                </a:solidFill>
                <a:latin typeface="Arial"/>
                <a:ea typeface="Arial"/>
                <a:cs typeface="Arial"/>
                <a:sym typeface="Arial"/>
              </a:endParaRPr>
            </a:p>
          </p:txBody>
        </p:sp>
        <p:sp>
          <p:nvSpPr>
            <p:cNvPr id="1567" name="Google Shape;1567;p45"/>
            <p:cNvSpPr/>
            <p:nvPr/>
          </p:nvSpPr>
          <p:spPr>
            <a:xfrm>
              <a:off x="6997700" y="2881313"/>
              <a:ext cx="1219200" cy="528637"/>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1568" name="Google Shape;1568;p45"/>
            <p:cNvSpPr/>
            <p:nvPr/>
          </p:nvSpPr>
          <p:spPr>
            <a:xfrm>
              <a:off x="7158038" y="2933700"/>
              <a:ext cx="714939" cy="184666"/>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Connection</a:t>
              </a:r>
              <a:endParaRPr sz="1200">
                <a:solidFill>
                  <a:schemeClr val="dk1"/>
                </a:solidFill>
                <a:latin typeface="Arial"/>
                <a:ea typeface="Arial"/>
                <a:cs typeface="Arial"/>
                <a:sym typeface="Arial"/>
              </a:endParaRPr>
            </a:p>
          </p:txBody>
        </p:sp>
        <p:sp>
          <p:nvSpPr>
            <p:cNvPr id="1569" name="Google Shape;1569;p45"/>
            <p:cNvSpPr/>
            <p:nvPr/>
          </p:nvSpPr>
          <p:spPr>
            <a:xfrm>
              <a:off x="7197725" y="3159125"/>
              <a:ext cx="935577" cy="184666"/>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(from com.odi)</a:t>
              </a:r>
              <a:endParaRPr sz="1200">
                <a:solidFill>
                  <a:schemeClr val="dk1"/>
                </a:solidFill>
                <a:latin typeface="Arial"/>
                <a:ea typeface="Arial"/>
                <a:cs typeface="Arial"/>
                <a:sym typeface="Arial"/>
              </a:endParaRPr>
            </a:p>
          </p:txBody>
        </p:sp>
        <p:sp>
          <p:nvSpPr>
            <p:cNvPr id="1570" name="Google Shape;1570;p45"/>
            <p:cNvSpPr/>
            <p:nvPr/>
          </p:nvSpPr>
          <p:spPr>
            <a:xfrm>
              <a:off x="5334000" y="3643313"/>
              <a:ext cx="1150938" cy="528637"/>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sp>
          <p:nvSpPr>
            <p:cNvPr id="1571" name="Google Shape;1571;p45"/>
            <p:cNvSpPr/>
            <p:nvPr/>
          </p:nvSpPr>
          <p:spPr>
            <a:xfrm>
              <a:off x="5505450" y="3695700"/>
              <a:ext cx="649280" cy="184666"/>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Statement</a:t>
              </a:r>
              <a:endParaRPr sz="1200">
                <a:solidFill>
                  <a:schemeClr val="dk1"/>
                </a:solidFill>
                <a:latin typeface="Arial"/>
                <a:ea typeface="Arial"/>
                <a:cs typeface="Arial"/>
                <a:sym typeface="Arial"/>
              </a:endParaRPr>
            </a:p>
          </p:txBody>
        </p:sp>
        <p:sp>
          <p:nvSpPr>
            <p:cNvPr id="1572" name="Google Shape;1572;p45"/>
            <p:cNvSpPr/>
            <p:nvPr/>
          </p:nvSpPr>
          <p:spPr>
            <a:xfrm>
              <a:off x="5500688" y="3921125"/>
              <a:ext cx="935577" cy="184666"/>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(from com.odi)</a:t>
              </a:r>
              <a:endParaRPr sz="1200">
                <a:solidFill>
                  <a:schemeClr val="dk1"/>
                </a:solidFill>
                <a:latin typeface="Arial"/>
                <a:ea typeface="Arial"/>
                <a:cs typeface="Arial"/>
                <a:sym typeface="Arial"/>
              </a:endParaRPr>
            </a:p>
          </p:txBody>
        </p:sp>
        <p:sp>
          <p:nvSpPr>
            <p:cNvPr id="1573" name="Google Shape;1573;p45"/>
            <p:cNvSpPr/>
            <p:nvPr/>
          </p:nvSpPr>
          <p:spPr>
            <a:xfrm>
              <a:off x="5067300" y="2881313"/>
              <a:ext cx="1600200" cy="533400"/>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nstantia"/>
                <a:ea typeface="Constantia"/>
                <a:cs typeface="Constantia"/>
                <a:sym typeface="Constantia"/>
              </a:endParaRPr>
            </a:p>
          </p:txBody>
        </p:sp>
        <p:grpSp>
          <p:nvGrpSpPr>
            <p:cNvPr id="1574" name="Google Shape;1574;p45"/>
            <p:cNvGrpSpPr/>
            <p:nvPr/>
          </p:nvGrpSpPr>
          <p:grpSpPr>
            <a:xfrm>
              <a:off x="5302250" y="2933700"/>
              <a:ext cx="1111250" cy="409575"/>
              <a:chOff x="3252" y="2865"/>
              <a:chExt cx="700" cy="258"/>
            </a:xfrm>
          </p:grpSpPr>
          <p:sp>
            <p:nvSpPr>
              <p:cNvPr id="1575" name="Google Shape;1575;p45"/>
              <p:cNvSpPr/>
              <p:nvPr/>
            </p:nvSpPr>
            <p:spPr>
              <a:xfrm>
                <a:off x="3252" y="2865"/>
                <a:ext cx="592" cy="1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DriverManager</a:t>
                </a:r>
                <a:endParaRPr sz="1200">
                  <a:solidFill>
                    <a:schemeClr val="dk1"/>
                  </a:solidFill>
                  <a:latin typeface="Arial"/>
                  <a:ea typeface="Arial"/>
                  <a:cs typeface="Arial"/>
                  <a:sym typeface="Arial"/>
                </a:endParaRPr>
              </a:p>
            </p:txBody>
          </p:sp>
          <p:sp>
            <p:nvSpPr>
              <p:cNvPr id="1576" name="Google Shape;1576;p45"/>
              <p:cNvSpPr/>
              <p:nvPr/>
            </p:nvSpPr>
            <p:spPr>
              <a:xfrm>
                <a:off x="3363" y="3007"/>
                <a:ext cx="589" cy="1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(from com.odi)</a:t>
                </a:r>
                <a:endParaRPr sz="1200">
                  <a:solidFill>
                    <a:schemeClr val="dk1"/>
                  </a:solidFill>
                  <a:latin typeface="Arial"/>
                  <a:ea typeface="Arial"/>
                  <a:cs typeface="Arial"/>
                  <a:sym typeface="Arial"/>
                </a:endParaRPr>
              </a:p>
            </p:txBody>
          </p:sp>
        </p:grpSp>
      </p:gr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0" name="Shape 1580"/>
        <p:cNvGrpSpPr/>
        <p:nvPr/>
      </p:nvGrpSpPr>
      <p:grpSpPr>
        <a:xfrm>
          <a:off x="0" y="0"/>
          <a:ext cx="0" cy="0"/>
          <a:chOff x="0" y="0"/>
          <a:chExt cx="0" cy="0"/>
        </a:xfrm>
      </p:grpSpPr>
      <p:sp>
        <p:nvSpPr>
          <p:cNvPr id="1581" name="Google Shape;1581;p46"/>
          <p:cNvSpPr txBox="1"/>
          <p:nvPr>
            <p:ph type="title"/>
          </p:nvPr>
        </p:nvSpPr>
        <p:spPr>
          <a:xfrm>
            <a:off x="2895600" y="24384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The End.</a:t>
            </a:r>
            <a:endParaRPr/>
          </a:p>
        </p:txBody>
      </p:sp>
      <p:sp>
        <p:nvSpPr>
          <p:cNvPr id="1582" name="Google Shape;1582;p4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2017-11-13T20:26:15Z</dcterms:created>
  <dc:creator>ThuGiang</dc:creator>
</cp:coreProperties>
</file>