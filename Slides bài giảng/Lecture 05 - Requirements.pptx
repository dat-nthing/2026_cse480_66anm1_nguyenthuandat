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6858000" cx="9144000"/>
  <p:notesSz cx="6858000" cy="9144000"/>
  <p:embeddedFontLst>
    <p:embeddedFont>
      <p:font typeface="Constantia"/>
      <p:regular r:id="rId35"/>
      <p:bold r:id="rId36"/>
      <p:italic r:id="rId37"/>
      <p:boldItalic r:id="rId38"/>
    </p:embeddedFont>
    <p:embeddedFont>
      <p:font typeface="Tahom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hSmqIMJc0VUSbMgRECASWztAdG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D18C68-110B-4564-8BAE-FDEA68422889}">
  <a:tblStyle styleId="{8FD18C68-110B-4564-8BAE-FDEA6842288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bold.fntdata"/><Relationship Id="rId20" Type="http://schemas.openxmlformats.org/officeDocument/2006/relationships/slide" Target="slides/slide13.xml"/><Relationship Id="rId41"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Constantia-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Constantia-italic.fntdata"/><Relationship Id="rId14" Type="http://schemas.openxmlformats.org/officeDocument/2006/relationships/slide" Target="slides/slide7.xml"/><Relationship Id="rId36" Type="http://schemas.openxmlformats.org/officeDocument/2006/relationships/font" Target="fonts/Constantia-bold.fntdata"/><Relationship Id="rId17" Type="http://schemas.openxmlformats.org/officeDocument/2006/relationships/slide" Target="slides/slide10.xml"/><Relationship Id="rId39" Type="http://schemas.openxmlformats.org/officeDocument/2006/relationships/font" Target="fonts/Tahoma-regular.fntdata"/><Relationship Id="rId16" Type="http://schemas.openxmlformats.org/officeDocument/2006/relationships/slide" Target="slides/slide9.xml"/><Relationship Id="rId38" Type="http://schemas.openxmlformats.org/officeDocument/2006/relationships/font" Target="fonts/Constantia-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1" name="Google Shape;12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f0ca658b18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f0ca658b1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3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1"/>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3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3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30"/>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0"/>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33"/>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3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3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4"/>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34"/>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3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5"/>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35"/>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35"/>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35"/>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3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36"/>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3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38"/>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8"/>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38"/>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39"/>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39"/>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39"/>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9"/>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9"/>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39"/>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39"/>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39"/>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4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0"/>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41"/>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41"/>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4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29"/>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29"/>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2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2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2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29"/>
          <p:cNvGrpSpPr/>
          <p:nvPr/>
        </p:nvGrpSpPr>
        <p:grpSpPr>
          <a:xfrm>
            <a:off x="-29294" y="-16113"/>
            <a:ext cx="9198255" cy="1086266"/>
            <a:chOff x="-29322" y="-1971"/>
            <a:chExt cx="9198255" cy="1086266"/>
          </a:xfrm>
        </p:grpSpPr>
        <p:sp>
          <p:nvSpPr>
            <p:cNvPr id="18" name="Google Shape;18;p29"/>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29"/>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28"/>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28"/>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2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2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28"/>
          <p:cNvGrpSpPr/>
          <p:nvPr/>
        </p:nvGrpSpPr>
        <p:grpSpPr>
          <a:xfrm>
            <a:off x="-29294" y="-16113"/>
            <a:ext cx="9198255" cy="1086266"/>
            <a:chOff x="-29322" y="-1971"/>
            <a:chExt cx="9198255" cy="1086266"/>
          </a:xfrm>
        </p:grpSpPr>
        <p:sp>
          <p:nvSpPr>
            <p:cNvPr id="35" name="Google Shape;35;p28"/>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28"/>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Requirements</a:t>
            </a:r>
            <a:r>
              <a:rPr b="0" i="0" lang="en-US" sz="3200" u="none" cap="none" strike="noStrike">
                <a:solidFill>
                  <a:schemeClr val="lt1"/>
                </a:solidFill>
                <a:latin typeface="Constantia"/>
                <a:ea typeface="Constantia"/>
                <a:cs typeface="Constantia"/>
                <a:sym typeface="Constantia"/>
              </a:rPr>
              <a:t> – Yêu cầu</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Nội dung</a:t>
            </a:r>
            <a:endParaRPr/>
          </a:p>
        </p:txBody>
      </p:sp>
      <p:sp>
        <p:nvSpPr>
          <p:cNvPr id="124" name="Google Shape;124;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25" name="Google Shape;125;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Quy trình phát triển HĐT(OO) - RUP</a:t>
            </a:r>
            <a:endParaRPr/>
          </a:p>
          <a:p>
            <a:pPr indent="-274320" lvl="0" marL="274320" rtl="0" algn="l">
              <a:spcBef>
                <a:spcPts val="520"/>
              </a:spcBef>
              <a:spcAft>
                <a:spcPts val="0"/>
              </a:spcAft>
              <a:buSzPts val="2470"/>
              <a:buChar char="⚫"/>
            </a:pPr>
            <a:r>
              <a:rPr lang="en-US"/>
              <a:t>Mô hình hóa nghiệp vụ</a:t>
            </a:r>
            <a:endParaRPr/>
          </a:p>
          <a:p>
            <a:pPr indent="-274320" lvl="0" marL="274320" rtl="0" algn="l">
              <a:spcBef>
                <a:spcPts val="520"/>
              </a:spcBef>
              <a:spcAft>
                <a:spcPts val="0"/>
              </a:spcAft>
              <a:buSzPts val="2470"/>
              <a:buChar char="⚫"/>
            </a:pPr>
            <a:r>
              <a:rPr lang="en-US"/>
              <a:t>Requirement – Yêu cầu</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Quy trình phát triển HĐT</a:t>
            </a:r>
            <a:endParaRPr/>
          </a:p>
        </p:txBody>
      </p:sp>
      <p:sp>
        <p:nvSpPr>
          <p:cNvPr id="131" name="Google Shape;131;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Quy trình phát triển theo chức năng gặp nhiều hạn chế, thiếu các tiêu chí chất lượng và đặc biệt tính bảo trì được.</a:t>
            </a:r>
            <a:endParaRPr/>
          </a:p>
          <a:p>
            <a:pPr indent="-274320" lvl="0" marL="274320" rtl="0" algn="l">
              <a:spcBef>
                <a:spcPts val="520"/>
              </a:spcBef>
              <a:spcAft>
                <a:spcPts val="0"/>
              </a:spcAft>
              <a:buSzPts val="2470"/>
              <a:buChar char="⚫"/>
            </a:pPr>
            <a:r>
              <a:rPr lang="en-US"/>
              <a:t>Từ đấy phát sinh ra quy trình phát triển theo hướng đối tượng (OO).</a:t>
            </a:r>
            <a:endParaRPr/>
          </a:p>
          <a:p>
            <a:pPr indent="-274320" lvl="0" marL="274320" rtl="0" algn="l">
              <a:spcBef>
                <a:spcPts val="520"/>
              </a:spcBef>
              <a:spcAft>
                <a:spcPts val="0"/>
              </a:spcAft>
              <a:buSzPts val="2470"/>
              <a:buChar char="⚫"/>
            </a:pPr>
            <a:r>
              <a:rPr lang="en-US"/>
              <a:t>RUP – Rational Unified Process – Quy trình đồng nhất hợp nhất là một trong những quy trình như vậy</a:t>
            </a:r>
            <a:endParaRPr/>
          </a:p>
        </p:txBody>
      </p:sp>
      <p:sp>
        <p:nvSpPr>
          <p:cNvPr id="132" name="Google Shape;132;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f0ca658b18_0_0"/>
          <p:cNvSpPr txBox="1"/>
          <p:nvPr>
            <p:ph idx="1" type="body"/>
          </p:nvPr>
        </p:nvSpPr>
        <p:spPr>
          <a:xfrm>
            <a:off x="457200" y="589075"/>
            <a:ext cx="8229600" cy="19698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470"/>
              <a:buChar char="⚫"/>
            </a:pPr>
            <a:r>
              <a:rPr lang="en-US"/>
              <a:t>Các triệu chứng của vấn đề phát triển phần mềm</a:t>
            </a:r>
            <a:endParaRPr/>
          </a:p>
          <a:p>
            <a:pPr indent="-246888" lvl="1" marL="640080" rtl="0" algn="l">
              <a:spcBef>
                <a:spcPts val="480"/>
              </a:spcBef>
              <a:spcAft>
                <a:spcPts val="0"/>
              </a:spcAft>
              <a:buSzPts val="2040"/>
              <a:buChar char="⚫"/>
            </a:pPr>
            <a:r>
              <a:rPr lang="en-US"/>
              <a:t>Triệu chứng (Symptoms) – Các vấn đề xấu trong phần mềm. Việc xử lý các triệu chứng xấu sẽ làm chất lượng phần mềm cao theo định hướng lặp và dự đoán được</a:t>
            </a:r>
            <a:endParaRPr/>
          </a:p>
          <a:p>
            <a:pPr indent="-117348" lvl="1" marL="640080" rtl="0" algn="l">
              <a:spcBef>
                <a:spcPts val="480"/>
              </a:spcBef>
              <a:spcAft>
                <a:spcPts val="0"/>
              </a:spcAft>
              <a:buSzPts val="2040"/>
              <a:buNone/>
            </a:pPr>
            <a:r>
              <a:t/>
            </a:r>
            <a:endParaRPr/>
          </a:p>
        </p:txBody>
      </p:sp>
      <p:sp>
        <p:nvSpPr>
          <p:cNvPr id="138" name="Google Shape;138;gf0ca658b18_0_0"/>
          <p:cNvSpPr txBox="1"/>
          <p:nvPr>
            <p:ph idx="12" type="sldNum"/>
          </p:nvPr>
        </p:nvSpPr>
        <p:spPr>
          <a:xfrm>
            <a:off x="7924800" y="6356350"/>
            <a:ext cx="762000" cy="3651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39" name="Google Shape;139;gf0ca658b18_0_0"/>
          <p:cNvGraphicFramePr/>
          <p:nvPr/>
        </p:nvGraphicFramePr>
        <p:xfrm>
          <a:off x="531825" y="2212340"/>
          <a:ext cx="3000000" cy="3000000"/>
        </p:xfrm>
        <a:graphic>
          <a:graphicData uri="http://schemas.openxmlformats.org/drawingml/2006/table">
            <a:tbl>
              <a:tblPr>
                <a:noFill/>
                <a:tableStyleId>{8FD18C68-110B-4564-8BAE-FDEA68422889}</a:tableStyleId>
              </a:tblPr>
              <a:tblGrid>
                <a:gridCol w="2808725"/>
                <a:gridCol w="2739575"/>
                <a:gridCol w="2774150"/>
              </a:tblGrid>
              <a:tr h="356275">
                <a:tc>
                  <a:txBody>
                    <a:bodyPr/>
                    <a:lstStyle/>
                    <a:p>
                      <a:pPr indent="0" lvl="0" marL="0" rtl="0" algn="ctr">
                        <a:spcBef>
                          <a:spcPts val="0"/>
                        </a:spcBef>
                        <a:spcAft>
                          <a:spcPts val="0"/>
                        </a:spcAft>
                        <a:buNone/>
                      </a:pPr>
                      <a:r>
                        <a:rPr b="1" lang="en-US" sz="1600"/>
                        <a:t>Triệu chứng</a:t>
                      </a:r>
                      <a:endParaRPr b="1" sz="1600"/>
                    </a:p>
                  </a:txBody>
                  <a:tcPr marT="91425" marB="91425" marR="91425" marL="91425"/>
                </a:tc>
                <a:tc>
                  <a:txBody>
                    <a:bodyPr/>
                    <a:lstStyle/>
                    <a:p>
                      <a:pPr indent="0" lvl="0" marL="0" rtl="0" algn="ctr">
                        <a:spcBef>
                          <a:spcPts val="0"/>
                        </a:spcBef>
                        <a:spcAft>
                          <a:spcPts val="0"/>
                        </a:spcAft>
                        <a:buNone/>
                      </a:pPr>
                      <a:r>
                        <a:rPr b="1" lang="en-US" sz="1600"/>
                        <a:t>Căn nguyên</a:t>
                      </a:r>
                      <a:endParaRPr b="1" sz="1600"/>
                    </a:p>
                  </a:txBody>
                  <a:tcPr marT="91425" marB="91425" marR="91425" marL="91425"/>
                </a:tc>
                <a:tc>
                  <a:txBody>
                    <a:bodyPr/>
                    <a:lstStyle/>
                    <a:p>
                      <a:pPr indent="0" lvl="0" marL="0" rtl="0" algn="ctr">
                        <a:spcBef>
                          <a:spcPts val="0"/>
                        </a:spcBef>
                        <a:spcAft>
                          <a:spcPts val="0"/>
                        </a:spcAft>
                        <a:buNone/>
                      </a:pPr>
                      <a:r>
                        <a:rPr b="1" lang="en-US" sz="1600"/>
                        <a:t>Bộ kinh nghiệm</a:t>
                      </a:r>
                      <a:endParaRPr b="1" sz="1600"/>
                    </a:p>
                  </a:txBody>
                  <a:tcPr marT="91425" marB="91425" marR="91425" marL="91425"/>
                </a:tc>
              </a:tr>
              <a:tr h="2853675">
                <a:tc>
                  <a:txBody>
                    <a:bodyPr/>
                    <a:lstStyle/>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Yêu cầu không được đáp ứng</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Yêu cầu thay đổi quá nhanh</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Các module không khớp</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Bảo trì khó</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Phát hiện lỗi muộn</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Chất lượng kém</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Hiệu suất kém</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Xung đột người phát triển</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Nhập nhằng giữa bản xây dựng và chuyển giao</a:t>
                      </a:r>
                      <a:endParaRPr sz="2000"/>
                    </a:p>
                  </a:txBody>
                  <a:tcPr marT="91425" marB="91425" marR="91425" marL="91425"/>
                </a:tc>
                <a:tc>
                  <a:txBody>
                    <a:bodyPr/>
                    <a:lstStyle/>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Thu thập yêu cầu thiếu</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Giao tiếp nhập nhằng</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Kiến trúc yếu</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Độ phức tạp vượt quá xử lý</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Tồn tại phi nhất quán</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Ít được kiểm thử</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Đánh giá chủ quan</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Phát triển thác nước</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Không kiểm soát thay đổi</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Thiếu tự động hóa</a:t>
                      </a:r>
                      <a:endParaRPr sz="1500"/>
                    </a:p>
                  </a:txBody>
                  <a:tcPr marT="91425" marB="91425" marR="91425" marL="91425"/>
                </a:tc>
                <a:tc>
                  <a:txBody>
                    <a:bodyPr/>
                    <a:lstStyle/>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Phát triển lặp</a:t>
                      </a:r>
                      <a:endParaRPr sz="1500">
                        <a:solidFill>
                          <a:schemeClr val="dk1"/>
                        </a:solidFill>
                        <a:highlight>
                          <a:srgbClr val="F8F9FA"/>
                        </a:highlight>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Quản lý yêu cầu</a:t>
                      </a:r>
                      <a:endParaRPr sz="1500">
                        <a:solidFill>
                          <a:schemeClr val="dk1"/>
                        </a:solidFill>
                        <a:highlight>
                          <a:srgbClr val="F8F9FA"/>
                        </a:highlight>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Kiến trúc thành phần</a:t>
                      </a:r>
                      <a:endParaRPr sz="1500">
                        <a:solidFill>
                          <a:schemeClr val="dk1"/>
                        </a:solidFill>
                        <a:highlight>
                          <a:srgbClr val="F8F9FA"/>
                        </a:highlight>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Mô hình hóa trực quan</a:t>
                      </a:r>
                      <a:endParaRPr sz="1500">
                        <a:solidFill>
                          <a:schemeClr val="dk1"/>
                        </a:solidFill>
                        <a:highlight>
                          <a:srgbClr val="F8F9FA"/>
                        </a:highlight>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Kiểm tra liên tục</a:t>
                      </a:r>
                      <a:endParaRPr sz="1500">
                        <a:solidFill>
                          <a:schemeClr val="dk1"/>
                        </a:solidFill>
                        <a:highlight>
                          <a:srgbClr val="F8F9FA"/>
                        </a:highlight>
                      </a:endParaRPr>
                    </a:p>
                    <a:p>
                      <a:pPr indent="-323850" lvl="0" marL="457200" rtl="0" algn="l">
                        <a:spcBef>
                          <a:spcPts val="0"/>
                        </a:spcBef>
                        <a:spcAft>
                          <a:spcPts val="0"/>
                        </a:spcAft>
                        <a:buClr>
                          <a:schemeClr val="dk1"/>
                        </a:buClr>
                        <a:buSzPts val="1500"/>
                        <a:buChar char="-"/>
                      </a:pPr>
                      <a:r>
                        <a:rPr lang="en-US" sz="1500">
                          <a:solidFill>
                            <a:schemeClr val="dk1"/>
                          </a:solidFill>
                          <a:highlight>
                            <a:srgbClr val="F8F9FA"/>
                          </a:highlight>
                        </a:rPr>
                        <a:t>Quản lý thay đổi</a:t>
                      </a:r>
                      <a:endParaRPr sz="1500"/>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idx="1" type="body"/>
          </p:nvPr>
        </p:nvSpPr>
        <p:spPr>
          <a:xfrm>
            <a:off x="457200" y="609600"/>
            <a:ext cx="8229600" cy="5715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Bộ kinh nghiệm thực tế (Best practises)</a:t>
            </a:r>
            <a:endParaRPr/>
          </a:p>
          <a:p>
            <a:pPr indent="-246888" lvl="1" marL="640080" rtl="0" algn="l">
              <a:spcBef>
                <a:spcPts val="480"/>
              </a:spcBef>
              <a:spcAft>
                <a:spcPts val="0"/>
              </a:spcAft>
              <a:buSzPts val="2040"/>
              <a:buChar char="⚫"/>
            </a:pPr>
            <a:r>
              <a:rPr lang="en-US"/>
              <a:t>Tập các phương pháp phát triển phần mềm đã được kiểm nghiệm bằng các phần mềm thương mại.</a:t>
            </a:r>
            <a:endParaRPr/>
          </a:p>
          <a:p>
            <a:pPr indent="-246888" lvl="1" marL="640080" rtl="0" algn="l">
              <a:spcBef>
                <a:spcPts val="480"/>
              </a:spcBef>
              <a:spcAft>
                <a:spcPts val="0"/>
              </a:spcAft>
              <a:buSzPts val="2040"/>
              <a:buChar char="⚫"/>
            </a:pPr>
            <a:r>
              <a:rPr lang="en-US"/>
              <a:t>Tính đúng </a:t>
            </a:r>
            <a:r>
              <a:rPr lang="en-US"/>
              <a:t>đắn</a:t>
            </a:r>
            <a:r>
              <a:rPr lang="en-US"/>
              <a:t> được khẳng định thông qua quá trình được sử dụng thường xuyên và thành công trong công nghiệp và các tổ chức.</a:t>
            </a:r>
            <a:endParaRPr/>
          </a:p>
          <a:p>
            <a:pPr indent="-246888" lvl="1" marL="640080" rtl="0" algn="l">
              <a:spcBef>
                <a:spcPts val="480"/>
              </a:spcBef>
              <a:spcAft>
                <a:spcPts val="0"/>
              </a:spcAft>
              <a:buSzPts val="2040"/>
              <a:buChar char="⚫"/>
            </a:pPr>
            <a:r>
              <a:rPr lang="en-US"/>
              <a:t>Bộ kinh nghiệm thu được:</a:t>
            </a:r>
            <a:endParaRPr/>
          </a:p>
          <a:p>
            <a:pPr indent="-246887" lvl="2" marL="914400" rtl="0" algn="l">
              <a:spcBef>
                <a:spcPts val="420"/>
              </a:spcBef>
              <a:spcAft>
                <a:spcPts val="0"/>
              </a:spcAft>
              <a:buSzPts val="1470"/>
              <a:buChar char="⚫"/>
            </a:pPr>
            <a:r>
              <a:rPr lang="en-US"/>
              <a:t>Khách hàng</a:t>
            </a:r>
            <a:endParaRPr/>
          </a:p>
          <a:p>
            <a:pPr indent="-246887" lvl="2" marL="914400" rtl="0" algn="l">
              <a:spcBef>
                <a:spcPts val="420"/>
              </a:spcBef>
              <a:spcAft>
                <a:spcPts val="0"/>
              </a:spcAft>
              <a:buSzPts val="1470"/>
              <a:buChar char="⚫"/>
            </a:pPr>
            <a:r>
              <a:rPr lang="en-US"/>
              <a:t>Dự án</a:t>
            </a:r>
            <a:endParaRPr/>
          </a:p>
          <a:p>
            <a:pPr indent="-246887" lvl="2" marL="914400" rtl="0" algn="l">
              <a:spcBef>
                <a:spcPts val="420"/>
              </a:spcBef>
              <a:spcAft>
                <a:spcPts val="0"/>
              </a:spcAft>
              <a:buSzPts val="1470"/>
              <a:buChar char="⚫"/>
            </a:pPr>
            <a:r>
              <a:rPr lang="en-US"/>
              <a:t>Chuyên gia </a:t>
            </a:r>
            <a:endParaRPr/>
          </a:p>
        </p:txBody>
      </p:sp>
      <p:sp>
        <p:nvSpPr>
          <p:cNvPr id="145" name="Google Shape;145;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46" name="Google Shape;146;p5"/>
          <p:cNvPicPr preferRelativeResize="0"/>
          <p:nvPr/>
        </p:nvPicPr>
        <p:blipFill rotWithShape="1">
          <a:blip r:embed="rId3">
            <a:alphaModFix/>
          </a:blip>
          <a:srcRect b="0" l="0" r="0" t="0"/>
          <a:stretch/>
        </p:blipFill>
        <p:spPr>
          <a:xfrm>
            <a:off x="3581400" y="3505200"/>
            <a:ext cx="4648200" cy="332460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Bộ kinh nghiệm thực tế</a:t>
            </a:r>
            <a:endParaRPr/>
          </a:p>
        </p:txBody>
      </p:sp>
      <p:sp>
        <p:nvSpPr>
          <p:cNvPr id="152" name="Google Shape;152;p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Phát triển lặp</a:t>
            </a:r>
            <a:endParaRPr/>
          </a:p>
          <a:p>
            <a:pPr indent="-246888" lvl="1" marL="640080" rtl="0" algn="l">
              <a:spcBef>
                <a:spcPts val="480"/>
              </a:spcBef>
              <a:spcAft>
                <a:spcPts val="0"/>
              </a:spcAft>
              <a:buSzPts val="2040"/>
              <a:buChar char="⚫"/>
            </a:pPr>
            <a:r>
              <a:rPr lang="en-US"/>
              <a:t>Kỹ thuật được sử dụng để chuyển các chức năng của hệ thống vào một chuỗi liên tục các phiên bản hoàn thiện tăng dần.</a:t>
            </a:r>
            <a:endParaRPr/>
          </a:p>
          <a:p>
            <a:pPr indent="-246888" lvl="1" marL="640080" rtl="0" algn="l">
              <a:spcBef>
                <a:spcPts val="480"/>
              </a:spcBef>
              <a:spcAft>
                <a:spcPts val="0"/>
              </a:spcAft>
              <a:buSzPts val="2040"/>
              <a:buChar char="⚫"/>
            </a:pPr>
            <a:r>
              <a:rPr lang="en-US"/>
              <a:t>Mỗi phiên bản được phát triển trong thời gian cố định, gọi là vòng lặp. Mỗi vòng lặp tập trung vào: 1. định nghĩa – 2. phân tích – 3. thiết kế - 4. xây dựng – 5. kiểm thử một tập các </a:t>
            </a:r>
            <a:r>
              <a:rPr b="1" lang="en-US"/>
              <a:t>yêu cầu</a:t>
            </a:r>
            <a:endParaRPr b="1"/>
          </a:p>
          <a:p>
            <a:pPr indent="-117348" lvl="1" marL="640080" rtl="0" algn="l">
              <a:spcBef>
                <a:spcPts val="480"/>
              </a:spcBef>
              <a:spcAft>
                <a:spcPts val="0"/>
              </a:spcAft>
              <a:buSzPts val="2040"/>
              <a:buNone/>
            </a:pPr>
            <a:r>
              <a:t/>
            </a:r>
            <a:endParaRPr b="1"/>
          </a:p>
        </p:txBody>
      </p:sp>
      <p:sp>
        <p:nvSpPr>
          <p:cNvPr id="153" name="Google Shape;153;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idx="1" type="body"/>
          </p:nvPr>
        </p:nvSpPr>
        <p:spPr>
          <a:xfrm>
            <a:off x="457200" y="609600"/>
            <a:ext cx="8229600" cy="6096000"/>
          </a:xfrm>
          <a:prstGeom prst="rect">
            <a:avLst/>
          </a:prstGeom>
          <a:noFill/>
          <a:ln>
            <a:noFill/>
          </a:ln>
        </p:spPr>
        <p:txBody>
          <a:bodyPr anchorCtr="0" anchor="t" bIns="45700" lIns="91425" spcFirstLastPara="1" rIns="91425" wrap="square" tIns="45700">
            <a:normAutofit/>
          </a:bodyPr>
          <a:lstStyle/>
          <a:p>
            <a:pPr indent="-246888" lvl="1" marL="640080" rtl="0" algn="l">
              <a:lnSpc>
                <a:spcPct val="90000"/>
              </a:lnSpc>
              <a:spcBef>
                <a:spcPts val="0"/>
              </a:spcBef>
              <a:spcAft>
                <a:spcPts val="0"/>
              </a:spcAft>
              <a:buSzPts val="2040"/>
              <a:buChar char="⚫"/>
            </a:pPr>
            <a:r>
              <a:rPr lang="en-US"/>
              <a:t>Vòng lặp giải quyết vấn đề:</a:t>
            </a:r>
            <a:endParaRPr/>
          </a:p>
          <a:p>
            <a:pPr indent="-246887" lvl="2" marL="914400" rtl="0" algn="l">
              <a:lnSpc>
                <a:spcPct val="90000"/>
              </a:lnSpc>
              <a:spcBef>
                <a:spcPts val="420"/>
              </a:spcBef>
              <a:spcAft>
                <a:spcPts val="0"/>
              </a:spcAft>
              <a:buSzPts val="1470"/>
              <a:buChar char="⚫"/>
            </a:pPr>
            <a:r>
              <a:rPr lang="en-US"/>
              <a:t>Giải quyết các rủi ro lớn trước khi đầu tư</a:t>
            </a:r>
            <a:endParaRPr/>
          </a:p>
          <a:p>
            <a:pPr indent="-246887" lvl="2" marL="914400" rtl="0" algn="l">
              <a:lnSpc>
                <a:spcPct val="90000"/>
              </a:lnSpc>
              <a:spcBef>
                <a:spcPts val="420"/>
              </a:spcBef>
              <a:spcAft>
                <a:spcPts val="0"/>
              </a:spcAft>
              <a:buSzPts val="1470"/>
              <a:buChar char="⚫"/>
            </a:pPr>
            <a:r>
              <a:rPr lang="en-US"/>
              <a:t>Sớm nhận được các phản hồi người dùng</a:t>
            </a:r>
            <a:endParaRPr/>
          </a:p>
          <a:p>
            <a:pPr indent="-246887" lvl="2" marL="914400" rtl="0" algn="l">
              <a:lnSpc>
                <a:spcPct val="90000"/>
              </a:lnSpc>
              <a:spcBef>
                <a:spcPts val="420"/>
              </a:spcBef>
              <a:spcAft>
                <a:spcPts val="0"/>
              </a:spcAft>
              <a:buSzPts val="1470"/>
              <a:buChar char="⚫"/>
            </a:pPr>
            <a:r>
              <a:rPr lang="en-US"/>
              <a:t>Làm cho việc kiểm thử và tích hợp diễn ra liên tục</a:t>
            </a:r>
            <a:endParaRPr/>
          </a:p>
          <a:p>
            <a:pPr indent="-246887" lvl="2" marL="914400" rtl="0" algn="l">
              <a:lnSpc>
                <a:spcPct val="90000"/>
              </a:lnSpc>
              <a:spcBef>
                <a:spcPts val="420"/>
              </a:spcBef>
              <a:spcAft>
                <a:spcPts val="0"/>
              </a:spcAft>
              <a:buSzPts val="1470"/>
              <a:buChar char="⚫"/>
            </a:pPr>
            <a:r>
              <a:rPr lang="en-US"/>
              <a:t>Định nghĩa các mốc ngắn hạn cho dự án</a:t>
            </a:r>
            <a:endParaRPr/>
          </a:p>
          <a:p>
            <a:pPr indent="-246887" lvl="2" marL="914400" rtl="0" algn="l">
              <a:lnSpc>
                <a:spcPct val="90000"/>
              </a:lnSpc>
              <a:spcBef>
                <a:spcPts val="420"/>
              </a:spcBef>
              <a:spcAft>
                <a:spcPts val="0"/>
              </a:spcAft>
              <a:buSzPts val="1470"/>
              <a:buChar char="⚫"/>
            </a:pPr>
            <a:r>
              <a:rPr lang="en-US"/>
              <a:t>Làm cho việc cài đặt của một phần thực thi được sẵn sàng.</a:t>
            </a:r>
            <a:endParaRPr/>
          </a:p>
          <a:p>
            <a:pPr indent="-274320" lvl="0" marL="274320" rtl="0" algn="l">
              <a:lnSpc>
                <a:spcPct val="90000"/>
              </a:lnSpc>
              <a:spcBef>
                <a:spcPts val="520"/>
              </a:spcBef>
              <a:spcAft>
                <a:spcPts val="0"/>
              </a:spcAft>
              <a:buSzPts val="2470"/>
              <a:buChar char="⚫"/>
            </a:pPr>
            <a:r>
              <a:rPr lang="en-US"/>
              <a:t>Quản lý yêu cầu:</a:t>
            </a:r>
            <a:endParaRPr/>
          </a:p>
          <a:p>
            <a:pPr indent="-246888" lvl="1" marL="640080" rtl="0" algn="l">
              <a:lnSpc>
                <a:spcPct val="90000"/>
              </a:lnSpc>
              <a:spcBef>
                <a:spcPts val="480"/>
              </a:spcBef>
              <a:spcAft>
                <a:spcPts val="0"/>
              </a:spcAft>
              <a:buSzPts val="2040"/>
              <a:buChar char="⚫"/>
            </a:pPr>
            <a:r>
              <a:rPr lang="en-US"/>
              <a:t>Tỉ lệ thành công của dự án phụ thuộc rất lớn (yêu tố quyết định) trong việc quản lý các yêu cầu dự án.</a:t>
            </a:r>
            <a:endParaRPr/>
          </a:p>
          <a:p>
            <a:pPr indent="-246888" lvl="1" marL="640080" rtl="0" algn="l">
              <a:lnSpc>
                <a:spcPct val="90000"/>
              </a:lnSpc>
              <a:spcBef>
                <a:spcPts val="480"/>
              </a:spcBef>
              <a:spcAft>
                <a:spcPts val="0"/>
              </a:spcAft>
              <a:buSzPts val="2040"/>
              <a:buChar char="⚫"/>
            </a:pPr>
            <a:r>
              <a:rPr lang="en-US"/>
              <a:t>Các khía cạnh quản lý yêu cầu:</a:t>
            </a:r>
            <a:endParaRPr/>
          </a:p>
          <a:p>
            <a:pPr indent="-246887" lvl="2" marL="914400" rtl="0" algn="l">
              <a:lnSpc>
                <a:spcPct val="90000"/>
              </a:lnSpc>
              <a:spcBef>
                <a:spcPts val="420"/>
              </a:spcBef>
              <a:spcAft>
                <a:spcPts val="0"/>
              </a:spcAft>
              <a:buSzPts val="1470"/>
              <a:buChar char="⚫"/>
            </a:pPr>
            <a:r>
              <a:rPr lang="en-US"/>
              <a:t>Phân tích vấn đề</a:t>
            </a:r>
            <a:endParaRPr/>
          </a:p>
          <a:p>
            <a:pPr indent="-246887" lvl="2" marL="914400" rtl="0" algn="l">
              <a:lnSpc>
                <a:spcPct val="90000"/>
              </a:lnSpc>
              <a:spcBef>
                <a:spcPts val="420"/>
              </a:spcBef>
              <a:spcAft>
                <a:spcPts val="0"/>
              </a:spcAft>
              <a:buSzPts val="1470"/>
              <a:buChar char="⚫"/>
            </a:pPr>
            <a:r>
              <a:rPr lang="en-US"/>
              <a:t>Hiểu sự mong đợi của người sử dụng</a:t>
            </a:r>
            <a:endParaRPr/>
          </a:p>
          <a:p>
            <a:pPr indent="-246887" lvl="2" marL="914400" rtl="0" algn="l">
              <a:lnSpc>
                <a:spcPct val="90000"/>
              </a:lnSpc>
              <a:spcBef>
                <a:spcPts val="420"/>
              </a:spcBef>
              <a:spcAft>
                <a:spcPts val="0"/>
              </a:spcAft>
              <a:buSzPts val="1470"/>
              <a:buChar char="⚫"/>
            </a:pPr>
            <a:r>
              <a:rPr lang="en-US"/>
              <a:t>Định nghĩa hệ thống</a:t>
            </a:r>
            <a:endParaRPr/>
          </a:p>
          <a:p>
            <a:pPr indent="-246887" lvl="2" marL="914400" rtl="0" algn="l">
              <a:lnSpc>
                <a:spcPct val="90000"/>
              </a:lnSpc>
              <a:spcBef>
                <a:spcPts val="420"/>
              </a:spcBef>
              <a:spcAft>
                <a:spcPts val="0"/>
              </a:spcAft>
              <a:buSzPts val="1470"/>
              <a:buChar char="⚫"/>
            </a:pPr>
            <a:r>
              <a:rPr lang="en-US"/>
              <a:t>Quản lý phạm vi</a:t>
            </a:r>
            <a:endParaRPr/>
          </a:p>
          <a:p>
            <a:pPr indent="-246887" lvl="2" marL="914400" rtl="0" algn="l">
              <a:lnSpc>
                <a:spcPct val="90000"/>
              </a:lnSpc>
              <a:spcBef>
                <a:spcPts val="420"/>
              </a:spcBef>
              <a:spcAft>
                <a:spcPts val="0"/>
              </a:spcAft>
              <a:buSzPts val="1470"/>
              <a:buChar char="⚫"/>
            </a:pPr>
            <a:r>
              <a:rPr lang="en-US"/>
              <a:t>Làm mịn định nghĩa hệ thống</a:t>
            </a:r>
            <a:endParaRPr/>
          </a:p>
          <a:p>
            <a:pPr indent="-246887" lvl="2" marL="914400" rtl="0" algn="l">
              <a:lnSpc>
                <a:spcPct val="90000"/>
              </a:lnSpc>
              <a:spcBef>
                <a:spcPts val="420"/>
              </a:spcBef>
              <a:spcAft>
                <a:spcPts val="0"/>
              </a:spcAft>
              <a:buSzPts val="1470"/>
              <a:buChar char="⚫"/>
            </a:pPr>
            <a:r>
              <a:rPr lang="en-US"/>
              <a:t>Quản lý thay đổi yêu cầu.</a:t>
            </a:r>
            <a:endParaRPr/>
          </a:p>
          <a:p>
            <a:pPr indent="-153543" lvl="2" marL="914400" rtl="0" algn="l">
              <a:lnSpc>
                <a:spcPct val="90000"/>
              </a:lnSpc>
              <a:spcBef>
                <a:spcPts val="420"/>
              </a:spcBef>
              <a:spcAft>
                <a:spcPts val="0"/>
              </a:spcAft>
              <a:buSzPts val="1470"/>
              <a:buNone/>
            </a:pPr>
            <a:r>
              <a:t/>
            </a:r>
            <a:endParaRPr/>
          </a:p>
        </p:txBody>
      </p:sp>
      <p:sp>
        <p:nvSpPr>
          <p:cNvPr id="159" name="Google Shape;159;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txBox="1"/>
          <p:nvPr>
            <p:ph idx="1" type="body"/>
          </p:nvPr>
        </p:nvSpPr>
        <p:spPr>
          <a:xfrm>
            <a:off x="457200" y="685800"/>
            <a:ext cx="8229600" cy="56388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285"/>
              <a:buChar char="⚫"/>
            </a:pPr>
            <a:r>
              <a:rPr lang="en-US" sz="2405"/>
              <a:t>Sử dụng kiến trúc phần mềm</a:t>
            </a:r>
            <a:endParaRPr sz="2405"/>
          </a:p>
          <a:p>
            <a:pPr indent="-246888" lvl="1" marL="640080" rtl="0" algn="l">
              <a:lnSpc>
                <a:spcPct val="90000"/>
              </a:lnSpc>
              <a:spcBef>
                <a:spcPts val="444"/>
              </a:spcBef>
              <a:spcAft>
                <a:spcPts val="0"/>
              </a:spcAft>
              <a:buSzPts val="1887"/>
              <a:buChar char="⚫"/>
            </a:pPr>
            <a:r>
              <a:rPr lang="en-US" sz="2220"/>
              <a:t>Kiến trúc là một phần của thiết kế. Nó bao gồm các quyết định làm thế nào hệ thống được xây dựng.</a:t>
            </a:r>
            <a:endParaRPr/>
          </a:p>
          <a:p>
            <a:pPr indent="-246888" lvl="1" marL="640080" rtl="0" algn="l">
              <a:lnSpc>
                <a:spcPct val="90000"/>
              </a:lnSpc>
              <a:spcBef>
                <a:spcPts val="444"/>
              </a:spcBef>
              <a:spcAft>
                <a:spcPts val="0"/>
              </a:spcAft>
              <a:buSzPts val="1887"/>
              <a:buChar char="⚫"/>
            </a:pPr>
            <a:r>
              <a:rPr lang="en-US" sz="2220"/>
              <a:t>Kiến trúc phần mềm là khía cạnh quan trọng nhất, nó điều khiển quy trình phát triển lặp và tăng thêm của hệ thống trong suốt vòng đời phát triển.</a:t>
            </a:r>
            <a:endParaRPr/>
          </a:p>
          <a:p>
            <a:pPr indent="-246888" lvl="1" marL="640080" rtl="0" algn="l">
              <a:lnSpc>
                <a:spcPct val="90000"/>
              </a:lnSpc>
              <a:spcBef>
                <a:spcPts val="444"/>
              </a:spcBef>
              <a:spcAft>
                <a:spcPts val="0"/>
              </a:spcAft>
              <a:buSzPts val="1887"/>
              <a:buChar char="⚫"/>
            </a:pPr>
            <a:r>
              <a:rPr lang="en-US" sz="2220"/>
              <a:t>Tính chất của kiến trúc:</a:t>
            </a:r>
            <a:endParaRPr/>
          </a:p>
          <a:p>
            <a:pPr indent="-246887" lvl="2" marL="914400" rtl="0" algn="l">
              <a:lnSpc>
                <a:spcPct val="90000"/>
              </a:lnSpc>
              <a:spcBef>
                <a:spcPts val="388"/>
              </a:spcBef>
              <a:spcAft>
                <a:spcPts val="0"/>
              </a:spcAft>
              <a:buSzPts val="1359"/>
              <a:buChar char="⚫"/>
            </a:pPr>
            <a:r>
              <a:rPr lang="en-US" sz="1942"/>
              <a:t>Khả năng đàn hồi và linh động</a:t>
            </a:r>
            <a:endParaRPr sz="1942"/>
          </a:p>
          <a:p>
            <a:pPr indent="-246888" lvl="1" marL="640080" rtl="0" algn="l">
              <a:lnSpc>
                <a:spcPct val="90000"/>
              </a:lnSpc>
              <a:spcBef>
                <a:spcPts val="444"/>
              </a:spcBef>
              <a:spcAft>
                <a:spcPts val="0"/>
              </a:spcAft>
              <a:buSzPts val="1887"/>
              <a:buChar char="⚫"/>
            </a:pPr>
            <a:r>
              <a:rPr lang="en-US" sz="2220"/>
              <a:t>Đề đạt được tính chất này cần dự đoán trong cả lĩnh vực phần mềm và công nghệ phát triển, để đưa ra một bản thiết kế tính đến sự thay đổi này.</a:t>
            </a:r>
            <a:endParaRPr/>
          </a:p>
          <a:p>
            <a:pPr indent="-246888" lvl="1" marL="640080" rtl="0" algn="l">
              <a:lnSpc>
                <a:spcPct val="90000"/>
              </a:lnSpc>
              <a:spcBef>
                <a:spcPts val="444"/>
              </a:spcBef>
              <a:spcAft>
                <a:spcPts val="0"/>
              </a:spcAft>
              <a:buSzPts val="1887"/>
              <a:buChar char="⚫"/>
            </a:pPr>
            <a:r>
              <a:rPr lang="en-US" sz="2220"/>
              <a:t>Kỹ thuật chính:</a:t>
            </a:r>
            <a:endParaRPr/>
          </a:p>
          <a:p>
            <a:pPr indent="-246887" lvl="2" marL="914400" rtl="0" algn="l">
              <a:lnSpc>
                <a:spcPct val="90000"/>
              </a:lnSpc>
              <a:spcBef>
                <a:spcPts val="388"/>
              </a:spcBef>
              <a:spcAft>
                <a:spcPts val="0"/>
              </a:spcAft>
              <a:buSzPts val="1359"/>
              <a:buChar char="⚫"/>
            </a:pPr>
            <a:r>
              <a:rPr lang="en-US" sz="1942"/>
              <a:t>Trừu tượng hóa</a:t>
            </a:r>
            <a:endParaRPr sz="1942"/>
          </a:p>
          <a:p>
            <a:pPr indent="-246887" lvl="2" marL="914400" rtl="0" algn="l">
              <a:lnSpc>
                <a:spcPct val="90000"/>
              </a:lnSpc>
              <a:spcBef>
                <a:spcPts val="388"/>
              </a:spcBef>
              <a:spcAft>
                <a:spcPts val="0"/>
              </a:spcAft>
              <a:buSzPts val="1359"/>
              <a:buChar char="⚫"/>
            </a:pPr>
            <a:r>
              <a:rPr lang="en-US" sz="1942"/>
              <a:t>Đóng gói</a:t>
            </a:r>
            <a:endParaRPr sz="1942"/>
          </a:p>
          <a:p>
            <a:pPr indent="-246887" lvl="2" marL="914400" rtl="0" algn="l">
              <a:lnSpc>
                <a:spcPct val="90000"/>
              </a:lnSpc>
              <a:spcBef>
                <a:spcPts val="388"/>
              </a:spcBef>
              <a:spcAft>
                <a:spcPts val="0"/>
              </a:spcAft>
              <a:buSzPts val="1359"/>
              <a:buChar char="⚫"/>
            </a:pPr>
            <a:r>
              <a:rPr lang="en-US" sz="1942"/>
              <a:t>Phân tích thiết kế hướng đối tượng</a:t>
            </a:r>
            <a:endParaRPr sz="1942"/>
          </a:p>
          <a:p>
            <a:pPr indent="-246888" lvl="1" marL="640080" rtl="0" algn="l">
              <a:lnSpc>
                <a:spcPct val="90000"/>
              </a:lnSpc>
              <a:spcBef>
                <a:spcPts val="444"/>
              </a:spcBef>
              <a:spcAft>
                <a:spcPts val="0"/>
              </a:spcAft>
              <a:buSzPts val="1887"/>
              <a:buChar char="⚫"/>
            </a:pPr>
            <a:r>
              <a:rPr lang="en-US" sz="2220"/>
              <a:t>Kết quả: đưa ứng dụng về cơ bản có thể bảo trì và mở rộng.</a:t>
            </a:r>
            <a:endParaRPr sz="2220"/>
          </a:p>
        </p:txBody>
      </p:sp>
      <p:sp>
        <p:nvSpPr>
          <p:cNvPr id="165" name="Google Shape;165;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hình hóa trực quan</a:t>
            </a:r>
            <a:endParaRPr/>
          </a:p>
          <a:p>
            <a:pPr indent="-246888" lvl="1" marL="640080" rtl="0" algn="l">
              <a:spcBef>
                <a:spcPts val="480"/>
              </a:spcBef>
              <a:spcAft>
                <a:spcPts val="0"/>
              </a:spcAft>
              <a:buSzPts val="2040"/>
              <a:buChar char="⚫"/>
            </a:pPr>
            <a:r>
              <a:rPr lang="en-US"/>
              <a:t>Mô hình là sự đơn giản hóa của hiện thực, cung cấp một sự mô tả đầy đủ của một hệ thống từ một góc nhìn nào đó.</a:t>
            </a:r>
            <a:endParaRPr/>
          </a:p>
          <a:p>
            <a:pPr indent="-246888" lvl="1" marL="640080" rtl="0" algn="l">
              <a:spcBef>
                <a:spcPts val="480"/>
              </a:spcBef>
              <a:spcAft>
                <a:spcPts val="0"/>
              </a:spcAft>
              <a:buSzPts val="2040"/>
              <a:buChar char="⚫"/>
            </a:pPr>
            <a:r>
              <a:rPr lang="en-US"/>
              <a:t>Mô hình hóa rất quan trọng vì nó giúp việc phát triển </a:t>
            </a:r>
            <a:r>
              <a:rPr lang="en-US"/>
              <a:t>hiển</a:t>
            </a:r>
            <a:r>
              <a:rPr lang="en-US"/>
              <a:t> thị, đặc tả, xây dựng và tài liệu hóa cấu trúc và hành vi của kiến trúc của hệ thống. Sử dụng UML các thành viên trong nhóm phát triển có thể trao đổi các quyết định về hệ thống với nhau.</a:t>
            </a:r>
            <a:endParaRPr/>
          </a:p>
          <a:p>
            <a:pPr indent="-246888" lvl="1" marL="640080" rtl="0" algn="l">
              <a:spcBef>
                <a:spcPts val="480"/>
              </a:spcBef>
              <a:spcAft>
                <a:spcPts val="0"/>
              </a:spcAft>
              <a:buSzPts val="2040"/>
              <a:buChar char="⚫"/>
            </a:pPr>
            <a:r>
              <a:rPr lang="en-US"/>
              <a:t>Giúp đội phát triển quản lý sự phức tạp của hệ thống.</a:t>
            </a:r>
            <a:endParaRPr/>
          </a:p>
          <a:p>
            <a:pPr indent="-117475" lvl="0" marL="274320" rtl="0" algn="l">
              <a:spcBef>
                <a:spcPts val="520"/>
              </a:spcBef>
              <a:spcAft>
                <a:spcPts val="0"/>
              </a:spcAft>
              <a:buSzPts val="2470"/>
              <a:buNone/>
            </a:pPr>
            <a:r>
              <a:t/>
            </a:r>
            <a:endParaRPr/>
          </a:p>
        </p:txBody>
      </p:sp>
      <p:sp>
        <p:nvSpPr>
          <p:cNvPr id="171" name="Google Shape;171;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idx="1" type="body"/>
          </p:nvPr>
        </p:nvSpPr>
        <p:spPr>
          <a:xfrm>
            <a:off x="152400" y="762000"/>
            <a:ext cx="8534400" cy="5562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Kiểm tra thường xuyên</a:t>
            </a:r>
            <a:endParaRPr/>
          </a:p>
          <a:p>
            <a:pPr indent="-246888" lvl="1" marL="640080" rtl="0" algn="l">
              <a:spcBef>
                <a:spcPts val="480"/>
              </a:spcBef>
              <a:spcAft>
                <a:spcPts val="0"/>
              </a:spcAft>
              <a:buSzPts val="2040"/>
              <a:buChar char="⚫"/>
            </a:pPr>
            <a:r>
              <a:rPr lang="en-US"/>
              <a:t>Kiểm </a:t>
            </a:r>
            <a:r>
              <a:rPr lang="en-US"/>
              <a:t>thử</a:t>
            </a:r>
            <a:r>
              <a:rPr lang="en-US"/>
              <a:t> chức năng </a:t>
            </a:r>
            <a:endParaRPr/>
          </a:p>
          <a:p>
            <a:pPr indent="-246888" lvl="1" marL="640080" rtl="0" algn="l">
              <a:spcBef>
                <a:spcPts val="480"/>
              </a:spcBef>
              <a:spcAft>
                <a:spcPts val="0"/>
              </a:spcAft>
              <a:buSzPts val="2040"/>
              <a:buNone/>
            </a:pPr>
            <a:r>
              <a:rPr lang="en-US"/>
              <a:t>(Functional Testing)</a:t>
            </a:r>
            <a:endParaRPr/>
          </a:p>
          <a:p>
            <a:pPr indent="-246888" lvl="1" marL="640080" rtl="0" algn="l">
              <a:spcBef>
                <a:spcPts val="480"/>
              </a:spcBef>
              <a:spcAft>
                <a:spcPts val="0"/>
              </a:spcAft>
              <a:buSzPts val="2040"/>
              <a:buChar char="⚫"/>
            </a:pPr>
            <a:r>
              <a:rPr lang="en-US"/>
              <a:t>Kiểm thử tính dùng được</a:t>
            </a:r>
            <a:endParaRPr/>
          </a:p>
          <a:p>
            <a:pPr indent="-246888" lvl="1" marL="640080" rtl="0" algn="l">
              <a:spcBef>
                <a:spcPts val="480"/>
              </a:spcBef>
              <a:spcAft>
                <a:spcPts val="0"/>
              </a:spcAft>
              <a:buSzPts val="2040"/>
              <a:buNone/>
            </a:pPr>
            <a:r>
              <a:rPr lang="en-US"/>
              <a:t>(Usability Testing)</a:t>
            </a:r>
            <a:endParaRPr/>
          </a:p>
          <a:p>
            <a:pPr indent="-246888" lvl="1" marL="640080" rtl="0" algn="l">
              <a:spcBef>
                <a:spcPts val="480"/>
              </a:spcBef>
              <a:spcAft>
                <a:spcPts val="0"/>
              </a:spcAft>
              <a:buSzPts val="2040"/>
              <a:buChar char="⚫"/>
            </a:pPr>
            <a:r>
              <a:rPr lang="en-US"/>
              <a:t>Kiểm thử tin cậy</a:t>
            </a:r>
            <a:endParaRPr/>
          </a:p>
          <a:p>
            <a:pPr indent="-246888" lvl="1" marL="640080" rtl="0" algn="l">
              <a:spcBef>
                <a:spcPts val="480"/>
              </a:spcBef>
              <a:spcAft>
                <a:spcPts val="0"/>
              </a:spcAft>
              <a:buSzPts val="2040"/>
              <a:buNone/>
            </a:pPr>
            <a:r>
              <a:rPr lang="en-US"/>
              <a:t>(Reliability Testing)</a:t>
            </a:r>
            <a:endParaRPr/>
          </a:p>
          <a:p>
            <a:pPr indent="-246888" lvl="1" marL="640080" rtl="0" algn="l">
              <a:spcBef>
                <a:spcPts val="480"/>
              </a:spcBef>
              <a:spcAft>
                <a:spcPts val="0"/>
              </a:spcAft>
              <a:buSzPts val="2040"/>
              <a:buChar char="⚫"/>
            </a:pPr>
            <a:r>
              <a:rPr lang="en-US"/>
              <a:t>Kiểm thử hiệu năng</a:t>
            </a:r>
            <a:endParaRPr/>
          </a:p>
          <a:p>
            <a:pPr indent="-246888" lvl="1" marL="640080" rtl="0" algn="l">
              <a:spcBef>
                <a:spcPts val="480"/>
              </a:spcBef>
              <a:spcAft>
                <a:spcPts val="0"/>
              </a:spcAft>
              <a:buSzPts val="2040"/>
              <a:buNone/>
            </a:pPr>
            <a:r>
              <a:rPr lang="en-US"/>
              <a:t>(Performance Testing)</a:t>
            </a:r>
            <a:endParaRPr/>
          </a:p>
          <a:p>
            <a:pPr indent="-246888" lvl="1" marL="640080" rtl="0" algn="l">
              <a:spcBef>
                <a:spcPts val="480"/>
              </a:spcBef>
              <a:spcAft>
                <a:spcPts val="0"/>
              </a:spcAft>
              <a:buSzPts val="2040"/>
              <a:buChar char="⚫"/>
            </a:pPr>
            <a:r>
              <a:rPr lang="en-US"/>
              <a:t>Kiểm </a:t>
            </a:r>
            <a:r>
              <a:rPr lang="en-US"/>
              <a:t>thử</a:t>
            </a:r>
            <a:r>
              <a:rPr lang="en-US"/>
              <a:t> tính hỗ trợ (Supportability Testing)</a:t>
            </a:r>
            <a:endParaRPr/>
          </a:p>
          <a:p>
            <a:pPr indent="-117475" lvl="0" marL="274320" rtl="0" algn="l">
              <a:spcBef>
                <a:spcPts val="520"/>
              </a:spcBef>
              <a:spcAft>
                <a:spcPts val="0"/>
              </a:spcAft>
              <a:buSzPts val="2470"/>
              <a:buNone/>
            </a:pPr>
            <a:r>
              <a:t/>
            </a:r>
            <a:endParaRPr/>
          </a:p>
        </p:txBody>
      </p:sp>
      <p:sp>
        <p:nvSpPr>
          <p:cNvPr id="177" name="Google Shape;177;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78" name="Google Shape;178;p10"/>
          <p:cNvPicPr preferRelativeResize="0"/>
          <p:nvPr/>
        </p:nvPicPr>
        <p:blipFill rotWithShape="1">
          <a:blip r:embed="rId3">
            <a:alphaModFix/>
          </a:blip>
          <a:srcRect b="0" l="0" r="0" t="0"/>
          <a:stretch/>
        </p:blipFill>
        <p:spPr>
          <a:xfrm>
            <a:off x="4419600" y="838201"/>
            <a:ext cx="4038600" cy="397184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idx="1" type="body"/>
          </p:nvPr>
        </p:nvSpPr>
        <p:spPr>
          <a:xfrm>
            <a:off x="457200" y="609600"/>
            <a:ext cx="8229600" cy="5715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Quản lý sự thay đổi</a:t>
            </a:r>
            <a:endParaRPr/>
          </a:p>
          <a:p>
            <a:pPr indent="-246888" lvl="1" marL="640080" rtl="0" algn="l">
              <a:spcBef>
                <a:spcPts val="480"/>
              </a:spcBef>
              <a:spcAft>
                <a:spcPts val="0"/>
              </a:spcAft>
              <a:buSzPts val="2040"/>
              <a:buChar char="⚫"/>
            </a:pPr>
            <a:r>
              <a:rPr lang="en-US"/>
              <a:t>Vấn đề thách thức của phát triển hệ thống phần mềm:</a:t>
            </a:r>
            <a:endParaRPr/>
          </a:p>
          <a:p>
            <a:pPr indent="-246887" lvl="2" marL="914400" rtl="0" algn="l">
              <a:spcBef>
                <a:spcPts val="420"/>
              </a:spcBef>
              <a:spcAft>
                <a:spcPts val="0"/>
              </a:spcAft>
              <a:buSzPts val="1470"/>
              <a:buChar char="⚫"/>
            </a:pPr>
            <a:r>
              <a:rPr lang="en-US"/>
              <a:t>Nhiều người phát triển</a:t>
            </a:r>
            <a:endParaRPr/>
          </a:p>
          <a:p>
            <a:pPr indent="-246887" lvl="2" marL="914400" rtl="0" algn="l">
              <a:spcBef>
                <a:spcPts val="420"/>
              </a:spcBef>
              <a:spcAft>
                <a:spcPts val="0"/>
              </a:spcAft>
              <a:buSzPts val="1470"/>
              <a:buChar char="⚫"/>
            </a:pPr>
            <a:r>
              <a:rPr lang="en-US"/>
              <a:t>Nhiều team phát triển</a:t>
            </a:r>
            <a:endParaRPr/>
          </a:p>
          <a:p>
            <a:pPr indent="-246887" lvl="2" marL="914400" rtl="0" algn="l">
              <a:spcBef>
                <a:spcPts val="420"/>
              </a:spcBef>
              <a:spcAft>
                <a:spcPts val="0"/>
              </a:spcAft>
              <a:buSzPts val="1470"/>
              <a:buChar char="⚫"/>
            </a:pPr>
            <a:r>
              <a:rPr lang="en-US"/>
              <a:t>Các team ở các vị trí, địa điểm khác nhau</a:t>
            </a:r>
            <a:endParaRPr/>
          </a:p>
          <a:p>
            <a:pPr indent="-246888" lvl="1" marL="640080" rtl="0" algn="l">
              <a:spcBef>
                <a:spcPts val="480"/>
              </a:spcBef>
              <a:spcAft>
                <a:spcPts val="0"/>
              </a:spcAft>
              <a:buSzPts val="2040"/>
              <a:buNone/>
            </a:pPr>
            <a:r>
              <a:rPr lang="en-US"/>
              <a:t>Nếu thiếu nguyên tắc điều khiển, quy trình phát triển phần mềm sẽ bị hỗn loạn.</a:t>
            </a:r>
            <a:endParaRPr/>
          </a:p>
          <a:p>
            <a:pPr indent="-246888" lvl="1" marL="640080" rtl="0" algn="l">
              <a:spcBef>
                <a:spcPts val="480"/>
              </a:spcBef>
              <a:spcAft>
                <a:spcPts val="0"/>
              </a:spcAft>
              <a:buSzPts val="2040"/>
              <a:buChar char="⚫"/>
            </a:pPr>
            <a:r>
              <a:rPr lang="en-US"/>
              <a:t>Ba vấn đề thường gặp:</a:t>
            </a:r>
            <a:endParaRPr/>
          </a:p>
          <a:p>
            <a:pPr indent="-246887" lvl="2" marL="914400" rtl="0" algn="l">
              <a:spcBef>
                <a:spcPts val="420"/>
              </a:spcBef>
              <a:spcAft>
                <a:spcPts val="0"/>
              </a:spcAft>
              <a:buSzPts val="1470"/>
              <a:buChar char="⚫"/>
            </a:pPr>
            <a:r>
              <a:rPr lang="en-US"/>
              <a:t>Cập nhật đồng thời</a:t>
            </a:r>
            <a:endParaRPr/>
          </a:p>
          <a:p>
            <a:pPr indent="-246887" lvl="2" marL="914400" rtl="0" algn="l">
              <a:spcBef>
                <a:spcPts val="420"/>
              </a:spcBef>
              <a:spcAft>
                <a:spcPts val="0"/>
              </a:spcAft>
              <a:buSzPts val="1470"/>
              <a:buChar char="⚫"/>
            </a:pPr>
            <a:r>
              <a:rPr lang="en-US"/>
              <a:t>Thông báo hạn chế</a:t>
            </a:r>
            <a:endParaRPr/>
          </a:p>
          <a:p>
            <a:pPr indent="-246887" lvl="2" marL="914400" rtl="0" algn="l">
              <a:spcBef>
                <a:spcPts val="420"/>
              </a:spcBef>
              <a:spcAft>
                <a:spcPts val="0"/>
              </a:spcAft>
              <a:buSzPts val="1470"/>
              <a:buChar char="⚫"/>
            </a:pPr>
            <a:r>
              <a:rPr lang="en-US"/>
              <a:t>Nhiều phiên bản</a:t>
            </a:r>
            <a:endParaRPr/>
          </a:p>
          <a:p>
            <a:pPr indent="-246888" lvl="1" marL="640080" rtl="0" algn="l">
              <a:spcBef>
                <a:spcPts val="480"/>
              </a:spcBef>
              <a:spcAft>
                <a:spcPts val="0"/>
              </a:spcAft>
              <a:buSzPts val="2040"/>
              <a:buChar char="⚫"/>
            </a:pPr>
            <a:r>
              <a:rPr lang="en-US"/>
              <a:t>UCM – Unified Change Mngt – Tạo ra sự thống nhất giữa các hoạt động sử dụng để lập kế hoạch và theo dõi sự tiến triển của dự án.</a:t>
            </a:r>
            <a:endParaRPr/>
          </a:p>
        </p:txBody>
      </p:sp>
      <p:sp>
        <p:nvSpPr>
          <p:cNvPr id="184" name="Google Shape;184;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2"/>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RUP – Rational Unified Process – Quy trình hợp nhất</a:t>
            </a:r>
            <a:endParaRPr/>
          </a:p>
          <a:p>
            <a:pPr indent="-246888" lvl="1" marL="640080" rtl="0" algn="l">
              <a:spcBef>
                <a:spcPts val="480"/>
              </a:spcBef>
              <a:spcAft>
                <a:spcPts val="0"/>
              </a:spcAft>
              <a:buSzPts val="2040"/>
              <a:buChar char="⚫"/>
            </a:pPr>
            <a:r>
              <a:rPr lang="en-US"/>
              <a:t>Quy trình nghiệp vụ cho kỹ thuật phần mềm hướng đối tượng, dùng mô tả một họ các tiến trình kỹ thuật phần mềm cùng chia sẻ cấu trúc và kiến trúc tiến trình chung.</a:t>
            </a:r>
            <a:endParaRPr/>
          </a:p>
          <a:p>
            <a:pPr indent="-246888" lvl="1" marL="640080" rtl="0" algn="l">
              <a:spcBef>
                <a:spcPts val="480"/>
              </a:spcBef>
              <a:spcAft>
                <a:spcPts val="0"/>
              </a:spcAft>
              <a:buSzPts val="2040"/>
              <a:buChar char="⚫"/>
            </a:pPr>
            <a:r>
              <a:rPr lang="en-US"/>
              <a:t>Có 4 pha (phases):</a:t>
            </a:r>
            <a:endParaRPr/>
          </a:p>
          <a:p>
            <a:pPr indent="-246887" lvl="2" marL="914400" rtl="0" algn="l">
              <a:spcBef>
                <a:spcPts val="420"/>
              </a:spcBef>
              <a:spcAft>
                <a:spcPts val="0"/>
              </a:spcAft>
              <a:buSzPts val="1470"/>
              <a:buChar char="⚫"/>
            </a:pPr>
            <a:r>
              <a:rPr lang="en-US"/>
              <a:t>Khởi tạo</a:t>
            </a:r>
            <a:endParaRPr/>
          </a:p>
          <a:p>
            <a:pPr indent="-246887" lvl="2" marL="914400" rtl="0" algn="l">
              <a:spcBef>
                <a:spcPts val="420"/>
              </a:spcBef>
              <a:spcAft>
                <a:spcPts val="0"/>
              </a:spcAft>
              <a:buSzPts val="1470"/>
              <a:buChar char="⚫"/>
            </a:pPr>
            <a:r>
              <a:rPr lang="en-US"/>
              <a:t>Chi tiết</a:t>
            </a:r>
            <a:endParaRPr/>
          </a:p>
          <a:p>
            <a:pPr indent="-246887" lvl="2" marL="914400" rtl="0" algn="l">
              <a:spcBef>
                <a:spcPts val="420"/>
              </a:spcBef>
              <a:spcAft>
                <a:spcPts val="0"/>
              </a:spcAft>
              <a:buSzPts val="1470"/>
              <a:buChar char="⚫"/>
            </a:pPr>
            <a:r>
              <a:rPr lang="en-US"/>
              <a:t>Xây dựng</a:t>
            </a:r>
            <a:endParaRPr/>
          </a:p>
          <a:p>
            <a:pPr indent="-246887" lvl="2" marL="914400" rtl="0" algn="l">
              <a:spcBef>
                <a:spcPts val="420"/>
              </a:spcBef>
              <a:spcAft>
                <a:spcPts val="0"/>
              </a:spcAft>
              <a:buSzPts val="1470"/>
              <a:buChar char="⚫"/>
            </a:pPr>
            <a:r>
              <a:rPr lang="en-US"/>
              <a:t>Chuyển giao</a:t>
            </a:r>
            <a:endParaRPr/>
          </a:p>
        </p:txBody>
      </p:sp>
      <p:sp>
        <p:nvSpPr>
          <p:cNvPr id="190" name="Google Shape;190;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91" name="Google Shape;191;p12"/>
          <p:cNvPicPr preferRelativeResize="0"/>
          <p:nvPr/>
        </p:nvPicPr>
        <p:blipFill rotWithShape="1">
          <a:blip r:embed="rId3">
            <a:alphaModFix/>
          </a:blip>
          <a:srcRect b="0" l="0" r="0" t="0"/>
          <a:stretch/>
        </p:blipFill>
        <p:spPr>
          <a:xfrm>
            <a:off x="4191000" y="2743200"/>
            <a:ext cx="4781550" cy="3219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idx="1" type="body"/>
          </p:nvPr>
        </p:nvSpPr>
        <p:spPr>
          <a:xfrm>
            <a:off x="457200" y="685800"/>
            <a:ext cx="8229600" cy="56388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285"/>
              <a:buChar char="⚫"/>
            </a:pPr>
            <a:r>
              <a:rPr lang="en-US" sz="2405"/>
              <a:t>Các khâu hoạt động của RUP:</a:t>
            </a:r>
            <a:endParaRPr/>
          </a:p>
          <a:p>
            <a:pPr indent="-246888" lvl="1" marL="640080" rtl="0" algn="l">
              <a:lnSpc>
                <a:spcPct val="90000"/>
              </a:lnSpc>
              <a:spcBef>
                <a:spcPts val="444"/>
              </a:spcBef>
              <a:spcAft>
                <a:spcPts val="0"/>
              </a:spcAft>
              <a:buSzPts val="1887"/>
              <a:buChar char="⚫"/>
            </a:pPr>
            <a:r>
              <a:rPr lang="en-US" sz="2220"/>
              <a:t>Mô hình hóa nghiệp vụ: bao gồm tất cả kỹ thuật trực quan hóa mô hình nghiệp vụ.</a:t>
            </a:r>
            <a:endParaRPr/>
          </a:p>
          <a:p>
            <a:pPr indent="-246888" lvl="1" marL="640080" rtl="0" algn="l">
              <a:lnSpc>
                <a:spcPct val="90000"/>
              </a:lnSpc>
              <a:spcBef>
                <a:spcPts val="444"/>
              </a:spcBef>
              <a:spcAft>
                <a:spcPts val="0"/>
              </a:spcAft>
              <a:buSzPts val="1887"/>
              <a:buChar char="⚫"/>
            </a:pPr>
            <a:r>
              <a:rPr lang="en-US" sz="2220"/>
              <a:t>Yêu cầu: Định nghĩa hệ thống cần làm gì.</a:t>
            </a:r>
            <a:endParaRPr/>
          </a:p>
          <a:p>
            <a:pPr indent="-246888" lvl="1" marL="640080" rtl="0" algn="l">
              <a:lnSpc>
                <a:spcPct val="90000"/>
              </a:lnSpc>
              <a:spcBef>
                <a:spcPts val="444"/>
              </a:spcBef>
              <a:spcAft>
                <a:spcPts val="0"/>
              </a:spcAft>
              <a:buSzPts val="1887"/>
              <a:buChar char="⚫"/>
            </a:pPr>
            <a:r>
              <a:rPr lang="en-US" sz="2220"/>
              <a:t>Phân tích &amp; Thiết kế: Chỉ ra làm thế nào các ca sử dụng (usecases) của hệ thống được cài đặt.</a:t>
            </a:r>
            <a:endParaRPr/>
          </a:p>
          <a:p>
            <a:pPr indent="-246888" lvl="1" marL="640080" rtl="0" algn="l">
              <a:lnSpc>
                <a:spcPct val="90000"/>
              </a:lnSpc>
              <a:spcBef>
                <a:spcPts val="444"/>
              </a:spcBef>
              <a:spcAft>
                <a:spcPts val="0"/>
              </a:spcAft>
              <a:buSzPts val="1887"/>
              <a:buChar char="⚫"/>
            </a:pPr>
            <a:r>
              <a:rPr lang="en-US" sz="2220"/>
              <a:t>Thực thi: Coding</a:t>
            </a:r>
            <a:endParaRPr/>
          </a:p>
          <a:p>
            <a:pPr indent="-246888" lvl="1" marL="640080" rtl="0" algn="l">
              <a:lnSpc>
                <a:spcPct val="90000"/>
              </a:lnSpc>
              <a:spcBef>
                <a:spcPts val="444"/>
              </a:spcBef>
              <a:spcAft>
                <a:spcPts val="0"/>
              </a:spcAft>
              <a:buSzPts val="1887"/>
              <a:buChar char="⚫"/>
            </a:pPr>
            <a:r>
              <a:rPr lang="en-US" sz="2220"/>
              <a:t>Kiểm thử: Testing</a:t>
            </a:r>
            <a:endParaRPr/>
          </a:p>
          <a:p>
            <a:pPr indent="-246888" lvl="1" marL="640080" rtl="0" algn="l">
              <a:lnSpc>
                <a:spcPct val="90000"/>
              </a:lnSpc>
              <a:spcBef>
                <a:spcPts val="444"/>
              </a:spcBef>
              <a:spcAft>
                <a:spcPts val="0"/>
              </a:spcAft>
              <a:buSzPts val="1887"/>
              <a:buChar char="⚫"/>
            </a:pPr>
            <a:r>
              <a:rPr lang="en-US" sz="2220"/>
              <a:t>Cài đặt: Cung cấp sản phẩm phần mềm đến người sử dụng.</a:t>
            </a:r>
            <a:endParaRPr/>
          </a:p>
          <a:p>
            <a:pPr indent="-246888" lvl="1" marL="640080" rtl="0" algn="l">
              <a:lnSpc>
                <a:spcPct val="90000"/>
              </a:lnSpc>
              <a:spcBef>
                <a:spcPts val="444"/>
              </a:spcBef>
              <a:spcAft>
                <a:spcPts val="0"/>
              </a:spcAft>
              <a:buSzPts val="1887"/>
              <a:buChar char="⚫"/>
            </a:pPr>
            <a:r>
              <a:rPr lang="en-US" sz="2220"/>
              <a:t>Quản lý thay đổi &amp; Cấu hình: Điều khiển và theo dõi sự thay đổi.</a:t>
            </a:r>
            <a:endParaRPr/>
          </a:p>
          <a:p>
            <a:pPr indent="-246888" lvl="1" marL="640080" rtl="0" algn="l">
              <a:lnSpc>
                <a:spcPct val="90000"/>
              </a:lnSpc>
              <a:spcBef>
                <a:spcPts val="444"/>
              </a:spcBef>
              <a:spcAft>
                <a:spcPts val="0"/>
              </a:spcAft>
              <a:buSzPts val="1887"/>
              <a:buChar char="⚫"/>
            </a:pPr>
            <a:r>
              <a:rPr lang="en-US" sz="2220"/>
              <a:t>Quản lý dự án: Bảo đảm tất cả các công việc được lập lịch, cung cấp và hoàn chỉnh phù hợp với lịch, yêu cầu và kinh phí dự án.</a:t>
            </a:r>
            <a:endParaRPr/>
          </a:p>
          <a:p>
            <a:pPr indent="-246888" lvl="1" marL="640080" rtl="0" algn="l">
              <a:lnSpc>
                <a:spcPct val="90000"/>
              </a:lnSpc>
              <a:spcBef>
                <a:spcPts val="444"/>
              </a:spcBef>
              <a:spcAft>
                <a:spcPts val="0"/>
              </a:spcAft>
              <a:buSzPts val="1887"/>
              <a:buChar char="⚫"/>
            </a:pPr>
            <a:r>
              <a:rPr lang="en-US" sz="2220"/>
              <a:t>Môi trường: Định nghĩa và quản lý môi trường trên đó hệ thống được phát triển.</a:t>
            </a:r>
            <a:endParaRPr sz="2220"/>
          </a:p>
        </p:txBody>
      </p:sp>
      <p:sp>
        <p:nvSpPr>
          <p:cNvPr id="197" name="Google Shape;197;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ph type="title"/>
          </p:nvPr>
        </p:nvSpPr>
        <p:spPr>
          <a:xfrm>
            <a:off x="457200" y="473075"/>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Mô hình hóa</a:t>
            </a:r>
            <a:endParaRPr/>
          </a:p>
        </p:txBody>
      </p:sp>
      <p:sp>
        <p:nvSpPr>
          <p:cNvPr id="203" name="Google Shape;203;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14"/>
          <p:cNvSpPr txBox="1"/>
          <p:nvPr/>
        </p:nvSpPr>
        <p:spPr>
          <a:xfrm>
            <a:off x="457200" y="1616075"/>
            <a:ext cx="8153400" cy="5105400"/>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120000"/>
              </a:lnSpc>
              <a:spcBef>
                <a:spcPts val="0"/>
              </a:spcBef>
              <a:spcAft>
                <a:spcPts val="0"/>
              </a:spcAft>
              <a:buClr>
                <a:schemeClr val="accent3"/>
              </a:buClr>
              <a:buSzPts val="1900"/>
              <a:buFont typeface="Noto Sans Symbols"/>
              <a:buChar char="⚫"/>
            </a:pPr>
            <a:r>
              <a:rPr lang="en-US" sz="2000">
                <a:solidFill>
                  <a:schemeClr val="dk1"/>
                </a:solidFill>
                <a:latin typeface="Constantia"/>
                <a:ea typeface="Constantia"/>
                <a:cs typeface="Constantia"/>
                <a:sym typeface="Constantia"/>
              </a:rPr>
              <a:t>Mô hình </a:t>
            </a:r>
            <a:endParaRPr/>
          </a:p>
          <a:p>
            <a:pPr indent="-246888" lvl="1" marL="640080" marR="0" rtl="0" algn="l">
              <a:lnSpc>
                <a:spcPct val="120000"/>
              </a:lnSpc>
              <a:spcBef>
                <a:spcPts val="360"/>
              </a:spcBef>
              <a:spcAft>
                <a:spcPts val="0"/>
              </a:spcAft>
              <a:buClr>
                <a:schemeClr val="accent1"/>
              </a:buClr>
              <a:buSzPts val="1530"/>
              <a:buFont typeface="Noto Sans Symbols"/>
              <a:buChar char="⚫"/>
            </a:pPr>
            <a:r>
              <a:rPr b="0" i="0" lang="en-US" sz="1800" u="none" cap="none" strike="noStrike">
                <a:solidFill>
                  <a:schemeClr val="dk1"/>
                </a:solidFill>
                <a:latin typeface="Constantia"/>
                <a:ea typeface="Constantia"/>
                <a:cs typeface="Constantia"/>
                <a:sym typeface="Constantia"/>
              </a:rPr>
              <a:t>là bức tranh hay mô tả vấn đề đang cố gắng giải quyết hay mô tả chính giải pháp vấn đề</a:t>
            </a:r>
            <a:endParaRPr b="0" i="0" sz="1800" u="none" cap="none" strike="noStrike">
              <a:solidFill>
                <a:schemeClr val="dk1"/>
              </a:solidFill>
              <a:latin typeface="Constantia"/>
              <a:ea typeface="Constantia"/>
              <a:cs typeface="Constantia"/>
              <a:sym typeface="Constantia"/>
            </a:endParaRPr>
          </a:p>
          <a:p>
            <a:pPr indent="-246888" lvl="1" marL="640080" marR="0" rtl="0" algn="l">
              <a:lnSpc>
                <a:spcPct val="120000"/>
              </a:lnSpc>
              <a:spcBef>
                <a:spcPts val="360"/>
              </a:spcBef>
              <a:spcAft>
                <a:spcPts val="0"/>
              </a:spcAft>
              <a:buClr>
                <a:schemeClr val="accent1"/>
              </a:buClr>
              <a:buSzPts val="1530"/>
              <a:buFont typeface="Noto Sans Symbols"/>
              <a:buChar char="⚫"/>
            </a:pPr>
            <a:r>
              <a:rPr b="0" i="0" lang="en-US" sz="1800" u="none" cap="none" strike="noStrike">
                <a:solidFill>
                  <a:schemeClr val="dk1"/>
                </a:solidFill>
                <a:latin typeface="Constantia"/>
                <a:ea typeface="Constantia"/>
                <a:cs typeface="Constantia"/>
                <a:sym typeface="Constantia"/>
              </a:rPr>
              <a:t>là ngôn ngữ của người thiết kế (trong nhiều lĩnh vực)</a:t>
            </a:r>
            <a:endParaRPr/>
          </a:p>
          <a:p>
            <a:pPr indent="-246888" lvl="1" marL="640080" marR="0" rtl="0" algn="l">
              <a:lnSpc>
                <a:spcPct val="120000"/>
              </a:lnSpc>
              <a:spcBef>
                <a:spcPts val="360"/>
              </a:spcBef>
              <a:spcAft>
                <a:spcPts val="0"/>
              </a:spcAft>
              <a:buClr>
                <a:schemeClr val="accent1"/>
              </a:buClr>
              <a:buSzPts val="1530"/>
              <a:buFont typeface="Noto Sans Symbols"/>
              <a:buChar char="⚫"/>
            </a:pPr>
            <a:r>
              <a:rPr b="0" i="0" lang="en-US" sz="1800" u="none" cap="none" strike="noStrike">
                <a:solidFill>
                  <a:schemeClr val="dk1"/>
                </a:solidFill>
                <a:latin typeface="Constantia"/>
                <a:ea typeface="Constantia"/>
                <a:cs typeface="Constantia"/>
                <a:sym typeface="Constantia"/>
              </a:rPr>
              <a:t>là trình diễn hệ thống sẽ xây dựng</a:t>
            </a:r>
            <a:endParaRPr b="0" i="0" sz="1800" u="none" cap="none" strike="noStrike">
              <a:solidFill>
                <a:schemeClr val="dk1"/>
              </a:solidFill>
              <a:latin typeface="Constantia"/>
              <a:ea typeface="Constantia"/>
              <a:cs typeface="Constantia"/>
              <a:sym typeface="Constantia"/>
            </a:endParaRPr>
          </a:p>
          <a:p>
            <a:pPr indent="-246888" lvl="1" marL="640080" marR="0" rtl="0" algn="l">
              <a:lnSpc>
                <a:spcPct val="120000"/>
              </a:lnSpc>
              <a:spcBef>
                <a:spcPts val="360"/>
              </a:spcBef>
              <a:spcAft>
                <a:spcPts val="0"/>
              </a:spcAft>
              <a:buClr>
                <a:schemeClr val="accent1"/>
              </a:buClr>
              <a:buSzPts val="1530"/>
              <a:buFont typeface="Noto Sans Symbols"/>
              <a:buChar char="⚫"/>
            </a:pPr>
            <a:r>
              <a:rPr b="0" i="0" lang="en-US" sz="1800" u="none" cap="none" strike="noStrike">
                <a:solidFill>
                  <a:schemeClr val="dk1"/>
                </a:solidFill>
                <a:latin typeface="Constantia"/>
                <a:ea typeface="Constantia"/>
                <a:cs typeface="Constantia"/>
                <a:sym typeface="Constantia"/>
              </a:rPr>
              <a:t>là phương tiện giao tiếp giữa các stakeholders</a:t>
            </a:r>
            <a:endParaRPr/>
          </a:p>
          <a:p>
            <a:pPr indent="-246888" lvl="1" marL="640080" marR="0" rtl="0" algn="l">
              <a:lnSpc>
                <a:spcPct val="120000"/>
              </a:lnSpc>
              <a:spcBef>
                <a:spcPts val="360"/>
              </a:spcBef>
              <a:spcAft>
                <a:spcPts val="0"/>
              </a:spcAft>
              <a:buClr>
                <a:schemeClr val="accent1"/>
              </a:buClr>
              <a:buSzPts val="1530"/>
              <a:buFont typeface="Noto Sans Symbols"/>
              <a:buChar char="⚫"/>
            </a:pPr>
            <a:r>
              <a:rPr b="0" i="0" lang="en-US" sz="1800" u="none" cap="none" strike="noStrike">
                <a:solidFill>
                  <a:schemeClr val="dk1"/>
                </a:solidFill>
                <a:latin typeface="Constantia"/>
                <a:ea typeface="Constantia"/>
                <a:cs typeface="Constantia"/>
                <a:sym typeface="Constantia"/>
              </a:rPr>
              <a:t>là kế hoạch chi tiết </a:t>
            </a:r>
            <a:r>
              <a:rPr b="0" i="0" lang="en-US" sz="1800" u="none" cap="none" strike="noStrike">
                <a:solidFill>
                  <a:srgbClr val="FF0000"/>
                </a:solidFill>
                <a:latin typeface="Constantia"/>
                <a:ea typeface="Constantia"/>
                <a:cs typeface="Constantia"/>
                <a:sym typeface="Constantia"/>
              </a:rPr>
              <a:t>(blueprints)</a:t>
            </a:r>
            <a:endParaRPr/>
          </a:p>
          <a:p>
            <a:pPr indent="-274320" lvl="0" marL="274320" marR="0" rtl="0" algn="l">
              <a:lnSpc>
                <a:spcPct val="120000"/>
              </a:lnSpc>
              <a:spcBef>
                <a:spcPts val="400"/>
              </a:spcBef>
              <a:spcAft>
                <a:spcPts val="0"/>
              </a:spcAft>
              <a:buClr>
                <a:schemeClr val="accent3"/>
              </a:buClr>
              <a:buSzPts val="1900"/>
              <a:buFont typeface="Noto Sans Symbols"/>
              <a:buChar char="⚫"/>
            </a:pPr>
            <a:r>
              <a:rPr lang="en-US" sz="2000">
                <a:solidFill>
                  <a:schemeClr val="dk1"/>
                </a:solidFill>
                <a:latin typeface="Constantia"/>
                <a:ea typeface="Constantia"/>
                <a:cs typeface="Constantia"/>
                <a:sym typeface="Constantia"/>
              </a:rPr>
              <a:t>Mô hình cho khả năng suy diễn một số đặc tính của hệ thống thực</a:t>
            </a:r>
            <a:endParaRPr sz="2000">
              <a:solidFill>
                <a:schemeClr val="dk1"/>
              </a:solidFill>
              <a:latin typeface="Constantia"/>
              <a:ea typeface="Constantia"/>
              <a:cs typeface="Constantia"/>
              <a:sym typeface="Constantia"/>
            </a:endParaRPr>
          </a:p>
          <a:p>
            <a:pPr indent="-274320" lvl="0" marL="274320" marR="0" rtl="0" algn="l">
              <a:lnSpc>
                <a:spcPct val="120000"/>
              </a:lnSpc>
              <a:spcBef>
                <a:spcPts val="400"/>
              </a:spcBef>
              <a:spcAft>
                <a:spcPts val="0"/>
              </a:spcAft>
              <a:buClr>
                <a:schemeClr val="accent3"/>
              </a:buClr>
              <a:buSzPts val="1900"/>
              <a:buFont typeface="Noto Sans Symbols"/>
              <a:buChar char="⚫"/>
            </a:pPr>
            <a:r>
              <a:rPr lang="en-US" sz="2000">
                <a:solidFill>
                  <a:schemeClr val="dk1"/>
                </a:solidFill>
                <a:latin typeface="Constantia"/>
                <a:ea typeface="Constantia"/>
                <a:cs typeface="Constantia"/>
                <a:sym typeface="Constantia"/>
              </a:rPr>
              <a:t>Mô hình hóa trực quan</a:t>
            </a:r>
            <a:endParaRPr sz="2000">
              <a:solidFill>
                <a:schemeClr val="dk1"/>
              </a:solidFill>
              <a:latin typeface="Constantia"/>
              <a:ea typeface="Constantia"/>
              <a:cs typeface="Constantia"/>
              <a:sym typeface="Constantia"/>
            </a:endParaRPr>
          </a:p>
          <a:p>
            <a:pPr indent="-246888" lvl="1" marL="640080" marR="0" rtl="0" algn="l">
              <a:lnSpc>
                <a:spcPct val="120000"/>
              </a:lnSpc>
              <a:spcBef>
                <a:spcPts val="360"/>
              </a:spcBef>
              <a:spcAft>
                <a:spcPts val="0"/>
              </a:spcAft>
              <a:buClr>
                <a:schemeClr val="accent1"/>
              </a:buClr>
              <a:buSzPts val="1530"/>
              <a:buFont typeface="Noto Sans Symbols"/>
              <a:buChar char="⚫"/>
            </a:pPr>
            <a:r>
              <a:rPr b="0" i="0" lang="en-US" sz="1800" u="none" cap="none" strike="noStrike">
                <a:solidFill>
                  <a:schemeClr val="dk1"/>
                </a:solidFill>
                <a:latin typeface="Constantia"/>
                <a:ea typeface="Constantia"/>
                <a:cs typeface="Constantia"/>
                <a:sym typeface="Constantia"/>
              </a:rPr>
              <a:t>Bằng các phần tử đồ họa</a:t>
            </a:r>
            <a:endParaRPr b="0" i="0" sz="1800" u="none" cap="none" strike="noStrike">
              <a:solidFill>
                <a:schemeClr val="dk1"/>
              </a:solidFill>
              <a:latin typeface="Constantia"/>
              <a:ea typeface="Constantia"/>
              <a:cs typeface="Constantia"/>
              <a:sym typeface="Constantia"/>
            </a:endParaRPr>
          </a:p>
          <a:p>
            <a:pPr indent="-274320" lvl="0" marL="274320" marR="0" rtl="0" algn="l">
              <a:lnSpc>
                <a:spcPct val="120000"/>
              </a:lnSpc>
              <a:spcBef>
                <a:spcPts val="400"/>
              </a:spcBef>
              <a:spcAft>
                <a:spcPts val="0"/>
              </a:spcAft>
              <a:buClr>
                <a:schemeClr val="accent3"/>
              </a:buClr>
              <a:buSzPts val="1900"/>
              <a:buFont typeface="Noto Sans Symbols"/>
              <a:buChar char="⚫"/>
            </a:pPr>
            <a:r>
              <a:rPr lang="en-US" sz="2000">
                <a:solidFill>
                  <a:srgbClr val="FF0000"/>
                </a:solidFill>
                <a:latin typeface="Constantia"/>
                <a:ea typeface="Constantia"/>
                <a:cs typeface="Constantia"/>
                <a:sym typeface="Constantia"/>
              </a:rPr>
              <a:t>Ngôn ngữ mô hình hóa </a:t>
            </a:r>
            <a:r>
              <a:rPr lang="en-US" sz="2000">
                <a:solidFill>
                  <a:schemeClr val="dk1"/>
                </a:solidFill>
                <a:latin typeface="Constantia"/>
                <a:ea typeface="Constantia"/>
                <a:cs typeface="Constantia"/>
                <a:sym typeface="Constantia"/>
              </a:rPr>
              <a:t>là ngôn ngữ mô tả hệ thống hay tác nghiệp</a:t>
            </a:r>
            <a:endParaRPr sz="2000">
              <a:solidFill>
                <a:schemeClr val="dk1"/>
              </a:solidFill>
              <a:latin typeface="Constantia"/>
              <a:ea typeface="Constantia"/>
              <a:cs typeface="Constantia"/>
              <a:sym typeface="Constantia"/>
            </a:endParaRPr>
          </a:p>
          <a:p>
            <a:pPr indent="-153670" lvl="0" marL="274320" marR="0" rtl="0" algn="l">
              <a:lnSpc>
                <a:spcPct val="120000"/>
              </a:lnSpc>
              <a:spcBef>
                <a:spcPts val="400"/>
              </a:spcBef>
              <a:spcAft>
                <a:spcPts val="0"/>
              </a:spcAft>
              <a:buClr>
                <a:schemeClr val="accent3"/>
              </a:buClr>
              <a:buSzPts val="1900"/>
              <a:buFont typeface="Noto Sans Symbols"/>
              <a:buNone/>
            </a:pPr>
            <a:r>
              <a:t/>
            </a:r>
            <a:endParaRPr sz="2000">
              <a:solidFill>
                <a:schemeClr val="dk1"/>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Effect filter="fade" transition="in">
                                      <p:cBhvr>
                                        <p:cTn dur="1000"/>
                                        <p:tgtEl>
                                          <p:spTgt spid="2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Effect filter="fade" transition="in">
                                      <p:cBhvr>
                                        <p:cTn dur="1000"/>
                                        <p:tgtEl>
                                          <p:spTgt spid="2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Effect filter="fade" transition="in">
                                      <p:cBhvr>
                                        <p:cTn dur="1000"/>
                                        <p:tgtEl>
                                          <p:spTgt spid="2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Effect filter="fade" transition="in">
                                      <p:cBhvr>
                                        <p:cTn dur="1000"/>
                                        <p:tgtEl>
                                          <p:spTgt spid="2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5" st="5"/>
                                            </p:txEl>
                                          </p:spTgt>
                                        </p:tgtEl>
                                        <p:attrNameLst>
                                          <p:attrName>style.visibility</p:attrName>
                                        </p:attrNameLst>
                                      </p:cBhvr>
                                      <p:to>
                                        <p:strVal val="visible"/>
                                      </p:to>
                                    </p:set>
                                    <p:animEffect filter="fade" transition="in">
                                      <p:cBhvr>
                                        <p:cTn dur="1000"/>
                                        <p:tgtEl>
                                          <p:spTgt spid="2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6" st="6"/>
                                            </p:txEl>
                                          </p:spTgt>
                                        </p:tgtEl>
                                        <p:attrNameLst>
                                          <p:attrName>style.visibility</p:attrName>
                                        </p:attrNameLst>
                                      </p:cBhvr>
                                      <p:to>
                                        <p:strVal val="visible"/>
                                      </p:to>
                                    </p:set>
                                    <p:animEffect filter="fade" transition="in">
                                      <p:cBhvr>
                                        <p:cTn dur="1000"/>
                                        <p:tgtEl>
                                          <p:spTgt spid="2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7" st="7"/>
                                            </p:txEl>
                                          </p:spTgt>
                                        </p:tgtEl>
                                        <p:attrNameLst>
                                          <p:attrName>style.visibility</p:attrName>
                                        </p:attrNameLst>
                                      </p:cBhvr>
                                      <p:to>
                                        <p:strVal val="visible"/>
                                      </p:to>
                                    </p:set>
                                    <p:animEffect filter="fade" transition="in">
                                      <p:cBhvr>
                                        <p:cTn dur="1000"/>
                                        <p:tgtEl>
                                          <p:spTgt spid="20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8" st="8"/>
                                            </p:txEl>
                                          </p:spTgt>
                                        </p:tgtEl>
                                        <p:attrNameLst>
                                          <p:attrName>style.visibility</p:attrName>
                                        </p:attrNameLst>
                                      </p:cBhvr>
                                      <p:to>
                                        <p:strVal val="visible"/>
                                      </p:to>
                                    </p:set>
                                    <p:animEffect filter="fade" transition="in">
                                      <p:cBhvr>
                                        <p:cTn dur="1000"/>
                                        <p:tgtEl>
                                          <p:spTgt spid="20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9" st="9"/>
                                            </p:txEl>
                                          </p:spTgt>
                                        </p:tgtEl>
                                        <p:attrNameLst>
                                          <p:attrName>style.visibility</p:attrName>
                                        </p:attrNameLst>
                                      </p:cBhvr>
                                      <p:to>
                                        <p:strVal val="visible"/>
                                      </p:to>
                                    </p:set>
                                    <p:animEffect filter="fade" transition="in">
                                      <p:cBhvr>
                                        <p:cTn dur="1000"/>
                                        <p:tgtEl>
                                          <p:spTgt spid="20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10" st="10"/>
                                            </p:txEl>
                                          </p:spTgt>
                                        </p:tgtEl>
                                        <p:attrNameLst>
                                          <p:attrName>style.visibility</p:attrName>
                                        </p:attrNameLst>
                                      </p:cBhvr>
                                      <p:to>
                                        <p:strVal val="visible"/>
                                      </p:to>
                                    </p:set>
                                    <p:animEffect filter="fade" transition="in">
                                      <p:cBhvr>
                                        <p:cTn dur="1000"/>
                                        <p:tgtEl>
                                          <p:spTgt spid="20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5"/>
          <p:cNvSpPr txBox="1"/>
          <p:nvPr>
            <p:ph type="title"/>
          </p:nvPr>
        </p:nvSpPr>
        <p:spPr>
          <a:xfrm>
            <a:off x="457200" y="473075"/>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Mô hình hóa</a:t>
            </a:r>
            <a:endParaRPr/>
          </a:p>
        </p:txBody>
      </p:sp>
      <p:sp>
        <p:nvSpPr>
          <p:cNvPr id="210" name="Google Shape;210;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211" name="Google Shape;211;p15"/>
          <p:cNvGrpSpPr/>
          <p:nvPr/>
        </p:nvGrpSpPr>
        <p:grpSpPr>
          <a:xfrm>
            <a:off x="1128712" y="4453629"/>
            <a:ext cx="6781800" cy="2147989"/>
            <a:chOff x="1152" y="2452"/>
            <a:chExt cx="4032" cy="1449"/>
          </a:xfrm>
        </p:grpSpPr>
        <p:sp>
          <p:nvSpPr>
            <p:cNvPr id="212" name="Google Shape;212;p15"/>
            <p:cNvSpPr txBox="1"/>
            <p:nvPr/>
          </p:nvSpPr>
          <p:spPr>
            <a:xfrm>
              <a:off x="4284" y="2864"/>
              <a:ext cx="900" cy="20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hlink"/>
                </a:buClr>
                <a:buSzPts val="1400"/>
                <a:buFont typeface="Noto Sans Symbols"/>
                <a:buNone/>
              </a:pPr>
              <a:r>
                <a:rPr lang="en-US" sz="1400">
                  <a:solidFill>
                    <a:schemeClr val="hlink"/>
                  </a:solidFill>
                  <a:latin typeface="Tahoma"/>
                  <a:ea typeface="Tahoma"/>
                  <a:cs typeface="Tahoma"/>
                  <a:sym typeface="Tahoma"/>
                </a:rPr>
                <a:t>Thế giới thực</a:t>
              </a:r>
              <a:endParaRPr/>
            </a:p>
          </p:txBody>
        </p:sp>
        <p:sp>
          <p:nvSpPr>
            <p:cNvPr id="213" name="Google Shape;213;p15"/>
            <p:cNvSpPr/>
            <p:nvPr/>
          </p:nvSpPr>
          <p:spPr>
            <a:xfrm>
              <a:off x="1152" y="3216"/>
              <a:ext cx="3171" cy="685"/>
            </a:xfrm>
            <a:prstGeom prst="roundRect">
              <a:avLst>
                <a:gd fmla="val 16667" name="adj"/>
              </a:avLst>
            </a:prstGeom>
            <a:solidFill>
              <a:srgbClr val="D9FFEE"/>
            </a:solidFill>
            <a:ln cap="flat" cmpd="sng" w="9525">
              <a:solidFill>
                <a:srgbClr val="000000"/>
              </a:solidFill>
              <a:prstDash val="solid"/>
              <a:round/>
              <a:headEnd len="sm" w="sm" type="none"/>
              <a:tailEnd len="sm" w="sm" type="none"/>
            </a:ln>
            <a:effectLst>
              <a:outerShdw rotWithShape="0" algn="ctr" dir="2700000" dist="35921">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sp>
          <p:nvSpPr>
            <p:cNvPr id="214" name="Google Shape;214;p15"/>
            <p:cNvSpPr txBox="1"/>
            <p:nvPr/>
          </p:nvSpPr>
          <p:spPr>
            <a:xfrm>
              <a:off x="1240" y="3421"/>
              <a:ext cx="488" cy="2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000000"/>
                </a:buClr>
                <a:buSzPts val="1400"/>
                <a:buFont typeface="Noto Sans Symbols"/>
                <a:buNone/>
              </a:pPr>
              <a:r>
                <a:rPr lang="en-US" sz="1400">
                  <a:solidFill>
                    <a:srgbClr val="000000"/>
                  </a:solidFill>
                  <a:latin typeface="Arial"/>
                  <a:ea typeface="Arial"/>
                  <a:cs typeface="Arial"/>
                  <a:sym typeface="Arial"/>
                </a:rPr>
                <a:t>Ôtô</a:t>
              </a:r>
              <a:endParaRPr/>
            </a:p>
          </p:txBody>
        </p:sp>
        <p:sp>
          <p:nvSpPr>
            <p:cNvPr id="215" name="Google Shape;215;p15"/>
            <p:cNvSpPr txBox="1"/>
            <p:nvPr/>
          </p:nvSpPr>
          <p:spPr>
            <a:xfrm>
              <a:off x="2544" y="3381"/>
              <a:ext cx="665" cy="2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000000"/>
                </a:buClr>
                <a:buSzPts val="1400"/>
                <a:buFont typeface="Noto Sans Symbols"/>
                <a:buNone/>
              </a:pPr>
              <a:r>
                <a:rPr lang="en-US" sz="1400">
                  <a:solidFill>
                    <a:srgbClr val="000000"/>
                  </a:solidFill>
                  <a:latin typeface="Arial"/>
                  <a:ea typeface="Arial"/>
                  <a:cs typeface="Arial"/>
                  <a:sym typeface="Arial"/>
                </a:rPr>
                <a:t>Con người</a:t>
              </a:r>
              <a:endParaRPr/>
            </a:p>
          </p:txBody>
        </p:sp>
        <p:cxnSp>
          <p:nvCxnSpPr>
            <p:cNvPr id="216" name="Google Shape;216;p15"/>
            <p:cNvCxnSpPr/>
            <p:nvPr/>
          </p:nvCxnSpPr>
          <p:spPr>
            <a:xfrm rot="10800000">
              <a:off x="1728" y="3552"/>
              <a:ext cx="816" cy="0"/>
            </a:xfrm>
            <a:prstGeom prst="straightConnector1">
              <a:avLst/>
            </a:prstGeom>
            <a:noFill/>
            <a:ln cap="flat" cmpd="sng" w="9525">
              <a:solidFill>
                <a:srgbClr val="000000"/>
              </a:solidFill>
              <a:prstDash val="solid"/>
              <a:round/>
              <a:headEnd len="med" w="med" type="none"/>
              <a:tailEnd len="med" w="med" type="none"/>
            </a:ln>
          </p:spPr>
        </p:cxnSp>
        <p:sp>
          <p:nvSpPr>
            <p:cNvPr id="217" name="Google Shape;217;p15"/>
            <p:cNvSpPr txBox="1"/>
            <p:nvPr/>
          </p:nvSpPr>
          <p:spPr>
            <a:xfrm>
              <a:off x="3754" y="3373"/>
              <a:ext cx="422" cy="2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000000"/>
                </a:buClr>
                <a:buSzPts val="1400"/>
                <a:buFont typeface="Noto Sans Symbols"/>
                <a:buNone/>
              </a:pPr>
              <a:r>
                <a:rPr lang="en-US" sz="1400">
                  <a:solidFill>
                    <a:srgbClr val="000000"/>
                  </a:solidFill>
                  <a:latin typeface="Arial"/>
                  <a:ea typeface="Arial"/>
                  <a:cs typeface="Arial"/>
                  <a:sym typeface="Arial"/>
                </a:rPr>
                <a:t>Sách</a:t>
              </a:r>
              <a:endParaRPr/>
            </a:p>
          </p:txBody>
        </p:sp>
        <p:cxnSp>
          <p:nvCxnSpPr>
            <p:cNvPr id="218" name="Google Shape;218;p15"/>
            <p:cNvCxnSpPr/>
            <p:nvPr/>
          </p:nvCxnSpPr>
          <p:spPr>
            <a:xfrm>
              <a:off x="3216" y="3552"/>
              <a:ext cx="528" cy="0"/>
            </a:xfrm>
            <a:prstGeom prst="straightConnector1">
              <a:avLst/>
            </a:prstGeom>
            <a:noFill/>
            <a:ln cap="flat" cmpd="sng" w="9525">
              <a:solidFill>
                <a:srgbClr val="000000"/>
              </a:solidFill>
              <a:prstDash val="solid"/>
              <a:round/>
              <a:headEnd len="med" w="med" type="none"/>
              <a:tailEnd len="med" w="med" type="none"/>
            </a:ln>
          </p:spPr>
        </p:cxnSp>
        <p:sp>
          <p:nvSpPr>
            <p:cNvPr id="219" name="Google Shape;219;p15"/>
            <p:cNvSpPr txBox="1"/>
            <p:nvPr/>
          </p:nvSpPr>
          <p:spPr>
            <a:xfrm>
              <a:off x="3218" y="3373"/>
              <a:ext cx="574" cy="2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folHlink"/>
                </a:buClr>
                <a:buSzPts val="1400"/>
                <a:buFont typeface="Noto Sans Symbols"/>
                <a:buNone/>
              </a:pPr>
              <a:r>
                <a:rPr lang="en-US" sz="1400">
                  <a:solidFill>
                    <a:schemeClr val="folHlink"/>
                  </a:solidFill>
                  <a:latin typeface="Tahoma"/>
                  <a:ea typeface="Tahoma"/>
                  <a:cs typeface="Tahoma"/>
                  <a:sym typeface="Tahoma"/>
                </a:rPr>
                <a:t>Đọc </a:t>
              </a:r>
              <a:endParaRPr sz="1400">
                <a:solidFill>
                  <a:schemeClr val="folHlink"/>
                </a:solidFill>
                <a:latin typeface="Tahoma"/>
                <a:ea typeface="Tahoma"/>
                <a:cs typeface="Tahoma"/>
                <a:sym typeface="Tahoma"/>
              </a:endParaRPr>
            </a:p>
          </p:txBody>
        </p:sp>
        <p:sp>
          <p:nvSpPr>
            <p:cNvPr id="220" name="Google Shape;220;p15"/>
            <p:cNvSpPr txBox="1"/>
            <p:nvPr/>
          </p:nvSpPr>
          <p:spPr>
            <a:xfrm>
              <a:off x="1680" y="3373"/>
              <a:ext cx="761" cy="2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400"/>
                <a:buFont typeface="Noto Sans Symbols"/>
                <a:buNone/>
              </a:pPr>
              <a:r>
                <a:rPr lang="en-US" sz="1400">
                  <a:solidFill>
                    <a:srgbClr val="000000"/>
                  </a:solidFill>
                  <a:latin typeface="Tahoma"/>
                  <a:ea typeface="Tahoma"/>
                  <a:cs typeface="Tahoma"/>
                  <a:sym typeface="Tahoma"/>
                </a:rPr>
                <a:t>  </a:t>
              </a:r>
              <a:r>
                <a:rPr lang="en-US" sz="1400">
                  <a:solidFill>
                    <a:schemeClr val="folHlink"/>
                  </a:solidFill>
                  <a:latin typeface="Tahoma"/>
                  <a:ea typeface="Tahoma"/>
                  <a:cs typeface="Tahoma"/>
                  <a:sym typeface="Tahoma"/>
                </a:rPr>
                <a:t>Làm chủ</a:t>
              </a:r>
              <a:endParaRPr sz="1400">
                <a:solidFill>
                  <a:schemeClr val="folHlink"/>
                </a:solidFill>
                <a:latin typeface="Tahoma"/>
                <a:ea typeface="Tahoma"/>
                <a:cs typeface="Tahoma"/>
                <a:sym typeface="Tahoma"/>
              </a:endParaRPr>
            </a:p>
          </p:txBody>
        </p:sp>
        <p:sp>
          <p:nvSpPr>
            <p:cNvPr id="221" name="Google Shape;221;p15"/>
            <p:cNvSpPr txBox="1"/>
            <p:nvPr/>
          </p:nvSpPr>
          <p:spPr>
            <a:xfrm>
              <a:off x="4320" y="3452"/>
              <a:ext cx="606" cy="2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hlink"/>
                </a:buClr>
                <a:buSzPts val="1400"/>
                <a:buFont typeface="Noto Sans Symbols"/>
                <a:buNone/>
              </a:pPr>
              <a:r>
                <a:rPr lang="en-US" sz="1400">
                  <a:solidFill>
                    <a:schemeClr val="hlink"/>
                  </a:solidFill>
                  <a:latin typeface="Tahoma"/>
                  <a:ea typeface="Tahoma"/>
                  <a:cs typeface="Tahoma"/>
                  <a:sym typeface="Tahoma"/>
                </a:rPr>
                <a:t>Mô hình</a:t>
              </a:r>
              <a:endParaRPr/>
            </a:p>
          </p:txBody>
        </p:sp>
        <p:grpSp>
          <p:nvGrpSpPr>
            <p:cNvPr id="222" name="Google Shape;222;p15"/>
            <p:cNvGrpSpPr/>
            <p:nvPr/>
          </p:nvGrpSpPr>
          <p:grpSpPr>
            <a:xfrm>
              <a:off x="2544" y="2452"/>
              <a:ext cx="528" cy="716"/>
              <a:chOff x="2688" y="2452"/>
              <a:chExt cx="402" cy="640"/>
            </a:xfrm>
          </p:grpSpPr>
          <p:grpSp>
            <p:nvGrpSpPr>
              <p:cNvPr id="223" name="Google Shape;223;p15"/>
              <p:cNvGrpSpPr/>
              <p:nvPr/>
            </p:nvGrpSpPr>
            <p:grpSpPr>
              <a:xfrm>
                <a:off x="2853" y="2553"/>
                <a:ext cx="70" cy="20"/>
                <a:chOff x="4847" y="1951"/>
                <a:chExt cx="122" cy="35"/>
              </a:xfrm>
            </p:grpSpPr>
            <p:sp>
              <p:nvSpPr>
                <p:cNvPr id="224" name="Google Shape;224;p15"/>
                <p:cNvSpPr/>
                <p:nvPr/>
              </p:nvSpPr>
              <p:spPr>
                <a:xfrm>
                  <a:off x="4958" y="1951"/>
                  <a:ext cx="11" cy="35"/>
                </a:xfrm>
                <a:custGeom>
                  <a:rect b="b" l="l" r="r" t="t"/>
                  <a:pathLst>
                    <a:path extrusionOk="0" h="138" w="43">
                      <a:moveTo>
                        <a:pt x="1" y="9"/>
                      </a:moveTo>
                      <a:lnTo>
                        <a:pt x="18" y="1"/>
                      </a:lnTo>
                      <a:lnTo>
                        <a:pt x="26" y="0"/>
                      </a:lnTo>
                      <a:lnTo>
                        <a:pt x="32" y="0"/>
                      </a:lnTo>
                      <a:lnTo>
                        <a:pt x="35" y="1"/>
                      </a:lnTo>
                      <a:lnTo>
                        <a:pt x="39" y="3"/>
                      </a:lnTo>
                      <a:lnTo>
                        <a:pt x="42" y="11"/>
                      </a:lnTo>
                      <a:lnTo>
                        <a:pt x="43" y="19"/>
                      </a:lnTo>
                      <a:lnTo>
                        <a:pt x="42" y="29"/>
                      </a:lnTo>
                      <a:lnTo>
                        <a:pt x="41" y="37"/>
                      </a:lnTo>
                      <a:lnTo>
                        <a:pt x="36" y="46"/>
                      </a:lnTo>
                      <a:lnTo>
                        <a:pt x="33" y="53"/>
                      </a:lnTo>
                      <a:lnTo>
                        <a:pt x="28" y="59"/>
                      </a:lnTo>
                      <a:lnTo>
                        <a:pt x="26" y="68"/>
                      </a:lnTo>
                      <a:lnTo>
                        <a:pt x="26" y="75"/>
                      </a:lnTo>
                      <a:lnTo>
                        <a:pt x="26" y="88"/>
                      </a:lnTo>
                      <a:lnTo>
                        <a:pt x="26" y="98"/>
                      </a:lnTo>
                      <a:lnTo>
                        <a:pt x="27" y="107"/>
                      </a:lnTo>
                      <a:lnTo>
                        <a:pt x="26" y="115"/>
                      </a:lnTo>
                      <a:lnTo>
                        <a:pt x="22" y="124"/>
                      </a:lnTo>
                      <a:lnTo>
                        <a:pt x="18" y="129"/>
                      </a:lnTo>
                      <a:lnTo>
                        <a:pt x="11" y="135"/>
                      </a:lnTo>
                      <a:lnTo>
                        <a:pt x="0" y="138"/>
                      </a:lnTo>
                      <a:lnTo>
                        <a:pt x="1" y="9"/>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5" name="Google Shape;225;p15"/>
                <p:cNvSpPr/>
                <p:nvPr/>
              </p:nvSpPr>
              <p:spPr>
                <a:xfrm>
                  <a:off x="4847" y="1951"/>
                  <a:ext cx="11" cy="35"/>
                </a:xfrm>
                <a:custGeom>
                  <a:rect b="b" l="l" r="r" t="t"/>
                  <a:pathLst>
                    <a:path extrusionOk="0" h="138" w="42">
                      <a:moveTo>
                        <a:pt x="42" y="9"/>
                      </a:moveTo>
                      <a:lnTo>
                        <a:pt x="25" y="1"/>
                      </a:lnTo>
                      <a:lnTo>
                        <a:pt x="18" y="0"/>
                      </a:lnTo>
                      <a:lnTo>
                        <a:pt x="11" y="0"/>
                      </a:lnTo>
                      <a:lnTo>
                        <a:pt x="7" y="1"/>
                      </a:lnTo>
                      <a:lnTo>
                        <a:pt x="4" y="3"/>
                      </a:lnTo>
                      <a:lnTo>
                        <a:pt x="1" y="11"/>
                      </a:lnTo>
                      <a:lnTo>
                        <a:pt x="0" y="19"/>
                      </a:lnTo>
                      <a:lnTo>
                        <a:pt x="0" y="29"/>
                      </a:lnTo>
                      <a:lnTo>
                        <a:pt x="1" y="37"/>
                      </a:lnTo>
                      <a:lnTo>
                        <a:pt x="6" y="46"/>
                      </a:lnTo>
                      <a:lnTo>
                        <a:pt x="11" y="53"/>
                      </a:lnTo>
                      <a:lnTo>
                        <a:pt x="14" y="59"/>
                      </a:lnTo>
                      <a:lnTo>
                        <a:pt x="16" y="68"/>
                      </a:lnTo>
                      <a:lnTo>
                        <a:pt x="18" y="75"/>
                      </a:lnTo>
                      <a:lnTo>
                        <a:pt x="16" y="88"/>
                      </a:lnTo>
                      <a:lnTo>
                        <a:pt x="16" y="98"/>
                      </a:lnTo>
                      <a:lnTo>
                        <a:pt x="15" y="107"/>
                      </a:lnTo>
                      <a:lnTo>
                        <a:pt x="16" y="115"/>
                      </a:lnTo>
                      <a:lnTo>
                        <a:pt x="20" y="124"/>
                      </a:lnTo>
                      <a:lnTo>
                        <a:pt x="25" y="129"/>
                      </a:lnTo>
                      <a:lnTo>
                        <a:pt x="32" y="135"/>
                      </a:lnTo>
                      <a:lnTo>
                        <a:pt x="42" y="138"/>
                      </a:lnTo>
                      <a:lnTo>
                        <a:pt x="42" y="9"/>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26" name="Google Shape;226;p15"/>
              <p:cNvSpPr/>
              <p:nvPr/>
            </p:nvSpPr>
            <p:spPr>
              <a:xfrm>
                <a:off x="2872" y="2607"/>
                <a:ext cx="33" cy="22"/>
              </a:xfrm>
              <a:prstGeom prst="rect">
                <a:avLst/>
              </a:prstGeom>
              <a:solidFill>
                <a:srgbClr val="FFC08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sp>
            <p:nvSpPr>
              <p:cNvPr id="227" name="Google Shape;227;p15"/>
              <p:cNvSpPr/>
              <p:nvPr/>
            </p:nvSpPr>
            <p:spPr>
              <a:xfrm>
                <a:off x="2858" y="2516"/>
                <a:ext cx="61" cy="99"/>
              </a:xfrm>
              <a:custGeom>
                <a:rect b="b" l="l" r="r" t="t"/>
                <a:pathLst>
                  <a:path extrusionOk="0" h="695" w="425">
                    <a:moveTo>
                      <a:pt x="42" y="112"/>
                    </a:moveTo>
                    <a:lnTo>
                      <a:pt x="28" y="142"/>
                    </a:lnTo>
                    <a:lnTo>
                      <a:pt x="18" y="173"/>
                    </a:lnTo>
                    <a:lnTo>
                      <a:pt x="11" y="203"/>
                    </a:lnTo>
                    <a:lnTo>
                      <a:pt x="6" y="241"/>
                    </a:lnTo>
                    <a:lnTo>
                      <a:pt x="2" y="282"/>
                    </a:lnTo>
                    <a:lnTo>
                      <a:pt x="1" y="320"/>
                    </a:lnTo>
                    <a:lnTo>
                      <a:pt x="0" y="357"/>
                    </a:lnTo>
                    <a:lnTo>
                      <a:pt x="0" y="404"/>
                    </a:lnTo>
                    <a:lnTo>
                      <a:pt x="2" y="442"/>
                    </a:lnTo>
                    <a:lnTo>
                      <a:pt x="7" y="479"/>
                    </a:lnTo>
                    <a:lnTo>
                      <a:pt x="13" y="507"/>
                    </a:lnTo>
                    <a:lnTo>
                      <a:pt x="23" y="539"/>
                    </a:lnTo>
                    <a:lnTo>
                      <a:pt x="37" y="565"/>
                    </a:lnTo>
                    <a:lnTo>
                      <a:pt x="50" y="587"/>
                    </a:lnTo>
                    <a:lnTo>
                      <a:pt x="70" y="613"/>
                    </a:lnTo>
                    <a:lnTo>
                      <a:pt x="91" y="635"/>
                    </a:lnTo>
                    <a:lnTo>
                      <a:pt x="116" y="657"/>
                    </a:lnTo>
                    <a:lnTo>
                      <a:pt x="140" y="672"/>
                    </a:lnTo>
                    <a:lnTo>
                      <a:pt x="165" y="683"/>
                    </a:lnTo>
                    <a:lnTo>
                      <a:pt x="176" y="688"/>
                    </a:lnTo>
                    <a:lnTo>
                      <a:pt x="192" y="694"/>
                    </a:lnTo>
                    <a:lnTo>
                      <a:pt x="211" y="695"/>
                    </a:lnTo>
                    <a:lnTo>
                      <a:pt x="223" y="694"/>
                    </a:lnTo>
                    <a:lnTo>
                      <a:pt x="241" y="691"/>
                    </a:lnTo>
                    <a:lnTo>
                      <a:pt x="261" y="685"/>
                    </a:lnTo>
                    <a:lnTo>
                      <a:pt x="277" y="678"/>
                    </a:lnTo>
                    <a:lnTo>
                      <a:pt x="294" y="668"/>
                    </a:lnTo>
                    <a:lnTo>
                      <a:pt x="312" y="655"/>
                    </a:lnTo>
                    <a:lnTo>
                      <a:pt x="327" y="642"/>
                    </a:lnTo>
                    <a:lnTo>
                      <a:pt x="342" y="626"/>
                    </a:lnTo>
                    <a:lnTo>
                      <a:pt x="355" y="611"/>
                    </a:lnTo>
                    <a:lnTo>
                      <a:pt x="366" y="595"/>
                    </a:lnTo>
                    <a:lnTo>
                      <a:pt x="381" y="576"/>
                    </a:lnTo>
                    <a:lnTo>
                      <a:pt x="390" y="560"/>
                    </a:lnTo>
                    <a:lnTo>
                      <a:pt x="400" y="543"/>
                    </a:lnTo>
                    <a:lnTo>
                      <a:pt x="404" y="530"/>
                    </a:lnTo>
                    <a:lnTo>
                      <a:pt x="409" y="517"/>
                    </a:lnTo>
                    <a:lnTo>
                      <a:pt x="414" y="499"/>
                    </a:lnTo>
                    <a:lnTo>
                      <a:pt x="418" y="477"/>
                    </a:lnTo>
                    <a:lnTo>
                      <a:pt x="422" y="448"/>
                    </a:lnTo>
                    <a:lnTo>
                      <a:pt x="424" y="425"/>
                    </a:lnTo>
                    <a:lnTo>
                      <a:pt x="425" y="399"/>
                    </a:lnTo>
                    <a:lnTo>
                      <a:pt x="425" y="373"/>
                    </a:lnTo>
                    <a:lnTo>
                      <a:pt x="424" y="337"/>
                    </a:lnTo>
                    <a:lnTo>
                      <a:pt x="423" y="309"/>
                    </a:lnTo>
                    <a:lnTo>
                      <a:pt x="421" y="283"/>
                    </a:lnTo>
                    <a:lnTo>
                      <a:pt x="419" y="254"/>
                    </a:lnTo>
                    <a:lnTo>
                      <a:pt x="418" y="232"/>
                    </a:lnTo>
                    <a:lnTo>
                      <a:pt x="415" y="207"/>
                    </a:lnTo>
                    <a:lnTo>
                      <a:pt x="411" y="187"/>
                    </a:lnTo>
                    <a:lnTo>
                      <a:pt x="405" y="167"/>
                    </a:lnTo>
                    <a:lnTo>
                      <a:pt x="400" y="150"/>
                    </a:lnTo>
                    <a:lnTo>
                      <a:pt x="394" y="137"/>
                    </a:lnTo>
                    <a:lnTo>
                      <a:pt x="388" y="125"/>
                    </a:lnTo>
                    <a:lnTo>
                      <a:pt x="377" y="104"/>
                    </a:lnTo>
                    <a:lnTo>
                      <a:pt x="369" y="91"/>
                    </a:lnTo>
                    <a:lnTo>
                      <a:pt x="360" y="80"/>
                    </a:lnTo>
                    <a:lnTo>
                      <a:pt x="348" y="67"/>
                    </a:lnTo>
                    <a:lnTo>
                      <a:pt x="338" y="56"/>
                    </a:lnTo>
                    <a:lnTo>
                      <a:pt x="326" y="46"/>
                    </a:lnTo>
                    <a:lnTo>
                      <a:pt x="311" y="36"/>
                    </a:lnTo>
                    <a:lnTo>
                      <a:pt x="296" y="25"/>
                    </a:lnTo>
                    <a:lnTo>
                      <a:pt x="277" y="16"/>
                    </a:lnTo>
                    <a:lnTo>
                      <a:pt x="257" y="10"/>
                    </a:lnTo>
                    <a:lnTo>
                      <a:pt x="235" y="4"/>
                    </a:lnTo>
                    <a:lnTo>
                      <a:pt x="213" y="0"/>
                    </a:lnTo>
                    <a:lnTo>
                      <a:pt x="181" y="4"/>
                    </a:lnTo>
                    <a:lnTo>
                      <a:pt x="154" y="13"/>
                    </a:lnTo>
                    <a:lnTo>
                      <a:pt x="126" y="26"/>
                    </a:lnTo>
                    <a:lnTo>
                      <a:pt x="103" y="42"/>
                    </a:lnTo>
                    <a:lnTo>
                      <a:pt x="81" y="60"/>
                    </a:lnTo>
                    <a:lnTo>
                      <a:pt x="60" y="85"/>
                    </a:lnTo>
                    <a:lnTo>
                      <a:pt x="42" y="112"/>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8" name="Google Shape;228;p15"/>
              <p:cNvSpPr/>
              <p:nvPr/>
            </p:nvSpPr>
            <p:spPr>
              <a:xfrm>
                <a:off x="2876" y="2591"/>
                <a:ext cx="24" cy="6"/>
              </a:xfrm>
              <a:custGeom>
                <a:rect b="b" l="l" r="r" t="t"/>
                <a:pathLst>
                  <a:path extrusionOk="0" h="41" w="173">
                    <a:moveTo>
                      <a:pt x="0" y="28"/>
                    </a:moveTo>
                    <a:lnTo>
                      <a:pt x="6" y="23"/>
                    </a:lnTo>
                    <a:lnTo>
                      <a:pt x="14" y="16"/>
                    </a:lnTo>
                    <a:lnTo>
                      <a:pt x="29" y="8"/>
                    </a:lnTo>
                    <a:lnTo>
                      <a:pt x="47" y="3"/>
                    </a:lnTo>
                    <a:lnTo>
                      <a:pt x="64" y="0"/>
                    </a:lnTo>
                    <a:lnTo>
                      <a:pt x="80" y="0"/>
                    </a:lnTo>
                    <a:lnTo>
                      <a:pt x="90" y="1"/>
                    </a:lnTo>
                    <a:lnTo>
                      <a:pt x="98" y="0"/>
                    </a:lnTo>
                    <a:lnTo>
                      <a:pt x="107" y="0"/>
                    </a:lnTo>
                    <a:lnTo>
                      <a:pt x="117" y="1"/>
                    </a:lnTo>
                    <a:lnTo>
                      <a:pt x="130" y="4"/>
                    </a:lnTo>
                    <a:lnTo>
                      <a:pt x="142" y="8"/>
                    </a:lnTo>
                    <a:lnTo>
                      <a:pt x="156" y="13"/>
                    </a:lnTo>
                    <a:lnTo>
                      <a:pt x="163" y="18"/>
                    </a:lnTo>
                    <a:lnTo>
                      <a:pt x="168" y="23"/>
                    </a:lnTo>
                    <a:lnTo>
                      <a:pt x="173" y="31"/>
                    </a:lnTo>
                    <a:lnTo>
                      <a:pt x="172" y="34"/>
                    </a:lnTo>
                    <a:lnTo>
                      <a:pt x="156" y="39"/>
                    </a:lnTo>
                    <a:lnTo>
                      <a:pt x="128" y="41"/>
                    </a:lnTo>
                    <a:lnTo>
                      <a:pt x="101" y="41"/>
                    </a:lnTo>
                    <a:lnTo>
                      <a:pt x="73" y="41"/>
                    </a:lnTo>
                    <a:lnTo>
                      <a:pt x="35" y="39"/>
                    </a:lnTo>
                    <a:lnTo>
                      <a:pt x="11" y="36"/>
                    </a:lnTo>
                    <a:lnTo>
                      <a:pt x="4" y="34"/>
                    </a:lnTo>
                    <a:lnTo>
                      <a:pt x="0" y="28"/>
                    </a:lnTo>
                    <a:close/>
                  </a:path>
                </a:pathLst>
              </a:custGeom>
              <a:solidFill>
                <a:srgbClr val="FFE0C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9" name="Google Shape;229;p15"/>
              <p:cNvSpPr/>
              <p:nvPr/>
            </p:nvSpPr>
            <p:spPr>
              <a:xfrm>
                <a:off x="2854" y="2506"/>
                <a:ext cx="71" cy="54"/>
              </a:xfrm>
              <a:custGeom>
                <a:rect b="b" l="l" r="r" t="t"/>
                <a:pathLst>
                  <a:path extrusionOk="0" h="373" w="492">
                    <a:moveTo>
                      <a:pt x="29" y="373"/>
                    </a:moveTo>
                    <a:lnTo>
                      <a:pt x="25" y="367"/>
                    </a:lnTo>
                    <a:lnTo>
                      <a:pt x="15" y="355"/>
                    </a:lnTo>
                    <a:lnTo>
                      <a:pt x="25" y="350"/>
                    </a:lnTo>
                    <a:lnTo>
                      <a:pt x="19" y="340"/>
                    </a:lnTo>
                    <a:lnTo>
                      <a:pt x="13" y="328"/>
                    </a:lnTo>
                    <a:lnTo>
                      <a:pt x="8" y="320"/>
                    </a:lnTo>
                    <a:lnTo>
                      <a:pt x="21" y="320"/>
                    </a:lnTo>
                    <a:lnTo>
                      <a:pt x="18" y="309"/>
                    </a:lnTo>
                    <a:lnTo>
                      <a:pt x="11" y="296"/>
                    </a:lnTo>
                    <a:lnTo>
                      <a:pt x="0" y="284"/>
                    </a:lnTo>
                    <a:lnTo>
                      <a:pt x="14" y="283"/>
                    </a:lnTo>
                    <a:lnTo>
                      <a:pt x="11" y="272"/>
                    </a:lnTo>
                    <a:lnTo>
                      <a:pt x="5" y="259"/>
                    </a:lnTo>
                    <a:lnTo>
                      <a:pt x="13" y="262"/>
                    </a:lnTo>
                    <a:lnTo>
                      <a:pt x="20" y="264"/>
                    </a:lnTo>
                    <a:lnTo>
                      <a:pt x="18" y="257"/>
                    </a:lnTo>
                    <a:lnTo>
                      <a:pt x="12" y="248"/>
                    </a:lnTo>
                    <a:lnTo>
                      <a:pt x="19" y="248"/>
                    </a:lnTo>
                    <a:lnTo>
                      <a:pt x="15" y="233"/>
                    </a:lnTo>
                    <a:lnTo>
                      <a:pt x="22" y="235"/>
                    </a:lnTo>
                    <a:lnTo>
                      <a:pt x="22" y="224"/>
                    </a:lnTo>
                    <a:lnTo>
                      <a:pt x="20" y="215"/>
                    </a:lnTo>
                    <a:lnTo>
                      <a:pt x="14" y="199"/>
                    </a:lnTo>
                    <a:lnTo>
                      <a:pt x="22" y="202"/>
                    </a:lnTo>
                    <a:lnTo>
                      <a:pt x="31" y="205"/>
                    </a:lnTo>
                    <a:lnTo>
                      <a:pt x="25" y="194"/>
                    </a:lnTo>
                    <a:lnTo>
                      <a:pt x="36" y="196"/>
                    </a:lnTo>
                    <a:lnTo>
                      <a:pt x="46" y="197"/>
                    </a:lnTo>
                    <a:lnTo>
                      <a:pt x="38" y="184"/>
                    </a:lnTo>
                    <a:lnTo>
                      <a:pt x="33" y="176"/>
                    </a:lnTo>
                    <a:lnTo>
                      <a:pt x="26" y="166"/>
                    </a:lnTo>
                    <a:lnTo>
                      <a:pt x="35" y="164"/>
                    </a:lnTo>
                    <a:lnTo>
                      <a:pt x="45" y="164"/>
                    </a:lnTo>
                    <a:lnTo>
                      <a:pt x="53" y="163"/>
                    </a:lnTo>
                    <a:lnTo>
                      <a:pt x="46" y="155"/>
                    </a:lnTo>
                    <a:lnTo>
                      <a:pt x="38" y="148"/>
                    </a:lnTo>
                    <a:lnTo>
                      <a:pt x="47" y="144"/>
                    </a:lnTo>
                    <a:lnTo>
                      <a:pt x="42" y="131"/>
                    </a:lnTo>
                    <a:lnTo>
                      <a:pt x="38" y="122"/>
                    </a:lnTo>
                    <a:lnTo>
                      <a:pt x="34" y="114"/>
                    </a:lnTo>
                    <a:lnTo>
                      <a:pt x="45" y="115"/>
                    </a:lnTo>
                    <a:lnTo>
                      <a:pt x="54" y="118"/>
                    </a:lnTo>
                    <a:lnTo>
                      <a:pt x="56" y="105"/>
                    </a:lnTo>
                    <a:lnTo>
                      <a:pt x="55" y="90"/>
                    </a:lnTo>
                    <a:lnTo>
                      <a:pt x="53" y="77"/>
                    </a:lnTo>
                    <a:lnTo>
                      <a:pt x="45" y="62"/>
                    </a:lnTo>
                    <a:lnTo>
                      <a:pt x="61" y="71"/>
                    </a:lnTo>
                    <a:lnTo>
                      <a:pt x="68" y="75"/>
                    </a:lnTo>
                    <a:lnTo>
                      <a:pt x="76" y="81"/>
                    </a:lnTo>
                    <a:lnTo>
                      <a:pt x="85" y="81"/>
                    </a:lnTo>
                    <a:lnTo>
                      <a:pt x="85" y="71"/>
                    </a:lnTo>
                    <a:lnTo>
                      <a:pt x="88" y="61"/>
                    </a:lnTo>
                    <a:lnTo>
                      <a:pt x="94" y="48"/>
                    </a:lnTo>
                    <a:lnTo>
                      <a:pt x="98" y="57"/>
                    </a:lnTo>
                    <a:lnTo>
                      <a:pt x="102" y="62"/>
                    </a:lnTo>
                    <a:lnTo>
                      <a:pt x="109" y="67"/>
                    </a:lnTo>
                    <a:lnTo>
                      <a:pt x="113" y="58"/>
                    </a:lnTo>
                    <a:lnTo>
                      <a:pt x="119" y="49"/>
                    </a:lnTo>
                    <a:lnTo>
                      <a:pt x="130" y="40"/>
                    </a:lnTo>
                    <a:lnTo>
                      <a:pt x="139" y="29"/>
                    </a:lnTo>
                    <a:lnTo>
                      <a:pt x="151" y="22"/>
                    </a:lnTo>
                    <a:lnTo>
                      <a:pt x="165" y="18"/>
                    </a:lnTo>
                    <a:lnTo>
                      <a:pt x="184" y="14"/>
                    </a:lnTo>
                    <a:lnTo>
                      <a:pt x="210" y="6"/>
                    </a:lnTo>
                    <a:lnTo>
                      <a:pt x="228" y="2"/>
                    </a:lnTo>
                    <a:lnTo>
                      <a:pt x="243" y="1"/>
                    </a:lnTo>
                    <a:lnTo>
                      <a:pt x="255" y="0"/>
                    </a:lnTo>
                    <a:lnTo>
                      <a:pt x="272" y="0"/>
                    </a:lnTo>
                    <a:lnTo>
                      <a:pt x="305" y="1"/>
                    </a:lnTo>
                    <a:lnTo>
                      <a:pt x="293" y="6"/>
                    </a:lnTo>
                    <a:lnTo>
                      <a:pt x="286" y="14"/>
                    </a:lnTo>
                    <a:lnTo>
                      <a:pt x="284" y="18"/>
                    </a:lnTo>
                    <a:lnTo>
                      <a:pt x="296" y="22"/>
                    </a:lnTo>
                    <a:lnTo>
                      <a:pt x="310" y="23"/>
                    </a:lnTo>
                    <a:lnTo>
                      <a:pt x="324" y="22"/>
                    </a:lnTo>
                    <a:lnTo>
                      <a:pt x="337" y="20"/>
                    </a:lnTo>
                    <a:lnTo>
                      <a:pt x="347" y="18"/>
                    </a:lnTo>
                    <a:lnTo>
                      <a:pt x="367" y="19"/>
                    </a:lnTo>
                    <a:lnTo>
                      <a:pt x="354" y="24"/>
                    </a:lnTo>
                    <a:lnTo>
                      <a:pt x="344" y="33"/>
                    </a:lnTo>
                    <a:lnTo>
                      <a:pt x="354" y="35"/>
                    </a:lnTo>
                    <a:lnTo>
                      <a:pt x="363" y="33"/>
                    </a:lnTo>
                    <a:lnTo>
                      <a:pt x="378" y="35"/>
                    </a:lnTo>
                    <a:lnTo>
                      <a:pt x="400" y="42"/>
                    </a:lnTo>
                    <a:lnTo>
                      <a:pt x="387" y="45"/>
                    </a:lnTo>
                    <a:lnTo>
                      <a:pt x="375" y="48"/>
                    </a:lnTo>
                    <a:lnTo>
                      <a:pt x="368" y="51"/>
                    </a:lnTo>
                    <a:lnTo>
                      <a:pt x="383" y="54"/>
                    </a:lnTo>
                    <a:lnTo>
                      <a:pt x="395" y="57"/>
                    </a:lnTo>
                    <a:lnTo>
                      <a:pt x="403" y="58"/>
                    </a:lnTo>
                    <a:lnTo>
                      <a:pt x="415" y="63"/>
                    </a:lnTo>
                    <a:lnTo>
                      <a:pt x="429" y="71"/>
                    </a:lnTo>
                    <a:lnTo>
                      <a:pt x="450" y="79"/>
                    </a:lnTo>
                    <a:lnTo>
                      <a:pt x="437" y="83"/>
                    </a:lnTo>
                    <a:lnTo>
                      <a:pt x="428" y="88"/>
                    </a:lnTo>
                    <a:lnTo>
                      <a:pt x="421" y="93"/>
                    </a:lnTo>
                    <a:lnTo>
                      <a:pt x="420" y="100"/>
                    </a:lnTo>
                    <a:lnTo>
                      <a:pt x="429" y="101"/>
                    </a:lnTo>
                    <a:lnTo>
                      <a:pt x="438" y="105"/>
                    </a:lnTo>
                    <a:lnTo>
                      <a:pt x="448" y="110"/>
                    </a:lnTo>
                    <a:lnTo>
                      <a:pt x="462" y="114"/>
                    </a:lnTo>
                    <a:lnTo>
                      <a:pt x="472" y="112"/>
                    </a:lnTo>
                    <a:lnTo>
                      <a:pt x="464" y="123"/>
                    </a:lnTo>
                    <a:lnTo>
                      <a:pt x="462" y="138"/>
                    </a:lnTo>
                    <a:lnTo>
                      <a:pt x="466" y="151"/>
                    </a:lnTo>
                    <a:lnTo>
                      <a:pt x="470" y="163"/>
                    </a:lnTo>
                    <a:lnTo>
                      <a:pt x="472" y="174"/>
                    </a:lnTo>
                    <a:lnTo>
                      <a:pt x="464" y="193"/>
                    </a:lnTo>
                    <a:lnTo>
                      <a:pt x="492" y="192"/>
                    </a:lnTo>
                    <a:lnTo>
                      <a:pt x="467" y="210"/>
                    </a:lnTo>
                    <a:lnTo>
                      <a:pt x="459" y="222"/>
                    </a:lnTo>
                    <a:lnTo>
                      <a:pt x="456" y="242"/>
                    </a:lnTo>
                    <a:lnTo>
                      <a:pt x="467" y="251"/>
                    </a:lnTo>
                    <a:lnTo>
                      <a:pt x="463" y="264"/>
                    </a:lnTo>
                    <a:lnTo>
                      <a:pt x="459" y="281"/>
                    </a:lnTo>
                    <a:lnTo>
                      <a:pt x="467" y="296"/>
                    </a:lnTo>
                    <a:lnTo>
                      <a:pt x="456" y="316"/>
                    </a:lnTo>
                    <a:lnTo>
                      <a:pt x="451" y="329"/>
                    </a:lnTo>
                    <a:lnTo>
                      <a:pt x="445" y="371"/>
                    </a:lnTo>
                    <a:lnTo>
                      <a:pt x="436" y="273"/>
                    </a:lnTo>
                    <a:lnTo>
                      <a:pt x="425" y="237"/>
                    </a:lnTo>
                    <a:lnTo>
                      <a:pt x="403" y="183"/>
                    </a:lnTo>
                    <a:lnTo>
                      <a:pt x="385" y="164"/>
                    </a:lnTo>
                    <a:lnTo>
                      <a:pt x="355" y="155"/>
                    </a:lnTo>
                    <a:lnTo>
                      <a:pt x="324" y="153"/>
                    </a:lnTo>
                    <a:lnTo>
                      <a:pt x="290" y="144"/>
                    </a:lnTo>
                    <a:lnTo>
                      <a:pt x="261" y="136"/>
                    </a:lnTo>
                    <a:lnTo>
                      <a:pt x="227" y="127"/>
                    </a:lnTo>
                    <a:lnTo>
                      <a:pt x="195" y="124"/>
                    </a:lnTo>
                    <a:lnTo>
                      <a:pt x="137" y="122"/>
                    </a:lnTo>
                    <a:lnTo>
                      <a:pt x="130" y="129"/>
                    </a:lnTo>
                    <a:lnTo>
                      <a:pt x="120" y="137"/>
                    </a:lnTo>
                    <a:lnTo>
                      <a:pt x="111" y="144"/>
                    </a:lnTo>
                    <a:lnTo>
                      <a:pt x="104" y="144"/>
                    </a:lnTo>
                    <a:lnTo>
                      <a:pt x="96" y="148"/>
                    </a:lnTo>
                    <a:lnTo>
                      <a:pt x="88" y="164"/>
                    </a:lnTo>
                    <a:lnTo>
                      <a:pt x="78" y="181"/>
                    </a:lnTo>
                    <a:lnTo>
                      <a:pt x="76" y="205"/>
                    </a:lnTo>
                    <a:lnTo>
                      <a:pt x="69" y="220"/>
                    </a:lnTo>
                    <a:lnTo>
                      <a:pt x="62" y="238"/>
                    </a:lnTo>
                    <a:lnTo>
                      <a:pt x="54" y="251"/>
                    </a:lnTo>
                    <a:lnTo>
                      <a:pt x="47" y="266"/>
                    </a:lnTo>
                    <a:lnTo>
                      <a:pt x="42" y="283"/>
                    </a:lnTo>
                    <a:lnTo>
                      <a:pt x="39" y="302"/>
                    </a:lnTo>
                    <a:lnTo>
                      <a:pt x="29" y="373"/>
                    </a:lnTo>
                    <a:close/>
                  </a:path>
                </a:pathLst>
              </a:custGeom>
              <a:solidFill>
                <a:srgbClr val="201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230" name="Google Shape;230;p15"/>
              <p:cNvGrpSpPr/>
              <p:nvPr/>
            </p:nvGrpSpPr>
            <p:grpSpPr>
              <a:xfrm>
                <a:off x="2872" y="2559"/>
                <a:ext cx="30" cy="6"/>
                <a:chOff x="4881" y="1962"/>
                <a:chExt cx="52" cy="10"/>
              </a:xfrm>
            </p:grpSpPr>
            <p:grpSp>
              <p:nvGrpSpPr>
                <p:cNvPr id="231" name="Google Shape;231;p15"/>
                <p:cNvGrpSpPr/>
                <p:nvPr/>
              </p:nvGrpSpPr>
              <p:grpSpPr>
                <a:xfrm>
                  <a:off x="4881" y="1962"/>
                  <a:ext cx="9" cy="10"/>
                  <a:chOff x="4881" y="1962"/>
                  <a:chExt cx="9" cy="10"/>
                </a:xfrm>
              </p:grpSpPr>
              <p:sp>
                <p:nvSpPr>
                  <p:cNvPr id="232" name="Google Shape;232;p15"/>
                  <p:cNvSpPr/>
                  <p:nvPr/>
                </p:nvSpPr>
                <p:spPr>
                  <a:xfrm>
                    <a:off x="4881" y="1962"/>
                    <a:ext cx="9" cy="10"/>
                  </a:xfrm>
                  <a:prstGeom prst="ellipse">
                    <a:avLst/>
                  </a:prstGeom>
                  <a:solidFill>
                    <a:srgbClr val="4040FF"/>
                  </a:solidFill>
                  <a:ln cap="flat" cmpd="sng" w="9525">
                    <a:solidFill>
                      <a:srgbClr val="0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sp>
                <p:nvSpPr>
                  <p:cNvPr id="233" name="Google Shape;233;p15"/>
                  <p:cNvSpPr/>
                  <p:nvPr/>
                </p:nvSpPr>
                <p:spPr>
                  <a:xfrm>
                    <a:off x="4884" y="1963"/>
                    <a:ext cx="3" cy="5"/>
                  </a:xfrm>
                  <a:prstGeom prst="ellips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grpSp>
            <p:grpSp>
              <p:nvGrpSpPr>
                <p:cNvPr id="234" name="Google Shape;234;p15"/>
                <p:cNvGrpSpPr/>
                <p:nvPr/>
              </p:nvGrpSpPr>
              <p:grpSpPr>
                <a:xfrm>
                  <a:off x="4924" y="1962"/>
                  <a:ext cx="9" cy="10"/>
                  <a:chOff x="4924" y="1962"/>
                  <a:chExt cx="9" cy="10"/>
                </a:xfrm>
              </p:grpSpPr>
              <p:sp>
                <p:nvSpPr>
                  <p:cNvPr id="235" name="Google Shape;235;p15"/>
                  <p:cNvSpPr/>
                  <p:nvPr/>
                </p:nvSpPr>
                <p:spPr>
                  <a:xfrm>
                    <a:off x="4924" y="1962"/>
                    <a:ext cx="9" cy="10"/>
                  </a:xfrm>
                  <a:prstGeom prst="ellipse">
                    <a:avLst/>
                  </a:prstGeom>
                  <a:solidFill>
                    <a:srgbClr val="4040FF"/>
                  </a:solidFill>
                  <a:ln cap="flat" cmpd="sng" w="9525">
                    <a:solidFill>
                      <a:srgbClr val="0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sp>
                <p:nvSpPr>
                  <p:cNvPr id="236" name="Google Shape;236;p15"/>
                  <p:cNvSpPr/>
                  <p:nvPr/>
                </p:nvSpPr>
                <p:spPr>
                  <a:xfrm>
                    <a:off x="4926" y="1963"/>
                    <a:ext cx="4" cy="6"/>
                  </a:xfrm>
                  <a:prstGeom prst="ellipse">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grpSp>
          </p:grpSp>
          <p:sp>
            <p:nvSpPr>
              <p:cNvPr id="237" name="Google Shape;237;p15"/>
              <p:cNvSpPr/>
              <p:nvPr/>
            </p:nvSpPr>
            <p:spPr>
              <a:xfrm>
                <a:off x="2881" y="2577"/>
                <a:ext cx="14" cy="8"/>
              </a:xfrm>
              <a:custGeom>
                <a:rect b="b" l="l" r="r" t="t"/>
                <a:pathLst>
                  <a:path extrusionOk="0" fill="none" h="23073" w="43200">
                    <a:moveTo>
                      <a:pt x="43149" y="0"/>
                    </a:moveTo>
                    <a:cubicBezTo>
                      <a:pt x="43183" y="490"/>
                      <a:pt x="43200" y="981"/>
                      <a:pt x="43200" y="1473"/>
                    </a:cubicBezTo>
                    <a:cubicBezTo>
                      <a:pt x="43200" y="13402"/>
                      <a:pt x="33529" y="23073"/>
                      <a:pt x="21600" y="23073"/>
                    </a:cubicBezTo>
                    <a:cubicBezTo>
                      <a:pt x="9670" y="23073"/>
                      <a:pt x="0" y="13402"/>
                      <a:pt x="0" y="1473"/>
                    </a:cubicBezTo>
                    <a:cubicBezTo>
                      <a:pt x="-1" y="981"/>
                      <a:pt x="16" y="490"/>
                      <a:pt x="50" y="0"/>
                    </a:cubicBezTo>
                  </a:path>
                  <a:path extrusionOk="0" h="23073" w="43200">
                    <a:moveTo>
                      <a:pt x="43149" y="0"/>
                    </a:moveTo>
                    <a:cubicBezTo>
                      <a:pt x="43183" y="490"/>
                      <a:pt x="43200" y="981"/>
                      <a:pt x="43200" y="1473"/>
                    </a:cubicBezTo>
                    <a:cubicBezTo>
                      <a:pt x="43200" y="13402"/>
                      <a:pt x="33529" y="23073"/>
                      <a:pt x="21600" y="23073"/>
                    </a:cubicBezTo>
                    <a:cubicBezTo>
                      <a:pt x="9670" y="23073"/>
                      <a:pt x="0" y="13402"/>
                      <a:pt x="0" y="1473"/>
                    </a:cubicBezTo>
                    <a:cubicBezTo>
                      <a:pt x="-1" y="981"/>
                      <a:pt x="16" y="490"/>
                      <a:pt x="50" y="0"/>
                    </a:cubicBezTo>
                    <a:lnTo>
                      <a:pt x="21600" y="1473"/>
                    </a:lnTo>
                    <a:lnTo>
                      <a:pt x="43149" y="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238" name="Google Shape;238;p15"/>
              <p:cNvGrpSpPr/>
              <p:nvPr/>
            </p:nvGrpSpPr>
            <p:grpSpPr>
              <a:xfrm>
                <a:off x="2867" y="2541"/>
                <a:ext cx="43" cy="14"/>
                <a:chOff x="4872" y="1931"/>
                <a:chExt cx="74" cy="23"/>
              </a:xfrm>
            </p:grpSpPr>
            <p:sp>
              <p:nvSpPr>
                <p:cNvPr id="239" name="Google Shape;239;p15"/>
                <p:cNvSpPr/>
                <p:nvPr/>
              </p:nvSpPr>
              <p:spPr>
                <a:xfrm>
                  <a:off x="4872" y="1931"/>
                  <a:ext cx="23" cy="21"/>
                </a:xfrm>
                <a:custGeom>
                  <a:rect b="b" l="l" r="r" t="t"/>
                  <a:pathLst>
                    <a:path extrusionOk="0" h="86" w="92">
                      <a:moveTo>
                        <a:pt x="79" y="7"/>
                      </a:moveTo>
                      <a:lnTo>
                        <a:pt x="69" y="10"/>
                      </a:lnTo>
                      <a:lnTo>
                        <a:pt x="60" y="16"/>
                      </a:lnTo>
                      <a:lnTo>
                        <a:pt x="53" y="21"/>
                      </a:lnTo>
                      <a:lnTo>
                        <a:pt x="47" y="26"/>
                      </a:lnTo>
                      <a:lnTo>
                        <a:pt x="41" y="36"/>
                      </a:lnTo>
                      <a:lnTo>
                        <a:pt x="35" y="48"/>
                      </a:lnTo>
                      <a:lnTo>
                        <a:pt x="31" y="57"/>
                      </a:lnTo>
                      <a:lnTo>
                        <a:pt x="26" y="64"/>
                      </a:lnTo>
                      <a:lnTo>
                        <a:pt x="20" y="71"/>
                      </a:lnTo>
                      <a:lnTo>
                        <a:pt x="0" y="86"/>
                      </a:lnTo>
                      <a:lnTo>
                        <a:pt x="13" y="82"/>
                      </a:lnTo>
                      <a:lnTo>
                        <a:pt x="21" y="79"/>
                      </a:lnTo>
                      <a:lnTo>
                        <a:pt x="30" y="74"/>
                      </a:lnTo>
                      <a:lnTo>
                        <a:pt x="39" y="65"/>
                      </a:lnTo>
                      <a:lnTo>
                        <a:pt x="44" y="58"/>
                      </a:lnTo>
                      <a:lnTo>
                        <a:pt x="51" y="48"/>
                      </a:lnTo>
                      <a:lnTo>
                        <a:pt x="54" y="39"/>
                      </a:lnTo>
                      <a:lnTo>
                        <a:pt x="59" y="31"/>
                      </a:lnTo>
                      <a:lnTo>
                        <a:pt x="65" y="22"/>
                      </a:lnTo>
                      <a:lnTo>
                        <a:pt x="71" y="18"/>
                      </a:lnTo>
                      <a:lnTo>
                        <a:pt x="80" y="13"/>
                      </a:lnTo>
                      <a:lnTo>
                        <a:pt x="87" y="9"/>
                      </a:lnTo>
                      <a:lnTo>
                        <a:pt x="92" y="0"/>
                      </a:lnTo>
                      <a:lnTo>
                        <a:pt x="79" y="7"/>
                      </a:lnTo>
                      <a:close/>
                    </a:path>
                  </a:pathLst>
                </a:custGeom>
                <a:solidFill>
                  <a:srgbClr val="201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0" name="Google Shape;240;p15"/>
                <p:cNvSpPr/>
                <p:nvPr/>
              </p:nvSpPr>
              <p:spPr>
                <a:xfrm>
                  <a:off x="4924" y="1932"/>
                  <a:ext cx="22" cy="22"/>
                </a:xfrm>
                <a:custGeom>
                  <a:rect b="b" l="l" r="r" t="t"/>
                  <a:pathLst>
                    <a:path extrusionOk="0" h="85" w="91">
                      <a:moveTo>
                        <a:pt x="13" y="6"/>
                      </a:moveTo>
                      <a:lnTo>
                        <a:pt x="24" y="10"/>
                      </a:lnTo>
                      <a:lnTo>
                        <a:pt x="32" y="14"/>
                      </a:lnTo>
                      <a:lnTo>
                        <a:pt x="39" y="19"/>
                      </a:lnTo>
                      <a:lnTo>
                        <a:pt x="45" y="25"/>
                      </a:lnTo>
                      <a:lnTo>
                        <a:pt x="50" y="36"/>
                      </a:lnTo>
                      <a:lnTo>
                        <a:pt x="56" y="48"/>
                      </a:lnTo>
                      <a:lnTo>
                        <a:pt x="61" y="57"/>
                      </a:lnTo>
                      <a:lnTo>
                        <a:pt x="66" y="63"/>
                      </a:lnTo>
                      <a:lnTo>
                        <a:pt x="72" y="71"/>
                      </a:lnTo>
                      <a:lnTo>
                        <a:pt x="91" y="85"/>
                      </a:lnTo>
                      <a:lnTo>
                        <a:pt x="79" y="81"/>
                      </a:lnTo>
                      <a:lnTo>
                        <a:pt x="70" y="77"/>
                      </a:lnTo>
                      <a:lnTo>
                        <a:pt x="62" y="72"/>
                      </a:lnTo>
                      <a:lnTo>
                        <a:pt x="53" y="64"/>
                      </a:lnTo>
                      <a:lnTo>
                        <a:pt x="48" y="58"/>
                      </a:lnTo>
                      <a:lnTo>
                        <a:pt x="41" y="46"/>
                      </a:lnTo>
                      <a:lnTo>
                        <a:pt x="38" y="38"/>
                      </a:lnTo>
                      <a:lnTo>
                        <a:pt x="33" y="31"/>
                      </a:lnTo>
                      <a:lnTo>
                        <a:pt x="27" y="22"/>
                      </a:lnTo>
                      <a:lnTo>
                        <a:pt x="21" y="18"/>
                      </a:lnTo>
                      <a:lnTo>
                        <a:pt x="12" y="12"/>
                      </a:lnTo>
                      <a:lnTo>
                        <a:pt x="5" y="9"/>
                      </a:lnTo>
                      <a:lnTo>
                        <a:pt x="0" y="0"/>
                      </a:lnTo>
                      <a:lnTo>
                        <a:pt x="13" y="6"/>
                      </a:lnTo>
                      <a:close/>
                    </a:path>
                  </a:pathLst>
                </a:custGeom>
                <a:solidFill>
                  <a:srgbClr val="201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241" name="Google Shape;241;p15"/>
              <p:cNvGrpSpPr/>
              <p:nvPr/>
            </p:nvGrpSpPr>
            <p:grpSpPr>
              <a:xfrm>
                <a:off x="2858" y="2552"/>
                <a:ext cx="62" cy="20"/>
                <a:chOff x="4856" y="1950"/>
                <a:chExt cx="108" cy="34"/>
              </a:xfrm>
            </p:grpSpPr>
            <p:grpSp>
              <p:nvGrpSpPr>
                <p:cNvPr id="242" name="Google Shape;242;p15"/>
                <p:cNvGrpSpPr/>
                <p:nvPr/>
              </p:nvGrpSpPr>
              <p:grpSpPr>
                <a:xfrm>
                  <a:off x="4870" y="1950"/>
                  <a:ext cx="76" cy="34"/>
                  <a:chOff x="4870" y="1950"/>
                  <a:chExt cx="76" cy="34"/>
                </a:xfrm>
              </p:grpSpPr>
              <p:sp>
                <p:nvSpPr>
                  <p:cNvPr id="243" name="Google Shape;243;p15"/>
                  <p:cNvSpPr/>
                  <p:nvPr/>
                </p:nvSpPr>
                <p:spPr>
                  <a:xfrm>
                    <a:off x="4915" y="1950"/>
                    <a:ext cx="31" cy="34"/>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sp>
                <p:nvSpPr>
                  <p:cNvPr id="244" name="Google Shape;244;p15"/>
                  <p:cNvSpPr/>
                  <p:nvPr/>
                </p:nvSpPr>
                <p:spPr>
                  <a:xfrm>
                    <a:off x="4870" y="1950"/>
                    <a:ext cx="31" cy="34"/>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t/>
                    </a:r>
                    <a:endParaRPr sz="2000">
                      <a:solidFill>
                        <a:schemeClr val="dk1"/>
                      </a:solidFill>
                      <a:latin typeface="Tahoma"/>
                      <a:ea typeface="Tahoma"/>
                      <a:cs typeface="Tahoma"/>
                      <a:sym typeface="Tahoma"/>
                    </a:endParaRPr>
                  </a:p>
                </p:txBody>
              </p:sp>
            </p:grpSp>
            <p:sp>
              <p:nvSpPr>
                <p:cNvPr id="245" name="Google Shape;245;p15"/>
                <p:cNvSpPr/>
                <p:nvPr/>
              </p:nvSpPr>
              <p:spPr>
                <a:xfrm>
                  <a:off x="4900" y="1959"/>
                  <a:ext cx="15" cy="10"/>
                </a:xfrm>
                <a:custGeom>
                  <a:rect b="b" l="l" r="r" t="t"/>
                  <a:pathLst>
                    <a:path extrusionOk="0" fill="none" h="21600" w="34881">
                      <a:moveTo>
                        <a:pt x="0" y="11010"/>
                      </a:moveTo>
                      <a:cubicBezTo>
                        <a:pt x="3825" y="4208"/>
                        <a:pt x="11022" y="-1"/>
                        <a:pt x="18826" y="0"/>
                      </a:cubicBezTo>
                      <a:cubicBezTo>
                        <a:pt x="24949" y="0"/>
                        <a:pt x="30784" y="2598"/>
                        <a:pt x="34880" y="7150"/>
                      </a:cubicBezTo>
                    </a:path>
                    <a:path extrusionOk="0" h="21600" w="34881">
                      <a:moveTo>
                        <a:pt x="0" y="11010"/>
                      </a:moveTo>
                      <a:cubicBezTo>
                        <a:pt x="3825" y="4208"/>
                        <a:pt x="11022" y="-1"/>
                        <a:pt x="18826" y="0"/>
                      </a:cubicBezTo>
                      <a:cubicBezTo>
                        <a:pt x="24949" y="0"/>
                        <a:pt x="30784" y="2598"/>
                        <a:pt x="34880" y="7150"/>
                      </a:cubicBezTo>
                      <a:lnTo>
                        <a:pt x="18826" y="21600"/>
                      </a:lnTo>
                      <a:lnTo>
                        <a:pt x="0" y="1101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46" name="Google Shape;246;p15"/>
                <p:cNvCxnSpPr/>
                <p:nvPr/>
              </p:nvCxnSpPr>
              <p:spPr>
                <a:xfrm>
                  <a:off x="4856" y="1959"/>
                  <a:ext cx="17" cy="3"/>
                </a:xfrm>
                <a:prstGeom prst="straightConnector1">
                  <a:avLst/>
                </a:prstGeom>
                <a:noFill/>
                <a:ln cap="flat" cmpd="sng" w="9525">
                  <a:solidFill>
                    <a:srgbClr val="000000"/>
                  </a:solidFill>
                  <a:prstDash val="solid"/>
                  <a:round/>
                  <a:headEnd len="med" w="med" type="none"/>
                  <a:tailEnd len="med" w="med" type="none"/>
                </a:ln>
              </p:spPr>
            </p:cxnSp>
            <p:cxnSp>
              <p:nvCxnSpPr>
                <p:cNvPr id="247" name="Google Shape;247;p15"/>
                <p:cNvCxnSpPr/>
                <p:nvPr/>
              </p:nvCxnSpPr>
              <p:spPr>
                <a:xfrm flipH="1" rot="10800000">
                  <a:off x="4946" y="1954"/>
                  <a:ext cx="18" cy="7"/>
                </a:xfrm>
                <a:prstGeom prst="straightConnector1">
                  <a:avLst/>
                </a:prstGeom>
                <a:noFill/>
                <a:ln cap="flat" cmpd="sng" w="9525">
                  <a:solidFill>
                    <a:srgbClr val="000000"/>
                  </a:solidFill>
                  <a:prstDash val="solid"/>
                  <a:round/>
                  <a:headEnd len="med" w="med" type="none"/>
                  <a:tailEnd len="med" w="med" type="none"/>
                </a:ln>
              </p:spPr>
            </p:cxnSp>
          </p:grpSp>
          <p:sp>
            <p:nvSpPr>
              <p:cNvPr id="248" name="Google Shape;248;p15"/>
              <p:cNvSpPr/>
              <p:nvPr/>
            </p:nvSpPr>
            <p:spPr>
              <a:xfrm>
                <a:off x="2887" y="2602"/>
                <a:ext cx="3" cy="1"/>
              </a:xfrm>
              <a:custGeom>
                <a:rect b="b" l="l" r="r" t="t"/>
                <a:pathLst>
                  <a:path extrusionOk="0" h="4" w="25">
                    <a:moveTo>
                      <a:pt x="0" y="3"/>
                    </a:moveTo>
                    <a:lnTo>
                      <a:pt x="9" y="0"/>
                    </a:lnTo>
                    <a:lnTo>
                      <a:pt x="17" y="3"/>
                    </a:lnTo>
                    <a:lnTo>
                      <a:pt x="25" y="4"/>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9" name="Google Shape;249;p15"/>
              <p:cNvSpPr/>
              <p:nvPr/>
            </p:nvSpPr>
            <p:spPr>
              <a:xfrm>
                <a:off x="2837" y="2612"/>
                <a:ext cx="106" cy="187"/>
              </a:xfrm>
              <a:custGeom>
                <a:rect b="b" l="l" r="r" t="t"/>
                <a:pathLst>
                  <a:path extrusionOk="0" h="1305" w="732">
                    <a:moveTo>
                      <a:pt x="218" y="19"/>
                    </a:moveTo>
                    <a:lnTo>
                      <a:pt x="148" y="12"/>
                    </a:lnTo>
                    <a:lnTo>
                      <a:pt x="99" y="4"/>
                    </a:lnTo>
                    <a:lnTo>
                      <a:pt x="71" y="0"/>
                    </a:lnTo>
                    <a:lnTo>
                      <a:pt x="71" y="202"/>
                    </a:lnTo>
                    <a:lnTo>
                      <a:pt x="60" y="382"/>
                    </a:lnTo>
                    <a:lnTo>
                      <a:pt x="53" y="424"/>
                    </a:lnTo>
                    <a:lnTo>
                      <a:pt x="32" y="685"/>
                    </a:lnTo>
                    <a:lnTo>
                      <a:pt x="0" y="840"/>
                    </a:lnTo>
                    <a:lnTo>
                      <a:pt x="25" y="1097"/>
                    </a:lnTo>
                    <a:lnTo>
                      <a:pt x="46" y="1234"/>
                    </a:lnTo>
                    <a:lnTo>
                      <a:pt x="71" y="1270"/>
                    </a:lnTo>
                    <a:lnTo>
                      <a:pt x="120" y="1273"/>
                    </a:lnTo>
                    <a:lnTo>
                      <a:pt x="256" y="1289"/>
                    </a:lnTo>
                    <a:lnTo>
                      <a:pt x="358" y="1305"/>
                    </a:lnTo>
                    <a:lnTo>
                      <a:pt x="508" y="1289"/>
                    </a:lnTo>
                    <a:lnTo>
                      <a:pt x="655" y="1266"/>
                    </a:lnTo>
                    <a:lnTo>
                      <a:pt x="711" y="1250"/>
                    </a:lnTo>
                    <a:lnTo>
                      <a:pt x="707" y="1097"/>
                    </a:lnTo>
                    <a:lnTo>
                      <a:pt x="732" y="816"/>
                    </a:lnTo>
                    <a:lnTo>
                      <a:pt x="725" y="607"/>
                    </a:lnTo>
                    <a:lnTo>
                      <a:pt x="697" y="389"/>
                    </a:lnTo>
                    <a:lnTo>
                      <a:pt x="648" y="191"/>
                    </a:lnTo>
                    <a:lnTo>
                      <a:pt x="630" y="43"/>
                    </a:lnTo>
                    <a:lnTo>
                      <a:pt x="623" y="4"/>
                    </a:lnTo>
                    <a:lnTo>
                      <a:pt x="504" y="39"/>
                    </a:lnTo>
                    <a:lnTo>
                      <a:pt x="437" y="70"/>
                    </a:lnTo>
                    <a:lnTo>
                      <a:pt x="337" y="78"/>
                    </a:lnTo>
                    <a:lnTo>
                      <a:pt x="260" y="62"/>
                    </a:lnTo>
                    <a:lnTo>
                      <a:pt x="218" y="19"/>
                    </a:lnTo>
                    <a:close/>
                  </a:path>
                </a:pathLst>
              </a:custGeom>
              <a:solidFill>
                <a:srgbClr val="E0E0E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250" name="Google Shape;250;p15"/>
              <p:cNvGrpSpPr/>
              <p:nvPr/>
            </p:nvGrpSpPr>
            <p:grpSpPr>
              <a:xfrm>
                <a:off x="2797" y="2792"/>
                <a:ext cx="204" cy="300"/>
                <a:chOff x="4751" y="2369"/>
                <a:chExt cx="353" cy="524"/>
              </a:xfrm>
            </p:grpSpPr>
            <p:grpSp>
              <p:nvGrpSpPr>
                <p:cNvPr id="251" name="Google Shape;251;p15"/>
                <p:cNvGrpSpPr/>
                <p:nvPr/>
              </p:nvGrpSpPr>
              <p:grpSpPr>
                <a:xfrm>
                  <a:off x="4751" y="2789"/>
                  <a:ext cx="353" cy="104"/>
                  <a:chOff x="4751" y="2789"/>
                  <a:chExt cx="353" cy="104"/>
                </a:xfrm>
              </p:grpSpPr>
              <p:sp>
                <p:nvSpPr>
                  <p:cNvPr id="252" name="Google Shape;252;p15"/>
                  <p:cNvSpPr/>
                  <p:nvPr/>
                </p:nvSpPr>
                <p:spPr>
                  <a:xfrm>
                    <a:off x="4978" y="2807"/>
                    <a:ext cx="126" cy="86"/>
                  </a:xfrm>
                  <a:custGeom>
                    <a:rect b="b" l="l" r="r" t="t"/>
                    <a:pathLst>
                      <a:path extrusionOk="0" h="344" w="505">
                        <a:moveTo>
                          <a:pt x="1" y="43"/>
                        </a:moveTo>
                        <a:lnTo>
                          <a:pt x="0" y="86"/>
                        </a:lnTo>
                        <a:lnTo>
                          <a:pt x="1" y="116"/>
                        </a:lnTo>
                        <a:lnTo>
                          <a:pt x="3" y="143"/>
                        </a:lnTo>
                        <a:lnTo>
                          <a:pt x="15" y="182"/>
                        </a:lnTo>
                        <a:lnTo>
                          <a:pt x="68" y="214"/>
                        </a:lnTo>
                        <a:lnTo>
                          <a:pt x="97" y="213"/>
                        </a:lnTo>
                        <a:lnTo>
                          <a:pt x="102" y="240"/>
                        </a:lnTo>
                        <a:lnTo>
                          <a:pt x="119" y="256"/>
                        </a:lnTo>
                        <a:lnTo>
                          <a:pt x="143" y="274"/>
                        </a:lnTo>
                        <a:lnTo>
                          <a:pt x="181" y="293"/>
                        </a:lnTo>
                        <a:lnTo>
                          <a:pt x="282" y="325"/>
                        </a:lnTo>
                        <a:lnTo>
                          <a:pt x="331" y="338"/>
                        </a:lnTo>
                        <a:lnTo>
                          <a:pt x="387" y="344"/>
                        </a:lnTo>
                        <a:lnTo>
                          <a:pt x="438" y="340"/>
                        </a:lnTo>
                        <a:lnTo>
                          <a:pt x="465" y="331"/>
                        </a:lnTo>
                        <a:lnTo>
                          <a:pt x="488" y="313"/>
                        </a:lnTo>
                        <a:lnTo>
                          <a:pt x="501" y="290"/>
                        </a:lnTo>
                        <a:lnTo>
                          <a:pt x="504" y="262"/>
                        </a:lnTo>
                        <a:lnTo>
                          <a:pt x="505" y="248"/>
                        </a:lnTo>
                        <a:lnTo>
                          <a:pt x="504" y="234"/>
                        </a:lnTo>
                        <a:lnTo>
                          <a:pt x="500" y="222"/>
                        </a:lnTo>
                        <a:lnTo>
                          <a:pt x="491" y="209"/>
                        </a:lnTo>
                        <a:lnTo>
                          <a:pt x="432" y="174"/>
                        </a:lnTo>
                        <a:lnTo>
                          <a:pt x="379" y="135"/>
                        </a:lnTo>
                        <a:lnTo>
                          <a:pt x="272" y="0"/>
                        </a:lnTo>
                        <a:lnTo>
                          <a:pt x="1" y="43"/>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53" name="Google Shape;253;p15"/>
                  <p:cNvSpPr/>
                  <p:nvPr/>
                </p:nvSpPr>
                <p:spPr>
                  <a:xfrm>
                    <a:off x="4751" y="2789"/>
                    <a:ext cx="148" cy="68"/>
                  </a:xfrm>
                  <a:custGeom>
                    <a:rect b="b" l="l" r="r" t="t"/>
                    <a:pathLst>
                      <a:path extrusionOk="0" h="272" w="592">
                        <a:moveTo>
                          <a:pt x="292" y="0"/>
                        </a:moveTo>
                        <a:lnTo>
                          <a:pt x="233" y="54"/>
                        </a:lnTo>
                        <a:lnTo>
                          <a:pt x="170" y="94"/>
                        </a:lnTo>
                        <a:lnTo>
                          <a:pt x="116" y="114"/>
                        </a:lnTo>
                        <a:lnTo>
                          <a:pt x="25" y="146"/>
                        </a:lnTo>
                        <a:lnTo>
                          <a:pt x="11" y="155"/>
                        </a:lnTo>
                        <a:lnTo>
                          <a:pt x="4" y="166"/>
                        </a:lnTo>
                        <a:lnTo>
                          <a:pt x="0" y="181"/>
                        </a:lnTo>
                        <a:lnTo>
                          <a:pt x="0" y="200"/>
                        </a:lnTo>
                        <a:lnTo>
                          <a:pt x="4" y="226"/>
                        </a:lnTo>
                        <a:lnTo>
                          <a:pt x="10" y="245"/>
                        </a:lnTo>
                        <a:lnTo>
                          <a:pt x="25" y="255"/>
                        </a:lnTo>
                        <a:lnTo>
                          <a:pt x="50" y="265"/>
                        </a:lnTo>
                        <a:lnTo>
                          <a:pt x="88" y="268"/>
                        </a:lnTo>
                        <a:lnTo>
                          <a:pt x="133" y="271"/>
                        </a:lnTo>
                        <a:lnTo>
                          <a:pt x="171" y="272"/>
                        </a:lnTo>
                        <a:lnTo>
                          <a:pt x="216" y="271"/>
                        </a:lnTo>
                        <a:lnTo>
                          <a:pt x="254" y="268"/>
                        </a:lnTo>
                        <a:lnTo>
                          <a:pt x="293" y="261"/>
                        </a:lnTo>
                        <a:lnTo>
                          <a:pt x="324" y="250"/>
                        </a:lnTo>
                        <a:lnTo>
                          <a:pt x="354" y="237"/>
                        </a:lnTo>
                        <a:lnTo>
                          <a:pt x="393" y="227"/>
                        </a:lnTo>
                        <a:lnTo>
                          <a:pt x="397" y="242"/>
                        </a:lnTo>
                        <a:lnTo>
                          <a:pt x="425" y="244"/>
                        </a:lnTo>
                        <a:lnTo>
                          <a:pt x="452" y="244"/>
                        </a:lnTo>
                        <a:lnTo>
                          <a:pt x="480" y="242"/>
                        </a:lnTo>
                        <a:lnTo>
                          <a:pt x="503" y="240"/>
                        </a:lnTo>
                        <a:lnTo>
                          <a:pt x="525" y="236"/>
                        </a:lnTo>
                        <a:lnTo>
                          <a:pt x="555" y="227"/>
                        </a:lnTo>
                        <a:lnTo>
                          <a:pt x="580" y="214"/>
                        </a:lnTo>
                        <a:lnTo>
                          <a:pt x="580" y="181"/>
                        </a:lnTo>
                        <a:lnTo>
                          <a:pt x="585" y="170"/>
                        </a:lnTo>
                        <a:lnTo>
                          <a:pt x="587" y="159"/>
                        </a:lnTo>
                        <a:lnTo>
                          <a:pt x="588" y="96"/>
                        </a:lnTo>
                        <a:lnTo>
                          <a:pt x="592" y="32"/>
                        </a:lnTo>
                        <a:lnTo>
                          <a:pt x="459" y="46"/>
                        </a:lnTo>
                        <a:lnTo>
                          <a:pt x="292"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54" name="Google Shape;254;p15"/>
                <p:cNvSpPr/>
                <p:nvPr/>
              </p:nvSpPr>
              <p:spPr>
                <a:xfrm>
                  <a:off x="4824" y="2369"/>
                  <a:ext cx="231" cy="458"/>
                </a:xfrm>
                <a:custGeom>
                  <a:rect b="b" l="l" r="r" t="t"/>
                  <a:pathLst>
                    <a:path extrusionOk="0" h="1834" w="924">
                      <a:moveTo>
                        <a:pt x="35" y="0"/>
                      </a:moveTo>
                      <a:lnTo>
                        <a:pt x="7" y="551"/>
                      </a:lnTo>
                      <a:lnTo>
                        <a:pt x="14" y="994"/>
                      </a:lnTo>
                      <a:lnTo>
                        <a:pt x="28" y="1165"/>
                      </a:lnTo>
                      <a:lnTo>
                        <a:pt x="49" y="1352"/>
                      </a:lnTo>
                      <a:lnTo>
                        <a:pt x="35" y="1531"/>
                      </a:lnTo>
                      <a:lnTo>
                        <a:pt x="0" y="1679"/>
                      </a:lnTo>
                      <a:lnTo>
                        <a:pt x="18" y="1703"/>
                      </a:lnTo>
                      <a:lnTo>
                        <a:pt x="36" y="1718"/>
                      </a:lnTo>
                      <a:lnTo>
                        <a:pt x="64" y="1733"/>
                      </a:lnTo>
                      <a:lnTo>
                        <a:pt x="91" y="1746"/>
                      </a:lnTo>
                      <a:lnTo>
                        <a:pt x="125" y="1759"/>
                      </a:lnTo>
                      <a:lnTo>
                        <a:pt x="161" y="1768"/>
                      </a:lnTo>
                      <a:lnTo>
                        <a:pt x="188" y="1774"/>
                      </a:lnTo>
                      <a:lnTo>
                        <a:pt x="222" y="1779"/>
                      </a:lnTo>
                      <a:lnTo>
                        <a:pt x="264" y="1788"/>
                      </a:lnTo>
                      <a:lnTo>
                        <a:pt x="309" y="1800"/>
                      </a:lnTo>
                      <a:lnTo>
                        <a:pt x="327" y="1804"/>
                      </a:lnTo>
                      <a:lnTo>
                        <a:pt x="334" y="1781"/>
                      </a:lnTo>
                      <a:lnTo>
                        <a:pt x="347" y="1737"/>
                      </a:lnTo>
                      <a:lnTo>
                        <a:pt x="357" y="1703"/>
                      </a:lnTo>
                      <a:lnTo>
                        <a:pt x="367" y="1657"/>
                      </a:lnTo>
                      <a:lnTo>
                        <a:pt x="370" y="1329"/>
                      </a:lnTo>
                      <a:lnTo>
                        <a:pt x="370" y="1033"/>
                      </a:lnTo>
                      <a:lnTo>
                        <a:pt x="349" y="699"/>
                      </a:lnTo>
                      <a:lnTo>
                        <a:pt x="356" y="489"/>
                      </a:lnTo>
                      <a:lnTo>
                        <a:pt x="363" y="423"/>
                      </a:lnTo>
                      <a:lnTo>
                        <a:pt x="433" y="738"/>
                      </a:lnTo>
                      <a:lnTo>
                        <a:pt x="496" y="1080"/>
                      </a:lnTo>
                      <a:lnTo>
                        <a:pt x="538" y="1274"/>
                      </a:lnTo>
                      <a:lnTo>
                        <a:pt x="566" y="1617"/>
                      </a:lnTo>
                      <a:lnTo>
                        <a:pt x="606" y="1812"/>
                      </a:lnTo>
                      <a:lnTo>
                        <a:pt x="646" y="1814"/>
                      </a:lnTo>
                      <a:lnTo>
                        <a:pt x="685" y="1818"/>
                      </a:lnTo>
                      <a:lnTo>
                        <a:pt x="725" y="1825"/>
                      </a:lnTo>
                      <a:lnTo>
                        <a:pt x="778" y="1831"/>
                      </a:lnTo>
                      <a:lnTo>
                        <a:pt x="814" y="1834"/>
                      </a:lnTo>
                      <a:lnTo>
                        <a:pt x="850" y="1826"/>
                      </a:lnTo>
                      <a:lnTo>
                        <a:pt x="885" y="1811"/>
                      </a:lnTo>
                      <a:lnTo>
                        <a:pt x="898" y="1799"/>
                      </a:lnTo>
                      <a:lnTo>
                        <a:pt x="912" y="1788"/>
                      </a:lnTo>
                      <a:lnTo>
                        <a:pt x="924" y="1775"/>
                      </a:lnTo>
                      <a:lnTo>
                        <a:pt x="904" y="1543"/>
                      </a:lnTo>
                      <a:lnTo>
                        <a:pt x="853" y="1221"/>
                      </a:lnTo>
                      <a:lnTo>
                        <a:pt x="825" y="973"/>
                      </a:lnTo>
                      <a:lnTo>
                        <a:pt x="728" y="412"/>
                      </a:lnTo>
                      <a:lnTo>
                        <a:pt x="685" y="0"/>
                      </a:lnTo>
                      <a:lnTo>
                        <a:pt x="517" y="33"/>
                      </a:lnTo>
                      <a:lnTo>
                        <a:pt x="358" y="44"/>
                      </a:lnTo>
                      <a:lnTo>
                        <a:pt x="173" y="33"/>
                      </a:lnTo>
                      <a:lnTo>
                        <a:pt x="35"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255" name="Google Shape;255;p15"/>
              <p:cNvGrpSpPr/>
              <p:nvPr/>
            </p:nvGrpSpPr>
            <p:grpSpPr>
              <a:xfrm>
                <a:off x="2748" y="2609"/>
                <a:ext cx="131" cy="224"/>
                <a:chOff x="4666" y="2050"/>
                <a:chExt cx="226" cy="390"/>
              </a:xfrm>
            </p:grpSpPr>
            <p:grpSp>
              <p:nvGrpSpPr>
                <p:cNvPr id="256" name="Google Shape;256;p15"/>
                <p:cNvGrpSpPr/>
                <p:nvPr/>
              </p:nvGrpSpPr>
              <p:grpSpPr>
                <a:xfrm>
                  <a:off x="4666" y="2050"/>
                  <a:ext cx="226" cy="390"/>
                  <a:chOff x="4666" y="2050"/>
                  <a:chExt cx="226" cy="390"/>
                </a:xfrm>
              </p:grpSpPr>
              <p:sp>
                <p:nvSpPr>
                  <p:cNvPr id="257" name="Google Shape;257;p15"/>
                  <p:cNvSpPr/>
                  <p:nvPr/>
                </p:nvSpPr>
                <p:spPr>
                  <a:xfrm>
                    <a:off x="4666" y="2050"/>
                    <a:ext cx="226" cy="390"/>
                  </a:xfrm>
                  <a:custGeom>
                    <a:rect b="b" l="l" r="r" t="t"/>
                    <a:pathLst>
                      <a:path extrusionOk="0" h="1562" w="904">
                        <a:moveTo>
                          <a:pt x="374" y="584"/>
                        </a:moveTo>
                        <a:lnTo>
                          <a:pt x="347" y="583"/>
                        </a:lnTo>
                        <a:lnTo>
                          <a:pt x="309" y="577"/>
                        </a:lnTo>
                        <a:lnTo>
                          <a:pt x="246" y="548"/>
                        </a:lnTo>
                        <a:lnTo>
                          <a:pt x="107" y="493"/>
                        </a:lnTo>
                        <a:lnTo>
                          <a:pt x="86" y="497"/>
                        </a:lnTo>
                        <a:lnTo>
                          <a:pt x="66" y="506"/>
                        </a:lnTo>
                        <a:lnTo>
                          <a:pt x="45" y="521"/>
                        </a:lnTo>
                        <a:lnTo>
                          <a:pt x="31" y="536"/>
                        </a:lnTo>
                        <a:lnTo>
                          <a:pt x="18" y="560"/>
                        </a:lnTo>
                        <a:lnTo>
                          <a:pt x="10" y="586"/>
                        </a:lnTo>
                        <a:lnTo>
                          <a:pt x="3" y="621"/>
                        </a:lnTo>
                        <a:lnTo>
                          <a:pt x="1" y="649"/>
                        </a:lnTo>
                        <a:lnTo>
                          <a:pt x="0" y="679"/>
                        </a:lnTo>
                        <a:lnTo>
                          <a:pt x="1" y="714"/>
                        </a:lnTo>
                        <a:lnTo>
                          <a:pt x="4" y="747"/>
                        </a:lnTo>
                        <a:lnTo>
                          <a:pt x="10" y="774"/>
                        </a:lnTo>
                        <a:lnTo>
                          <a:pt x="121" y="812"/>
                        </a:lnTo>
                        <a:lnTo>
                          <a:pt x="168" y="836"/>
                        </a:lnTo>
                        <a:lnTo>
                          <a:pt x="198" y="856"/>
                        </a:lnTo>
                        <a:lnTo>
                          <a:pt x="224" y="871"/>
                        </a:lnTo>
                        <a:lnTo>
                          <a:pt x="246" y="882"/>
                        </a:lnTo>
                        <a:lnTo>
                          <a:pt x="279" y="892"/>
                        </a:lnTo>
                        <a:lnTo>
                          <a:pt x="344" y="913"/>
                        </a:lnTo>
                        <a:lnTo>
                          <a:pt x="454" y="940"/>
                        </a:lnTo>
                        <a:lnTo>
                          <a:pt x="535" y="956"/>
                        </a:lnTo>
                        <a:lnTo>
                          <a:pt x="555" y="949"/>
                        </a:lnTo>
                        <a:lnTo>
                          <a:pt x="568" y="934"/>
                        </a:lnTo>
                        <a:lnTo>
                          <a:pt x="577" y="909"/>
                        </a:lnTo>
                        <a:lnTo>
                          <a:pt x="603" y="847"/>
                        </a:lnTo>
                        <a:lnTo>
                          <a:pt x="608" y="886"/>
                        </a:lnTo>
                        <a:lnTo>
                          <a:pt x="614" y="985"/>
                        </a:lnTo>
                        <a:lnTo>
                          <a:pt x="611" y="1063"/>
                        </a:lnTo>
                        <a:lnTo>
                          <a:pt x="603" y="1104"/>
                        </a:lnTo>
                        <a:lnTo>
                          <a:pt x="601" y="1146"/>
                        </a:lnTo>
                        <a:lnTo>
                          <a:pt x="601" y="1188"/>
                        </a:lnTo>
                        <a:lnTo>
                          <a:pt x="597" y="1239"/>
                        </a:lnTo>
                        <a:lnTo>
                          <a:pt x="587" y="1285"/>
                        </a:lnTo>
                        <a:lnTo>
                          <a:pt x="562" y="1423"/>
                        </a:lnTo>
                        <a:lnTo>
                          <a:pt x="579" y="1446"/>
                        </a:lnTo>
                        <a:lnTo>
                          <a:pt x="604" y="1464"/>
                        </a:lnTo>
                        <a:lnTo>
                          <a:pt x="640" y="1480"/>
                        </a:lnTo>
                        <a:lnTo>
                          <a:pt x="677" y="1489"/>
                        </a:lnTo>
                        <a:lnTo>
                          <a:pt x="708" y="1501"/>
                        </a:lnTo>
                        <a:lnTo>
                          <a:pt x="742" y="1514"/>
                        </a:lnTo>
                        <a:lnTo>
                          <a:pt x="772" y="1527"/>
                        </a:lnTo>
                        <a:lnTo>
                          <a:pt x="806" y="1538"/>
                        </a:lnTo>
                        <a:lnTo>
                          <a:pt x="849" y="1553"/>
                        </a:lnTo>
                        <a:lnTo>
                          <a:pt x="904" y="1562"/>
                        </a:lnTo>
                        <a:lnTo>
                          <a:pt x="878" y="1380"/>
                        </a:lnTo>
                        <a:lnTo>
                          <a:pt x="869" y="1322"/>
                        </a:lnTo>
                        <a:lnTo>
                          <a:pt x="864" y="1287"/>
                        </a:lnTo>
                        <a:lnTo>
                          <a:pt x="863" y="1248"/>
                        </a:lnTo>
                        <a:lnTo>
                          <a:pt x="860" y="1165"/>
                        </a:lnTo>
                        <a:lnTo>
                          <a:pt x="862" y="1049"/>
                        </a:lnTo>
                        <a:lnTo>
                          <a:pt x="880" y="754"/>
                        </a:lnTo>
                        <a:lnTo>
                          <a:pt x="869" y="295"/>
                        </a:lnTo>
                        <a:lnTo>
                          <a:pt x="828" y="43"/>
                        </a:lnTo>
                        <a:lnTo>
                          <a:pt x="722" y="22"/>
                        </a:lnTo>
                        <a:lnTo>
                          <a:pt x="684" y="13"/>
                        </a:lnTo>
                        <a:lnTo>
                          <a:pt x="659" y="4"/>
                        </a:lnTo>
                        <a:lnTo>
                          <a:pt x="642" y="0"/>
                        </a:lnTo>
                        <a:lnTo>
                          <a:pt x="622" y="0"/>
                        </a:lnTo>
                        <a:lnTo>
                          <a:pt x="606" y="3"/>
                        </a:lnTo>
                        <a:lnTo>
                          <a:pt x="590" y="8"/>
                        </a:lnTo>
                        <a:lnTo>
                          <a:pt x="572" y="17"/>
                        </a:lnTo>
                        <a:lnTo>
                          <a:pt x="555" y="33"/>
                        </a:lnTo>
                        <a:lnTo>
                          <a:pt x="538" y="53"/>
                        </a:lnTo>
                        <a:lnTo>
                          <a:pt x="529" y="73"/>
                        </a:lnTo>
                        <a:lnTo>
                          <a:pt x="523" y="100"/>
                        </a:lnTo>
                        <a:lnTo>
                          <a:pt x="523" y="136"/>
                        </a:lnTo>
                        <a:lnTo>
                          <a:pt x="517" y="184"/>
                        </a:lnTo>
                        <a:lnTo>
                          <a:pt x="499" y="288"/>
                        </a:lnTo>
                        <a:lnTo>
                          <a:pt x="443" y="545"/>
                        </a:lnTo>
                        <a:lnTo>
                          <a:pt x="434" y="580"/>
                        </a:lnTo>
                        <a:lnTo>
                          <a:pt x="409" y="584"/>
                        </a:lnTo>
                        <a:lnTo>
                          <a:pt x="374" y="584"/>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58" name="Google Shape;258;p15"/>
                  <p:cNvSpPr/>
                  <p:nvPr/>
                </p:nvSpPr>
                <p:spPr>
                  <a:xfrm>
                    <a:off x="4818" y="2154"/>
                    <a:ext cx="25" cy="105"/>
                  </a:xfrm>
                  <a:custGeom>
                    <a:rect b="b" l="l" r="r" t="t"/>
                    <a:pathLst>
                      <a:path extrusionOk="0" h="419" w="98">
                        <a:moveTo>
                          <a:pt x="0" y="419"/>
                        </a:moveTo>
                        <a:lnTo>
                          <a:pt x="35" y="281"/>
                        </a:lnTo>
                        <a:lnTo>
                          <a:pt x="70" y="140"/>
                        </a:lnTo>
                        <a:lnTo>
                          <a:pt x="63" y="24"/>
                        </a:lnTo>
                        <a:lnTo>
                          <a:pt x="98" y="0"/>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59" name="Google Shape;259;p15"/>
                <p:cNvSpPr/>
                <p:nvPr/>
              </p:nvSpPr>
              <p:spPr>
                <a:xfrm>
                  <a:off x="4775" y="2195"/>
                  <a:ext cx="21" cy="21"/>
                </a:xfrm>
                <a:custGeom>
                  <a:rect b="b" l="l" r="r" t="t"/>
                  <a:pathLst>
                    <a:path extrusionOk="0" h="85" w="82">
                      <a:moveTo>
                        <a:pt x="0" y="2"/>
                      </a:moveTo>
                      <a:lnTo>
                        <a:pt x="38" y="0"/>
                      </a:lnTo>
                      <a:lnTo>
                        <a:pt x="59" y="10"/>
                      </a:lnTo>
                      <a:lnTo>
                        <a:pt x="75" y="31"/>
                      </a:lnTo>
                      <a:lnTo>
                        <a:pt x="82" y="62"/>
                      </a:lnTo>
                      <a:lnTo>
                        <a:pt x="80" y="85"/>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60" name="Google Shape;260;p15"/>
                <p:cNvSpPr/>
                <p:nvPr/>
              </p:nvSpPr>
              <p:spPr>
                <a:xfrm>
                  <a:off x="4844" y="2061"/>
                  <a:ext cx="47" cy="303"/>
                </a:xfrm>
                <a:custGeom>
                  <a:rect b="b" l="l" r="r" t="t"/>
                  <a:pathLst>
                    <a:path extrusionOk="0" h="1213" w="190">
                      <a:moveTo>
                        <a:pt x="116" y="0"/>
                      </a:moveTo>
                      <a:lnTo>
                        <a:pt x="87" y="81"/>
                      </a:lnTo>
                      <a:lnTo>
                        <a:pt x="75" y="111"/>
                      </a:lnTo>
                      <a:lnTo>
                        <a:pt x="63" y="137"/>
                      </a:lnTo>
                      <a:lnTo>
                        <a:pt x="42" y="170"/>
                      </a:lnTo>
                      <a:lnTo>
                        <a:pt x="26" y="191"/>
                      </a:lnTo>
                      <a:lnTo>
                        <a:pt x="0" y="222"/>
                      </a:lnTo>
                      <a:lnTo>
                        <a:pt x="88" y="226"/>
                      </a:lnTo>
                      <a:lnTo>
                        <a:pt x="28" y="316"/>
                      </a:lnTo>
                      <a:lnTo>
                        <a:pt x="61" y="407"/>
                      </a:lnTo>
                      <a:lnTo>
                        <a:pt x="74" y="446"/>
                      </a:lnTo>
                      <a:lnTo>
                        <a:pt x="84" y="487"/>
                      </a:lnTo>
                      <a:lnTo>
                        <a:pt x="94" y="539"/>
                      </a:lnTo>
                      <a:lnTo>
                        <a:pt x="111" y="661"/>
                      </a:lnTo>
                      <a:lnTo>
                        <a:pt x="119" y="729"/>
                      </a:lnTo>
                      <a:lnTo>
                        <a:pt x="124" y="799"/>
                      </a:lnTo>
                      <a:lnTo>
                        <a:pt x="126" y="852"/>
                      </a:lnTo>
                      <a:lnTo>
                        <a:pt x="126" y="1000"/>
                      </a:lnTo>
                      <a:lnTo>
                        <a:pt x="129" y="1040"/>
                      </a:lnTo>
                      <a:lnTo>
                        <a:pt x="135" y="1093"/>
                      </a:lnTo>
                      <a:lnTo>
                        <a:pt x="150" y="1213"/>
                      </a:lnTo>
                      <a:lnTo>
                        <a:pt x="169" y="926"/>
                      </a:lnTo>
                      <a:lnTo>
                        <a:pt x="174" y="852"/>
                      </a:lnTo>
                      <a:lnTo>
                        <a:pt x="183" y="747"/>
                      </a:lnTo>
                      <a:lnTo>
                        <a:pt x="186" y="691"/>
                      </a:lnTo>
                      <a:lnTo>
                        <a:pt x="188" y="636"/>
                      </a:lnTo>
                      <a:lnTo>
                        <a:pt x="188" y="565"/>
                      </a:lnTo>
                      <a:lnTo>
                        <a:pt x="190" y="485"/>
                      </a:lnTo>
                      <a:lnTo>
                        <a:pt x="190" y="405"/>
                      </a:lnTo>
                      <a:lnTo>
                        <a:pt x="188" y="357"/>
                      </a:lnTo>
                      <a:lnTo>
                        <a:pt x="184" y="276"/>
                      </a:lnTo>
                      <a:lnTo>
                        <a:pt x="181" y="233"/>
                      </a:lnTo>
                      <a:lnTo>
                        <a:pt x="176" y="183"/>
                      </a:lnTo>
                      <a:lnTo>
                        <a:pt x="170" y="155"/>
                      </a:lnTo>
                      <a:lnTo>
                        <a:pt x="163" y="124"/>
                      </a:lnTo>
                      <a:lnTo>
                        <a:pt x="156" y="99"/>
                      </a:lnTo>
                      <a:lnTo>
                        <a:pt x="149" y="74"/>
                      </a:lnTo>
                      <a:lnTo>
                        <a:pt x="116"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61" name="Google Shape;261;p15"/>
              <p:cNvSpPr/>
              <p:nvPr/>
            </p:nvSpPr>
            <p:spPr>
              <a:xfrm>
                <a:off x="2879" y="2630"/>
                <a:ext cx="21" cy="175"/>
              </a:xfrm>
              <a:custGeom>
                <a:rect b="b" l="l" r="r" t="t"/>
                <a:pathLst>
                  <a:path extrusionOk="0" h="1218" w="147">
                    <a:moveTo>
                      <a:pt x="47" y="0"/>
                    </a:moveTo>
                    <a:lnTo>
                      <a:pt x="22" y="175"/>
                    </a:lnTo>
                    <a:lnTo>
                      <a:pt x="5" y="405"/>
                    </a:lnTo>
                    <a:lnTo>
                      <a:pt x="8" y="871"/>
                    </a:lnTo>
                    <a:lnTo>
                      <a:pt x="0" y="1089"/>
                    </a:lnTo>
                    <a:lnTo>
                      <a:pt x="70" y="1218"/>
                    </a:lnTo>
                    <a:lnTo>
                      <a:pt x="142" y="1089"/>
                    </a:lnTo>
                    <a:lnTo>
                      <a:pt x="140" y="871"/>
                    </a:lnTo>
                    <a:lnTo>
                      <a:pt x="147" y="401"/>
                    </a:lnTo>
                    <a:lnTo>
                      <a:pt x="119" y="156"/>
                    </a:lnTo>
                    <a:lnTo>
                      <a:pt x="84" y="0"/>
                    </a:lnTo>
                    <a:lnTo>
                      <a:pt x="47" y="0"/>
                    </a:lnTo>
                    <a:close/>
                  </a:path>
                </a:pathLst>
              </a:custGeom>
              <a:solidFill>
                <a:srgbClr val="E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62" name="Google Shape;262;p15"/>
              <p:cNvSpPr/>
              <p:nvPr/>
            </p:nvSpPr>
            <p:spPr>
              <a:xfrm>
                <a:off x="2882" y="2619"/>
                <a:ext cx="12" cy="12"/>
              </a:xfrm>
              <a:custGeom>
                <a:rect b="b" l="l" r="r" t="t"/>
                <a:pathLst>
                  <a:path extrusionOk="0" fill="none" h="31928" w="43200">
                    <a:moveTo>
                      <a:pt x="40570" y="0"/>
                    </a:moveTo>
                    <a:cubicBezTo>
                      <a:pt x="42296" y="3169"/>
                      <a:pt x="43200" y="6719"/>
                      <a:pt x="43200" y="10328"/>
                    </a:cubicBezTo>
                    <a:cubicBezTo>
                      <a:pt x="43200" y="22257"/>
                      <a:pt x="33529" y="31928"/>
                      <a:pt x="21600" y="31928"/>
                    </a:cubicBezTo>
                    <a:cubicBezTo>
                      <a:pt x="9670" y="31928"/>
                      <a:pt x="0" y="22257"/>
                      <a:pt x="0" y="10328"/>
                    </a:cubicBezTo>
                    <a:cubicBezTo>
                      <a:pt x="-1" y="8281"/>
                      <a:pt x="290" y="6244"/>
                      <a:pt x="863" y="4280"/>
                    </a:cubicBezTo>
                  </a:path>
                  <a:path extrusionOk="0" h="31928" w="43200">
                    <a:moveTo>
                      <a:pt x="40570" y="0"/>
                    </a:moveTo>
                    <a:cubicBezTo>
                      <a:pt x="42296" y="3169"/>
                      <a:pt x="43200" y="6719"/>
                      <a:pt x="43200" y="10328"/>
                    </a:cubicBezTo>
                    <a:cubicBezTo>
                      <a:pt x="43200" y="22257"/>
                      <a:pt x="33529" y="31928"/>
                      <a:pt x="21600" y="31928"/>
                    </a:cubicBezTo>
                    <a:cubicBezTo>
                      <a:pt x="9670" y="31928"/>
                      <a:pt x="0" y="22257"/>
                      <a:pt x="0" y="10328"/>
                    </a:cubicBezTo>
                    <a:cubicBezTo>
                      <a:pt x="-1" y="8281"/>
                      <a:pt x="290" y="6244"/>
                      <a:pt x="863" y="4280"/>
                    </a:cubicBezTo>
                    <a:lnTo>
                      <a:pt x="21600" y="10328"/>
                    </a:lnTo>
                    <a:lnTo>
                      <a:pt x="40570" y="0"/>
                    </a:lnTo>
                    <a:close/>
                  </a:path>
                </a:pathLst>
              </a:custGeom>
              <a:solidFill>
                <a:srgbClr val="E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63" name="Google Shape;263;p15"/>
              <p:cNvSpPr/>
              <p:nvPr/>
            </p:nvSpPr>
            <p:spPr>
              <a:xfrm>
                <a:off x="2868" y="2610"/>
                <a:ext cx="41" cy="27"/>
              </a:xfrm>
              <a:custGeom>
                <a:rect b="b" l="l" r="r" t="t"/>
                <a:pathLst>
                  <a:path extrusionOk="0" h="187" w="284">
                    <a:moveTo>
                      <a:pt x="27" y="0"/>
                    </a:moveTo>
                    <a:lnTo>
                      <a:pt x="141" y="80"/>
                    </a:lnTo>
                    <a:lnTo>
                      <a:pt x="263" y="0"/>
                    </a:lnTo>
                    <a:lnTo>
                      <a:pt x="284" y="39"/>
                    </a:lnTo>
                    <a:lnTo>
                      <a:pt x="205" y="187"/>
                    </a:lnTo>
                    <a:lnTo>
                      <a:pt x="141" y="86"/>
                    </a:lnTo>
                    <a:lnTo>
                      <a:pt x="81" y="186"/>
                    </a:lnTo>
                    <a:lnTo>
                      <a:pt x="0" y="38"/>
                    </a:lnTo>
                    <a:lnTo>
                      <a:pt x="27"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64" name="Google Shape;264;p15"/>
              <p:cNvSpPr/>
              <p:nvPr/>
            </p:nvSpPr>
            <p:spPr>
              <a:xfrm>
                <a:off x="2751" y="2683"/>
                <a:ext cx="12" cy="36"/>
              </a:xfrm>
              <a:custGeom>
                <a:rect b="b" l="l" r="r" t="t"/>
                <a:pathLst>
                  <a:path extrusionOk="0" h="248" w="81">
                    <a:moveTo>
                      <a:pt x="67" y="0"/>
                    </a:moveTo>
                    <a:lnTo>
                      <a:pt x="74" y="24"/>
                    </a:lnTo>
                    <a:lnTo>
                      <a:pt x="78" y="47"/>
                    </a:lnTo>
                    <a:lnTo>
                      <a:pt x="81" y="76"/>
                    </a:lnTo>
                    <a:lnTo>
                      <a:pt x="81" y="96"/>
                    </a:lnTo>
                    <a:lnTo>
                      <a:pt x="81" y="119"/>
                    </a:lnTo>
                    <a:lnTo>
                      <a:pt x="75" y="149"/>
                    </a:lnTo>
                    <a:lnTo>
                      <a:pt x="67" y="182"/>
                    </a:lnTo>
                    <a:lnTo>
                      <a:pt x="59" y="204"/>
                    </a:lnTo>
                    <a:lnTo>
                      <a:pt x="50" y="224"/>
                    </a:lnTo>
                    <a:lnTo>
                      <a:pt x="37" y="239"/>
                    </a:lnTo>
                    <a:lnTo>
                      <a:pt x="22" y="246"/>
                    </a:lnTo>
                    <a:lnTo>
                      <a:pt x="9" y="248"/>
                    </a:lnTo>
                    <a:lnTo>
                      <a:pt x="4" y="232"/>
                    </a:lnTo>
                    <a:lnTo>
                      <a:pt x="3" y="219"/>
                    </a:lnTo>
                    <a:lnTo>
                      <a:pt x="0" y="197"/>
                    </a:lnTo>
                    <a:lnTo>
                      <a:pt x="0" y="178"/>
                    </a:lnTo>
                    <a:lnTo>
                      <a:pt x="5" y="126"/>
                    </a:lnTo>
                    <a:lnTo>
                      <a:pt x="37" y="14"/>
                    </a:lnTo>
                    <a:lnTo>
                      <a:pt x="53" y="2"/>
                    </a:lnTo>
                    <a:lnTo>
                      <a:pt x="67" y="0"/>
                    </a:lnTo>
                    <a:close/>
                  </a:path>
                </a:pathLst>
              </a:custGeom>
              <a:solidFill>
                <a:srgbClr val="20202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265" name="Google Shape;265;p15"/>
              <p:cNvGrpSpPr/>
              <p:nvPr/>
            </p:nvGrpSpPr>
            <p:grpSpPr>
              <a:xfrm>
                <a:off x="2899" y="2610"/>
                <a:ext cx="130" cy="224"/>
                <a:chOff x="4927" y="2051"/>
                <a:chExt cx="226" cy="391"/>
              </a:xfrm>
            </p:grpSpPr>
            <p:grpSp>
              <p:nvGrpSpPr>
                <p:cNvPr id="266" name="Google Shape;266;p15"/>
                <p:cNvGrpSpPr/>
                <p:nvPr/>
              </p:nvGrpSpPr>
              <p:grpSpPr>
                <a:xfrm>
                  <a:off x="4927" y="2051"/>
                  <a:ext cx="226" cy="391"/>
                  <a:chOff x="4927" y="2051"/>
                  <a:chExt cx="226" cy="391"/>
                </a:xfrm>
              </p:grpSpPr>
              <p:grpSp>
                <p:nvGrpSpPr>
                  <p:cNvPr id="267" name="Google Shape;267;p15"/>
                  <p:cNvGrpSpPr/>
                  <p:nvPr/>
                </p:nvGrpSpPr>
                <p:grpSpPr>
                  <a:xfrm>
                    <a:off x="4927" y="2051"/>
                    <a:ext cx="226" cy="391"/>
                    <a:chOff x="4927" y="2051"/>
                    <a:chExt cx="226" cy="391"/>
                  </a:xfrm>
                </p:grpSpPr>
                <p:sp>
                  <p:nvSpPr>
                    <p:cNvPr id="268" name="Google Shape;268;p15"/>
                    <p:cNvSpPr/>
                    <p:nvPr/>
                  </p:nvSpPr>
                  <p:spPr>
                    <a:xfrm>
                      <a:off x="4927" y="2051"/>
                      <a:ext cx="226" cy="391"/>
                    </a:xfrm>
                    <a:custGeom>
                      <a:rect b="b" l="l" r="r" t="t"/>
                      <a:pathLst>
                        <a:path extrusionOk="0" h="1562" w="905">
                          <a:moveTo>
                            <a:pt x="531" y="584"/>
                          </a:moveTo>
                          <a:lnTo>
                            <a:pt x="558" y="583"/>
                          </a:lnTo>
                          <a:lnTo>
                            <a:pt x="595" y="576"/>
                          </a:lnTo>
                          <a:lnTo>
                            <a:pt x="658" y="548"/>
                          </a:lnTo>
                          <a:lnTo>
                            <a:pt x="797" y="493"/>
                          </a:lnTo>
                          <a:lnTo>
                            <a:pt x="818" y="497"/>
                          </a:lnTo>
                          <a:lnTo>
                            <a:pt x="838" y="506"/>
                          </a:lnTo>
                          <a:lnTo>
                            <a:pt x="859" y="521"/>
                          </a:lnTo>
                          <a:lnTo>
                            <a:pt x="873" y="536"/>
                          </a:lnTo>
                          <a:lnTo>
                            <a:pt x="886" y="559"/>
                          </a:lnTo>
                          <a:lnTo>
                            <a:pt x="894" y="585"/>
                          </a:lnTo>
                          <a:lnTo>
                            <a:pt x="901" y="620"/>
                          </a:lnTo>
                          <a:lnTo>
                            <a:pt x="904" y="649"/>
                          </a:lnTo>
                          <a:lnTo>
                            <a:pt x="905" y="679"/>
                          </a:lnTo>
                          <a:lnTo>
                            <a:pt x="904" y="714"/>
                          </a:lnTo>
                          <a:lnTo>
                            <a:pt x="900" y="746"/>
                          </a:lnTo>
                          <a:lnTo>
                            <a:pt x="894" y="774"/>
                          </a:lnTo>
                          <a:lnTo>
                            <a:pt x="783" y="811"/>
                          </a:lnTo>
                          <a:lnTo>
                            <a:pt x="736" y="836"/>
                          </a:lnTo>
                          <a:lnTo>
                            <a:pt x="706" y="855"/>
                          </a:lnTo>
                          <a:lnTo>
                            <a:pt x="680" y="871"/>
                          </a:lnTo>
                          <a:lnTo>
                            <a:pt x="658" y="881"/>
                          </a:lnTo>
                          <a:lnTo>
                            <a:pt x="625" y="892"/>
                          </a:lnTo>
                          <a:lnTo>
                            <a:pt x="560" y="913"/>
                          </a:lnTo>
                          <a:lnTo>
                            <a:pt x="450" y="940"/>
                          </a:lnTo>
                          <a:lnTo>
                            <a:pt x="370" y="955"/>
                          </a:lnTo>
                          <a:lnTo>
                            <a:pt x="350" y="949"/>
                          </a:lnTo>
                          <a:lnTo>
                            <a:pt x="337" y="933"/>
                          </a:lnTo>
                          <a:lnTo>
                            <a:pt x="328" y="909"/>
                          </a:lnTo>
                          <a:lnTo>
                            <a:pt x="302" y="846"/>
                          </a:lnTo>
                          <a:lnTo>
                            <a:pt x="296" y="885"/>
                          </a:lnTo>
                          <a:lnTo>
                            <a:pt x="290" y="985"/>
                          </a:lnTo>
                          <a:lnTo>
                            <a:pt x="294" y="1063"/>
                          </a:lnTo>
                          <a:lnTo>
                            <a:pt x="302" y="1103"/>
                          </a:lnTo>
                          <a:lnTo>
                            <a:pt x="303" y="1146"/>
                          </a:lnTo>
                          <a:lnTo>
                            <a:pt x="303" y="1188"/>
                          </a:lnTo>
                          <a:lnTo>
                            <a:pt x="308" y="1238"/>
                          </a:lnTo>
                          <a:lnTo>
                            <a:pt x="317" y="1285"/>
                          </a:lnTo>
                          <a:lnTo>
                            <a:pt x="343" y="1423"/>
                          </a:lnTo>
                          <a:lnTo>
                            <a:pt x="325" y="1446"/>
                          </a:lnTo>
                          <a:lnTo>
                            <a:pt x="301" y="1464"/>
                          </a:lnTo>
                          <a:lnTo>
                            <a:pt x="264" y="1480"/>
                          </a:lnTo>
                          <a:lnTo>
                            <a:pt x="227" y="1489"/>
                          </a:lnTo>
                          <a:lnTo>
                            <a:pt x="197" y="1501"/>
                          </a:lnTo>
                          <a:lnTo>
                            <a:pt x="163" y="1514"/>
                          </a:lnTo>
                          <a:lnTo>
                            <a:pt x="132" y="1527"/>
                          </a:lnTo>
                          <a:lnTo>
                            <a:pt x="99" y="1538"/>
                          </a:lnTo>
                          <a:lnTo>
                            <a:pt x="55" y="1553"/>
                          </a:lnTo>
                          <a:lnTo>
                            <a:pt x="0" y="1562"/>
                          </a:lnTo>
                          <a:lnTo>
                            <a:pt x="26" y="1380"/>
                          </a:lnTo>
                          <a:lnTo>
                            <a:pt x="35" y="1321"/>
                          </a:lnTo>
                          <a:lnTo>
                            <a:pt x="40" y="1286"/>
                          </a:lnTo>
                          <a:lnTo>
                            <a:pt x="41" y="1247"/>
                          </a:lnTo>
                          <a:lnTo>
                            <a:pt x="45" y="1164"/>
                          </a:lnTo>
                          <a:lnTo>
                            <a:pt x="42" y="1049"/>
                          </a:lnTo>
                          <a:lnTo>
                            <a:pt x="25" y="753"/>
                          </a:lnTo>
                          <a:lnTo>
                            <a:pt x="35" y="295"/>
                          </a:lnTo>
                          <a:lnTo>
                            <a:pt x="76" y="43"/>
                          </a:lnTo>
                          <a:lnTo>
                            <a:pt x="183" y="22"/>
                          </a:lnTo>
                          <a:lnTo>
                            <a:pt x="220" y="12"/>
                          </a:lnTo>
                          <a:lnTo>
                            <a:pt x="246" y="4"/>
                          </a:lnTo>
                          <a:lnTo>
                            <a:pt x="262" y="0"/>
                          </a:lnTo>
                          <a:lnTo>
                            <a:pt x="282" y="0"/>
                          </a:lnTo>
                          <a:lnTo>
                            <a:pt x="298" y="3"/>
                          </a:lnTo>
                          <a:lnTo>
                            <a:pt x="315" y="6"/>
                          </a:lnTo>
                          <a:lnTo>
                            <a:pt x="332" y="17"/>
                          </a:lnTo>
                          <a:lnTo>
                            <a:pt x="350" y="32"/>
                          </a:lnTo>
                          <a:lnTo>
                            <a:pt x="366" y="53"/>
                          </a:lnTo>
                          <a:lnTo>
                            <a:pt x="375" y="73"/>
                          </a:lnTo>
                          <a:lnTo>
                            <a:pt x="381" y="100"/>
                          </a:lnTo>
                          <a:lnTo>
                            <a:pt x="381" y="136"/>
                          </a:lnTo>
                          <a:lnTo>
                            <a:pt x="387" y="184"/>
                          </a:lnTo>
                          <a:lnTo>
                            <a:pt x="406" y="288"/>
                          </a:lnTo>
                          <a:lnTo>
                            <a:pt x="462" y="545"/>
                          </a:lnTo>
                          <a:lnTo>
                            <a:pt x="470" y="580"/>
                          </a:lnTo>
                          <a:lnTo>
                            <a:pt x="496" y="584"/>
                          </a:lnTo>
                          <a:lnTo>
                            <a:pt x="531" y="584"/>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69" name="Google Shape;269;p15"/>
                    <p:cNvSpPr/>
                    <p:nvPr/>
                  </p:nvSpPr>
                  <p:spPr>
                    <a:xfrm>
                      <a:off x="4976" y="2156"/>
                      <a:ext cx="25" cy="105"/>
                    </a:xfrm>
                    <a:custGeom>
                      <a:rect b="b" l="l" r="r" t="t"/>
                      <a:pathLst>
                        <a:path extrusionOk="0" h="419" w="98">
                          <a:moveTo>
                            <a:pt x="98" y="419"/>
                          </a:moveTo>
                          <a:lnTo>
                            <a:pt x="63" y="280"/>
                          </a:lnTo>
                          <a:lnTo>
                            <a:pt x="28" y="140"/>
                          </a:lnTo>
                          <a:lnTo>
                            <a:pt x="35" y="23"/>
                          </a:lnTo>
                          <a:lnTo>
                            <a:pt x="0" y="0"/>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70" name="Google Shape;270;p15"/>
                  <p:cNvSpPr/>
                  <p:nvPr/>
                </p:nvSpPr>
                <p:spPr>
                  <a:xfrm>
                    <a:off x="5024" y="2197"/>
                    <a:ext cx="20" cy="21"/>
                  </a:xfrm>
                  <a:custGeom>
                    <a:rect b="b" l="l" r="r" t="t"/>
                    <a:pathLst>
                      <a:path extrusionOk="0" h="85" w="82">
                        <a:moveTo>
                          <a:pt x="82" y="2"/>
                        </a:moveTo>
                        <a:lnTo>
                          <a:pt x="43" y="0"/>
                        </a:lnTo>
                        <a:lnTo>
                          <a:pt x="22" y="10"/>
                        </a:lnTo>
                        <a:lnTo>
                          <a:pt x="7" y="31"/>
                        </a:lnTo>
                        <a:lnTo>
                          <a:pt x="0" y="62"/>
                        </a:lnTo>
                        <a:lnTo>
                          <a:pt x="1" y="85"/>
                        </a:lnTo>
                      </a:path>
                    </a:pathLst>
                  </a:custGeom>
                  <a:solidFill>
                    <a:srgbClr val="FFFF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71" name="Google Shape;271;p15"/>
                <p:cNvSpPr/>
                <p:nvPr/>
              </p:nvSpPr>
              <p:spPr>
                <a:xfrm>
                  <a:off x="4928" y="2063"/>
                  <a:ext cx="48" cy="303"/>
                </a:xfrm>
                <a:custGeom>
                  <a:rect b="b" l="l" r="r" t="t"/>
                  <a:pathLst>
                    <a:path extrusionOk="0" h="1213" w="189">
                      <a:moveTo>
                        <a:pt x="74" y="0"/>
                      </a:moveTo>
                      <a:lnTo>
                        <a:pt x="103" y="81"/>
                      </a:lnTo>
                      <a:lnTo>
                        <a:pt x="114" y="110"/>
                      </a:lnTo>
                      <a:lnTo>
                        <a:pt x="126" y="136"/>
                      </a:lnTo>
                      <a:lnTo>
                        <a:pt x="147" y="170"/>
                      </a:lnTo>
                      <a:lnTo>
                        <a:pt x="163" y="191"/>
                      </a:lnTo>
                      <a:lnTo>
                        <a:pt x="189" y="222"/>
                      </a:lnTo>
                      <a:lnTo>
                        <a:pt x="102" y="226"/>
                      </a:lnTo>
                      <a:lnTo>
                        <a:pt x="161" y="316"/>
                      </a:lnTo>
                      <a:lnTo>
                        <a:pt x="128" y="406"/>
                      </a:lnTo>
                      <a:lnTo>
                        <a:pt x="116" y="445"/>
                      </a:lnTo>
                      <a:lnTo>
                        <a:pt x="105" y="487"/>
                      </a:lnTo>
                      <a:lnTo>
                        <a:pt x="96" y="539"/>
                      </a:lnTo>
                      <a:lnTo>
                        <a:pt x="78" y="661"/>
                      </a:lnTo>
                      <a:lnTo>
                        <a:pt x="70" y="728"/>
                      </a:lnTo>
                      <a:lnTo>
                        <a:pt x="65" y="798"/>
                      </a:lnTo>
                      <a:lnTo>
                        <a:pt x="63" y="852"/>
                      </a:lnTo>
                      <a:lnTo>
                        <a:pt x="63" y="1000"/>
                      </a:lnTo>
                      <a:lnTo>
                        <a:pt x="61" y="1040"/>
                      </a:lnTo>
                      <a:lnTo>
                        <a:pt x="55" y="1093"/>
                      </a:lnTo>
                      <a:lnTo>
                        <a:pt x="40" y="1213"/>
                      </a:lnTo>
                      <a:lnTo>
                        <a:pt x="21" y="926"/>
                      </a:lnTo>
                      <a:lnTo>
                        <a:pt x="15" y="852"/>
                      </a:lnTo>
                      <a:lnTo>
                        <a:pt x="7" y="747"/>
                      </a:lnTo>
                      <a:lnTo>
                        <a:pt x="3" y="691"/>
                      </a:lnTo>
                      <a:lnTo>
                        <a:pt x="1" y="636"/>
                      </a:lnTo>
                      <a:lnTo>
                        <a:pt x="1" y="565"/>
                      </a:lnTo>
                      <a:lnTo>
                        <a:pt x="0" y="484"/>
                      </a:lnTo>
                      <a:lnTo>
                        <a:pt x="0" y="405"/>
                      </a:lnTo>
                      <a:lnTo>
                        <a:pt x="1" y="357"/>
                      </a:lnTo>
                      <a:lnTo>
                        <a:pt x="6" y="275"/>
                      </a:lnTo>
                      <a:lnTo>
                        <a:pt x="8" y="232"/>
                      </a:lnTo>
                      <a:lnTo>
                        <a:pt x="14" y="183"/>
                      </a:lnTo>
                      <a:lnTo>
                        <a:pt x="20" y="155"/>
                      </a:lnTo>
                      <a:lnTo>
                        <a:pt x="27" y="123"/>
                      </a:lnTo>
                      <a:lnTo>
                        <a:pt x="34" y="99"/>
                      </a:lnTo>
                      <a:lnTo>
                        <a:pt x="41" y="74"/>
                      </a:lnTo>
                      <a:lnTo>
                        <a:pt x="74"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272" name="Google Shape;272;p15"/>
              <p:cNvGrpSpPr/>
              <p:nvPr/>
            </p:nvGrpSpPr>
            <p:grpSpPr>
              <a:xfrm>
                <a:off x="2688" y="2670"/>
                <a:ext cx="75" cy="63"/>
                <a:chOff x="4561" y="2155"/>
                <a:chExt cx="130" cy="110"/>
              </a:xfrm>
            </p:grpSpPr>
            <p:grpSp>
              <p:nvGrpSpPr>
                <p:cNvPr id="273" name="Google Shape;273;p15"/>
                <p:cNvGrpSpPr/>
                <p:nvPr/>
              </p:nvGrpSpPr>
              <p:grpSpPr>
                <a:xfrm>
                  <a:off x="4561" y="2155"/>
                  <a:ext cx="130" cy="110"/>
                  <a:chOff x="4561" y="2155"/>
                  <a:chExt cx="130" cy="110"/>
                </a:xfrm>
              </p:grpSpPr>
              <p:sp>
                <p:nvSpPr>
                  <p:cNvPr id="274" name="Google Shape;274;p15"/>
                  <p:cNvSpPr/>
                  <p:nvPr/>
                </p:nvSpPr>
                <p:spPr>
                  <a:xfrm>
                    <a:off x="4629" y="2159"/>
                    <a:ext cx="62" cy="72"/>
                  </a:xfrm>
                  <a:custGeom>
                    <a:rect b="b" l="l" r="r" t="t"/>
                    <a:pathLst>
                      <a:path extrusionOk="0" h="288" w="249">
                        <a:moveTo>
                          <a:pt x="0" y="0"/>
                        </a:moveTo>
                        <a:lnTo>
                          <a:pt x="238" y="90"/>
                        </a:lnTo>
                        <a:lnTo>
                          <a:pt x="246" y="140"/>
                        </a:lnTo>
                        <a:lnTo>
                          <a:pt x="249" y="187"/>
                        </a:lnTo>
                        <a:lnTo>
                          <a:pt x="239" y="241"/>
                        </a:lnTo>
                        <a:lnTo>
                          <a:pt x="218" y="288"/>
                        </a:lnTo>
                        <a:lnTo>
                          <a:pt x="134" y="222"/>
                        </a:lnTo>
                        <a:lnTo>
                          <a:pt x="39" y="202"/>
                        </a:lnTo>
                        <a:lnTo>
                          <a:pt x="0" y="0"/>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75" name="Google Shape;275;p15"/>
                  <p:cNvSpPr/>
                  <p:nvPr/>
                </p:nvSpPr>
                <p:spPr>
                  <a:xfrm>
                    <a:off x="4561" y="2155"/>
                    <a:ext cx="101" cy="110"/>
                  </a:xfrm>
                  <a:custGeom>
                    <a:rect b="b" l="l" r="r" t="t"/>
                    <a:pathLst>
                      <a:path extrusionOk="0" h="441" w="405">
                        <a:moveTo>
                          <a:pt x="386" y="84"/>
                        </a:moveTo>
                        <a:lnTo>
                          <a:pt x="374" y="70"/>
                        </a:lnTo>
                        <a:lnTo>
                          <a:pt x="359" y="58"/>
                        </a:lnTo>
                        <a:lnTo>
                          <a:pt x="341" y="52"/>
                        </a:lnTo>
                        <a:lnTo>
                          <a:pt x="318" y="47"/>
                        </a:lnTo>
                        <a:lnTo>
                          <a:pt x="307" y="39"/>
                        </a:lnTo>
                        <a:lnTo>
                          <a:pt x="291" y="26"/>
                        </a:lnTo>
                        <a:lnTo>
                          <a:pt x="269" y="10"/>
                        </a:lnTo>
                        <a:lnTo>
                          <a:pt x="245" y="1"/>
                        </a:lnTo>
                        <a:lnTo>
                          <a:pt x="233" y="0"/>
                        </a:lnTo>
                        <a:lnTo>
                          <a:pt x="220" y="3"/>
                        </a:lnTo>
                        <a:lnTo>
                          <a:pt x="202" y="10"/>
                        </a:lnTo>
                        <a:lnTo>
                          <a:pt x="187" y="18"/>
                        </a:lnTo>
                        <a:lnTo>
                          <a:pt x="173" y="23"/>
                        </a:lnTo>
                        <a:lnTo>
                          <a:pt x="153" y="27"/>
                        </a:lnTo>
                        <a:lnTo>
                          <a:pt x="122" y="27"/>
                        </a:lnTo>
                        <a:lnTo>
                          <a:pt x="100" y="26"/>
                        </a:lnTo>
                        <a:lnTo>
                          <a:pt x="78" y="21"/>
                        </a:lnTo>
                        <a:lnTo>
                          <a:pt x="57" y="16"/>
                        </a:lnTo>
                        <a:lnTo>
                          <a:pt x="44" y="16"/>
                        </a:lnTo>
                        <a:lnTo>
                          <a:pt x="29" y="20"/>
                        </a:lnTo>
                        <a:lnTo>
                          <a:pt x="15" y="27"/>
                        </a:lnTo>
                        <a:lnTo>
                          <a:pt x="12" y="35"/>
                        </a:lnTo>
                        <a:lnTo>
                          <a:pt x="12" y="44"/>
                        </a:lnTo>
                        <a:lnTo>
                          <a:pt x="13" y="57"/>
                        </a:lnTo>
                        <a:lnTo>
                          <a:pt x="22" y="65"/>
                        </a:lnTo>
                        <a:lnTo>
                          <a:pt x="58" y="68"/>
                        </a:lnTo>
                        <a:lnTo>
                          <a:pt x="88" y="79"/>
                        </a:lnTo>
                        <a:lnTo>
                          <a:pt x="136" y="90"/>
                        </a:lnTo>
                        <a:lnTo>
                          <a:pt x="144" y="94"/>
                        </a:lnTo>
                        <a:lnTo>
                          <a:pt x="152" y="108"/>
                        </a:lnTo>
                        <a:lnTo>
                          <a:pt x="152" y="121"/>
                        </a:lnTo>
                        <a:lnTo>
                          <a:pt x="139" y="160"/>
                        </a:lnTo>
                        <a:lnTo>
                          <a:pt x="122" y="192"/>
                        </a:lnTo>
                        <a:lnTo>
                          <a:pt x="98" y="222"/>
                        </a:lnTo>
                        <a:lnTo>
                          <a:pt x="62" y="254"/>
                        </a:lnTo>
                        <a:lnTo>
                          <a:pt x="36" y="278"/>
                        </a:lnTo>
                        <a:lnTo>
                          <a:pt x="26" y="284"/>
                        </a:lnTo>
                        <a:lnTo>
                          <a:pt x="15" y="292"/>
                        </a:lnTo>
                        <a:lnTo>
                          <a:pt x="6" y="301"/>
                        </a:lnTo>
                        <a:lnTo>
                          <a:pt x="0" y="312"/>
                        </a:lnTo>
                        <a:lnTo>
                          <a:pt x="0" y="322"/>
                        </a:lnTo>
                        <a:lnTo>
                          <a:pt x="4" y="334"/>
                        </a:lnTo>
                        <a:lnTo>
                          <a:pt x="9" y="339"/>
                        </a:lnTo>
                        <a:lnTo>
                          <a:pt x="21" y="341"/>
                        </a:lnTo>
                        <a:lnTo>
                          <a:pt x="35" y="340"/>
                        </a:lnTo>
                        <a:lnTo>
                          <a:pt x="48" y="334"/>
                        </a:lnTo>
                        <a:lnTo>
                          <a:pt x="72" y="312"/>
                        </a:lnTo>
                        <a:lnTo>
                          <a:pt x="117" y="282"/>
                        </a:lnTo>
                        <a:lnTo>
                          <a:pt x="152" y="245"/>
                        </a:lnTo>
                        <a:lnTo>
                          <a:pt x="157" y="240"/>
                        </a:lnTo>
                        <a:lnTo>
                          <a:pt x="162" y="242"/>
                        </a:lnTo>
                        <a:lnTo>
                          <a:pt x="160" y="252"/>
                        </a:lnTo>
                        <a:lnTo>
                          <a:pt x="125" y="291"/>
                        </a:lnTo>
                        <a:lnTo>
                          <a:pt x="113" y="304"/>
                        </a:lnTo>
                        <a:lnTo>
                          <a:pt x="100" y="319"/>
                        </a:lnTo>
                        <a:lnTo>
                          <a:pt x="74" y="340"/>
                        </a:lnTo>
                        <a:lnTo>
                          <a:pt x="60" y="354"/>
                        </a:lnTo>
                        <a:lnTo>
                          <a:pt x="55" y="366"/>
                        </a:lnTo>
                        <a:lnTo>
                          <a:pt x="56" y="379"/>
                        </a:lnTo>
                        <a:lnTo>
                          <a:pt x="62" y="388"/>
                        </a:lnTo>
                        <a:lnTo>
                          <a:pt x="70" y="395"/>
                        </a:lnTo>
                        <a:lnTo>
                          <a:pt x="83" y="397"/>
                        </a:lnTo>
                        <a:lnTo>
                          <a:pt x="97" y="395"/>
                        </a:lnTo>
                        <a:lnTo>
                          <a:pt x="108" y="388"/>
                        </a:lnTo>
                        <a:lnTo>
                          <a:pt x="140" y="357"/>
                        </a:lnTo>
                        <a:lnTo>
                          <a:pt x="161" y="332"/>
                        </a:lnTo>
                        <a:lnTo>
                          <a:pt x="215" y="264"/>
                        </a:lnTo>
                        <a:lnTo>
                          <a:pt x="196" y="292"/>
                        </a:lnTo>
                        <a:lnTo>
                          <a:pt x="188" y="316"/>
                        </a:lnTo>
                        <a:lnTo>
                          <a:pt x="183" y="327"/>
                        </a:lnTo>
                        <a:lnTo>
                          <a:pt x="174" y="349"/>
                        </a:lnTo>
                        <a:lnTo>
                          <a:pt x="151" y="384"/>
                        </a:lnTo>
                        <a:lnTo>
                          <a:pt x="143" y="396"/>
                        </a:lnTo>
                        <a:lnTo>
                          <a:pt x="138" y="408"/>
                        </a:lnTo>
                        <a:lnTo>
                          <a:pt x="137" y="418"/>
                        </a:lnTo>
                        <a:lnTo>
                          <a:pt x="139" y="427"/>
                        </a:lnTo>
                        <a:lnTo>
                          <a:pt x="146" y="436"/>
                        </a:lnTo>
                        <a:lnTo>
                          <a:pt x="155" y="441"/>
                        </a:lnTo>
                        <a:lnTo>
                          <a:pt x="169" y="440"/>
                        </a:lnTo>
                        <a:lnTo>
                          <a:pt x="180" y="436"/>
                        </a:lnTo>
                        <a:lnTo>
                          <a:pt x="223" y="369"/>
                        </a:lnTo>
                        <a:lnTo>
                          <a:pt x="248" y="314"/>
                        </a:lnTo>
                        <a:lnTo>
                          <a:pt x="268" y="271"/>
                        </a:lnTo>
                        <a:lnTo>
                          <a:pt x="271" y="265"/>
                        </a:lnTo>
                        <a:lnTo>
                          <a:pt x="278" y="265"/>
                        </a:lnTo>
                        <a:lnTo>
                          <a:pt x="280" y="270"/>
                        </a:lnTo>
                        <a:lnTo>
                          <a:pt x="277" y="301"/>
                        </a:lnTo>
                        <a:lnTo>
                          <a:pt x="275" y="326"/>
                        </a:lnTo>
                        <a:lnTo>
                          <a:pt x="276" y="358"/>
                        </a:lnTo>
                        <a:lnTo>
                          <a:pt x="276" y="401"/>
                        </a:lnTo>
                        <a:lnTo>
                          <a:pt x="277" y="409"/>
                        </a:lnTo>
                        <a:lnTo>
                          <a:pt x="282" y="417"/>
                        </a:lnTo>
                        <a:lnTo>
                          <a:pt x="290" y="425"/>
                        </a:lnTo>
                        <a:lnTo>
                          <a:pt x="300" y="427"/>
                        </a:lnTo>
                        <a:lnTo>
                          <a:pt x="311" y="426"/>
                        </a:lnTo>
                        <a:lnTo>
                          <a:pt x="318" y="421"/>
                        </a:lnTo>
                        <a:lnTo>
                          <a:pt x="322" y="410"/>
                        </a:lnTo>
                        <a:lnTo>
                          <a:pt x="324" y="386"/>
                        </a:lnTo>
                        <a:lnTo>
                          <a:pt x="321" y="353"/>
                        </a:lnTo>
                        <a:lnTo>
                          <a:pt x="321" y="326"/>
                        </a:lnTo>
                        <a:lnTo>
                          <a:pt x="326" y="282"/>
                        </a:lnTo>
                        <a:lnTo>
                          <a:pt x="329" y="265"/>
                        </a:lnTo>
                        <a:lnTo>
                          <a:pt x="335" y="251"/>
                        </a:lnTo>
                        <a:lnTo>
                          <a:pt x="376" y="188"/>
                        </a:lnTo>
                        <a:lnTo>
                          <a:pt x="404" y="143"/>
                        </a:lnTo>
                        <a:lnTo>
                          <a:pt x="405" y="125"/>
                        </a:lnTo>
                        <a:lnTo>
                          <a:pt x="398" y="103"/>
                        </a:lnTo>
                        <a:lnTo>
                          <a:pt x="386" y="84"/>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76" name="Google Shape;276;p15"/>
                <p:cNvSpPr/>
                <p:nvPr/>
              </p:nvSpPr>
              <p:spPr>
                <a:xfrm>
                  <a:off x="4620" y="2172"/>
                  <a:ext cx="11" cy="21"/>
                </a:xfrm>
                <a:custGeom>
                  <a:rect b="b" l="l" r="r" t="t"/>
                  <a:pathLst>
                    <a:path extrusionOk="0" fill="none" h="26158" w="26685">
                      <a:moveTo>
                        <a:pt x="26198" y="0"/>
                      </a:moveTo>
                      <a:cubicBezTo>
                        <a:pt x="26521" y="1497"/>
                        <a:pt x="26685" y="3025"/>
                        <a:pt x="26685" y="4558"/>
                      </a:cubicBezTo>
                      <a:cubicBezTo>
                        <a:pt x="26685" y="16487"/>
                        <a:pt x="17014" y="26158"/>
                        <a:pt x="5085" y="26158"/>
                      </a:cubicBezTo>
                      <a:cubicBezTo>
                        <a:pt x="3371" y="26158"/>
                        <a:pt x="1664" y="25954"/>
                        <a:pt x="0" y="25550"/>
                      </a:cubicBezTo>
                    </a:path>
                    <a:path extrusionOk="0" h="26158" w="26685">
                      <a:moveTo>
                        <a:pt x="26198" y="0"/>
                      </a:moveTo>
                      <a:cubicBezTo>
                        <a:pt x="26521" y="1497"/>
                        <a:pt x="26685" y="3025"/>
                        <a:pt x="26685" y="4558"/>
                      </a:cubicBezTo>
                      <a:cubicBezTo>
                        <a:pt x="26685" y="16487"/>
                        <a:pt x="17014" y="26158"/>
                        <a:pt x="5085" y="26158"/>
                      </a:cubicBezTo>
                      <a:cubicBezTo>
                        <a:pt x="3371" y="26158"/>
                        <a:pt x="1664" y="25954"/>
                        <a:pt x="0" y="25550"/>
                      </a:cubicBezTo>
                      <a:lnTo>
                        <a:pt x="5085" y="4558"/>
                      </a:lnTo>
                      <a:lnTo>
                        <a:pt x="26198" y="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277" name="Google Shape;277;p15"/>
              <p:cNvGrpSpPr/>
              <p:nvPr/>
            </p:nvGrpSpPr>
            <p:grpSpPr>
              <a:xfrm>
                <a:off x="3015" y="2671"/>
                <a:ext cx="75" cy="63"/>
                <a:chOff x="5128" y="2157"/>
                <a:chExt cx="131" cy="110"/>
              </a:xfrm>
            </p:grpSpPr>
            <p:grpSp>
              <p:nvGrpSpPr>
                <p:cNvPr id="278" name="Google Shape;278;p15"/>
                <p:cNvGrpSpPr/>
                <p:nvPr/>
              </p:nvGrpSpPr>
              <p:grpSpPr>
                <a:xfrm>
                  <a:off x="5128" y="2157"/>
                  <a:ext cx="131" cy="110"/>
                  <a:chOff x="5128" y="2157"/>
                  <a:chExt cx="131" cy="110"/>
                </a:xfrm>
              </p:grpSpPr>
              <p:sp>
                <p:nvSpPr>
                  <p:cNvPr id="279" name="Google Shape;279;p15"/>
                  <p:cNvSpPr/>
                  <p:nvPr/>
                </p:nvSpPr>
                <p:spPr>
                  <a:xfrm>
                    <a:off x="5129" y="2181"/>
                    <a:ext cx="20" cy="62"/>
                  </a:xfrm>
                  <a:custGeom>
                    <a:rect b="b" l="l" r="r" t="t"/>
                    <a:pathLst>
                      <a:path extrusionOk="0" h="248" w="81">
                        <a:moveTo>
                          <a:pt x="14" y="0"/>
                        </a:moveTo>
                        <a:lnTo>
                          <a:pt x="7" y="24"/>
                        </a:lnTo>
                        <a:lnTo>
                          <a:pt x="4" y="46"/>
                        </a:lnTo>
                        <a:lnTo>
                          <a:pt x="0" y="76"/>
                        </a:lnTo>
                        <a:lnTo>
                          <a:pt x="0" y="96"/>
                        </a:lnTo>
                        <a:lnTo>
                          <a:pt x="0" y="119"/>
                        </a:lnTo>
                        <a:lnTo>
                          <a:pt x="6" y="149"/>
                        </a:lnTo>
                        <a:lnTo>
                          <a:pt x="14" y="181"/>
                        </a:lnTo>
                        <a:lnTo>
                          <a:pt x="23" y="203"/>
                        </a:lnTo>
                        <a:lnTo>
                          <a:pt x="32" y="224"/>
                        </a:lnTo>
                        <a:lnTo>
                          <a:pt x="45" y="237"/>
                        </a:lnTo>
                        <a:lnTo>
                          <a:pt x="60" y="246"/>
                        </a:lnTo>
                        <a:lnTo>
                          <a:pt x="73" y="248"/>
                        </a:lnTo>
                        <a:lnTo>
                          <a:pt x="78" y="232"/>
                        </a:lnTo>
                        <a:lnTo>
                          <a:pt x="79" y="219"/>
                        </a:lnTo>
                        <a:lnTo>
                          <a:pt x="81" y="197"/>
                        </a:lnTo>
                        <a:lnTo>
                          <a:pt x="81" y="177"/>
                        </a:lnTo>
                        <a:lnTo>
                          <a:pt x="76" y="126"/>
                        </a:lnTo>
                        <a:lnTo>
                          <a:pt x="45" y="14"/>
                        </a:lnTo>
                        <a:lnTo>
                          <a:pt x="28" y="2"/>
                        </a:lnTo>
                        <a:lnTo>
                          <a:pt x="14" y="0"/>
                        </a:lnTo>
                        <a:close/>
                      </a:path>
                    </a:pathLst>
                  </a:custGeom>
                  <a:solidFill>
                    <a:srgbClr val="20202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280" name="Google Shape;280;p15"/>
                  <p:cNvGrpSpPr/>
                  <p:nvPr/>
                </p:nvGrpSpPr>
                <p:grpSpPr>
                  <a:xfrm>
                    <a:off x="5128" y="2157"/>
                    <a:ext cx="131" cy="110"/>
                    <a:chOff x="5128" y="2157"/>
                    <a:chExt cx="131" cy="110"/>
                  </a:xfrm>
                </p:grpSpPr>
                <p:sp>
                  <p:nvSpPr>
                    <p:cNvPr id="281" name="Google Shape;281;p15"/>
                    <p:cNvSpPr/>
                    <p:nvPr/>
                  </p:nvSpPr>
                  <p:spPr>
                    <a:xfrm>
                      <a:off x="5128" y="2161"/>
                      <a:ext cx="63" cy="72"/>
                    </a:xfrm>
                    <a:custGeom>
                      <a:rect b="b" l="l" r="r" t="t"/>
                      <a:pathLst>
                        <a:path extrusionOk="0" h="288" w="249">
                          <a:moveTo>
                            <a:pt x="249" y="0"/>
                          </a:moveTo>
                          <a:lnTo>
                            <a:pt x="12" y="89"/>
                          </a:lnTo>
                          <a:lnTo>
                            <a:pt x="4" y="140"/>
                          </a:lnTo>
                          <a:lnTo>
                            <a:pt x="0" y="187"/>
                          </a:lnTo>
                          <a:lnTo>
                            <a:pt x="11" y="241"/>
                          </a:lnTo>
                          <a:lnTo>
                            <a:pt x="32" y="288"/>
                          </a:lnTo>
                          <a:lnTo>
                            <a:pt x="116" y="222"/>
                          </a:lnTo>
                          <a:lnTo>
                            <a:pt x="211" y="202"/>
                          </a:lnTo>
                          <a:lnTo>
                            <a:pt x="249" y="0"/>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2" name="Google Shape;282;p15"/>
                    <p:cNvSpPr/>
                    <p:nvPr/>
                  </p:nvSpPr>
                  <p:spPr>
                    <a:xfrm>
                      <a:off x="5158" y="2157"/>
                      <a:ext cx="101" cy="110"/>
                    </a:xfrm>
                    <a:custGeom>
                      <a:rect b="b" l="l" r="r" t="t"/>
                      <a:pathLst>
                        <a:path extrusionOk="0" h="441" w="405">
                          <a:moveTo>
                            <a:pt x="20" y="84"/>
                          </a:moveTo>
                          <a:lnTo>
                            <a:pt x="32" y="70"/>
                          </a:lnTo>
                          <a:lnTo>
                            <a:pt x="47" y="58"/>
                          </a:lnTo>
                          <a:lnTo>
                            <a:pt x="64" y="52"/>
                          </a:lnTo>
                          <a:lnTo>
                            <a:pt x="88" y="47"/>
                          </a:lnTo>
                          <a:lnTo>
                            <a:pt x="98" y="39"/>
                          </a:lnTo>
                          <a:lnTo>
                            <a:pt x="115" y="26"/>
                          </a:lnTo>
                          <a:lnTo>
                            <a:pt x="137" y="10"/>
                          </a:lnTo>
                          <a:lnTo>
                            <a:pt x="160" y="1"/>
                          </a:lnTo>
                          <a:lnTo>
                            <a:pt x="173" y="0"/>
                          </a:lnTo>
                          <a:lnTo>
                            <a:pt x="186" y="2"/>
                          </a:lnTo>
                          <a:lnTo>
                            <a:pt x="203" y="10"/>
                          </a:lnTo>
                          <a:lnTo>
                            <a:pt x="219" y="18"/>
                          </a:lnTo>
                          <a:lnTo>
                            <a:pt x="233" y="23"/>
                          </a:lnTo>
                          <a:lnTo>
                            <a:pt x="252" y="27"/>
                          </a:lnTo>
                          <a:lnTo>
                            <a:pt x="284" y="27"/>
                          </a:lnTo>
                          <a:lnTo>
                            <a:pt x="305" y="26"/>
                          </a:lnTo>
                          <a:lnTo>
                            <a:pt x="327" y="21"/>
                          </a:lnTo>
                          <a:lnTo>
                            <a:pt x="348" y="15"/>
                          </a:lnTo>
                          <a:lnTo>
                            <a:pt x="361" y="15"/>
                          </a:lnTo>
                          <a:lnTo>
                            <a:pt x="376" y="19"/>
                          </a:lnTo>
                          <a:lnTo>
                            <a:pt x="390" y="27"/>
                          </a:lnTo>
                          <a:lnTo>
                            <a:pt x="394" y="35"/>
                          </a:lnTo>
                          <a:lnTo>
                            <a:pt x="394" y="44"/>
                          </a:lnTo>
                          <a:lnTo>
                            <a:pt x="393" y="57"/>
                          </a:lnTo>
                          <a:lnTo>
                            <a:pt x="383" y="65"/>
                          </a:lnTo>
                          <a:lnTo>
                            <a:pt x="347" y="67"/>
                          </a:lnTo>
                          <a:lnTo>
                            <a:pt x="318" y="79"/>
                          </a:lnTo>
                          <a:lnTo>
                            <a:pt x="270" y="89"/>
                          </a:lnTo>
                          <a:lnTo>
                            <a:pt x="262" y="93"/>
                          </a:lnTo>
                          <a:lnTo>
                            <a:pt x="254" y="108"/>
                          </a:lnTo>
                          <a:lnTo>
                            <a:pt x="254" y="121"/>
                          </a:lnTo>
                          <a:lnTo>
                            <a:pt x="266" y="160"/>
                          </a:lnTo>
                          <a:lnTo>
                            <a:pt x="284" y="192"/>
                          </a:lnTo>
                          <a:lnTo>
                            <a:pt x="307" y="222"/>
                          </a:lnTo>
                          <a:lnTo>
                            <a:pt x="344" y="254"/>
                          </a:lnTo>
                          <a:lnTo>
                            <a:pt x="369" y="278"/>
                          </a:lnTo>
                          <a:lnTo>
                            <a:pt x="380" y="284"/>
                          </a:lnTo>
                          <a:lnTo>
                            <a:pt x="390" y="292"/>
                          </a:lnTo>
                          <a:lnTo>
                            <a:pt x="400" y="301"/>
                          </a:lnTo>
                          <a:lnTo>
                            <a:pt x="405" y="311"/>
                          </a:lnTo>
                          <a:lnTo>
                            <a:pt x="405" y="322"/>
                          </a:lnTo>
                          <a:lnTo>
                            <a:pt x="402" y="332"/>
                          </a:lnTo>
                          <a:lnTo>
                            <a:pt x="396" y="337"/>
                          </a:lnTo>
                          <a:lnTo>
                            <a:pt x="384" y="341"/>
                          </a:lnTo>
                          <a:lnTo>
                            <a:pt x="370" y="340"/>
                          </a:lnTo>
                          <a:lnTo>
                            <a:pt x="358" y="332"/>
                          </a:lnTo>
                          <a:lnTo>
                            <a:pt x="333" y="311"/>
                          </a:lnTo>
                          <a:lnTo>
                            <a:pt x="289" y="282"/>
                          </a:lnTo>
                          <a:lnTo>
                            <a:pt x="254" y="245"/>
                          </a:lnTo>
                          <a:lnTo>
                            <a:pt x="249" y="240"/>
                          </a:lnTo>
                          <a:lnTo>
                            <a:pt x="243" y="241"/>
                          </a:lnTo>
                          <a:lnTo>
                            <a:pt x="245" y="252"/>
                          </a:lnTo>
                          <a:lnTo>
                            <a:pt x="280" y="291"/>
                          </a:lnTo>
                          <a:lnTo>
                            <a:pt x="292" y="304"/>
                          </a:lnTo>
                          <a:lnTo>
                            <a:pt x="305" y="319"/>
                          </a:lnTo>
                          <a:lnTo>
                            <a:pt x="332" y="340"/>
                          </a:lnTo>
                          <a:lnTo>
                            <a:pt x="346" y="354"/>
                          </a:lnTo>
                          <a:lnTo>
                            <a:pt x="351" y="366"/>
                          </a:lnTo>
                          <a:lnTo>
                            <a:pt x="349" y="379"/>
                          </a:lnTo>
                          <a:lnTo>
                            <a:pt x="344" y="388"/>
                          </a:lnTo>
                          <a:lnTo>
                            <a:pt x="335" y="394"/>
                          </a:lnTo>
                          <a:lnTo>
                            <a:pt x="323" y="397"/>
                          </a:lnTo>
                          <a:lnTo>
                            <a:pt x="308" y="394"/>
                          </a:lnTo>
                          <a:lnTo>
                            <a:pt x="298" y="388"/>
                          </a:lnTo>
                          <a:lnTo>
                            <a:pt x="265" y="357"/>
                          </a:lnTo>
                          <a:lnTo>
                            <a:pt x="244" y="331"/>
                          </a:lnTo>
                          <a:lnTo>
                            <a:pt x="190" y="263"/>
                          </a:lnTo>
                          <a:lnTo>
                            <a:pt x="209" y="292"/>
                          </a:lnTo>
                          <a:lnTo>
                            <a:pt x="217" y="315"/>
                          </a:lnTo>
                          <a:lnTo>
                            <a:pt x="222" y="327"/>
                          </a:lnTo>
                          <a:lnTo>
                            <a:pt x="231" y="349"/>
                          </a:lnTo>
                          <a:lnTo>
                            <a:pt x="255" y="384"/>
                          </a:lnTo>
                          <a:lnTo>
                            <a:pt x="263" y="396"/>
                          </a:lnTo>
                          <a:lnTo>
                            <a:pt x="268" y="407"/>
                          </a:lnTo>
                          <a:lnTo>
                            <a:pt x="269" y="418"/>
                          </a:lnTo>
                          <a:lnTo>
                            <a:pt x="266" y="427"/>
                          </a:lnTo>
                          <a:lnTo>
                            <a:pt x="259" y="436"/>
                          </a:lnTo>
                          <a:lnTo>
                            <a:pt x="250" y="441"/>
                          </a:lnTo>
                          <a:lnTo>
                            <a:pt x="236" y="440"/>
                          </a:lnTo>
                          <a:lnTo>
                            <a:pt x="226" y="436"/>
                          </a:lnTo>
                          <a:lnTo>
                            <a:pt x="182" y="369"/>
                          </a:lnTo>
                          <a:lnTo>
                            <a:pt x="158" y="314"/>
                          </a:lnTo>
                          <a:lnTo>
                            <a:pt x="138" y="271"/>
                          </a:lnTo>
                          <a:lnTo>
                            <a:pt x="134" y="265"/>
                          </a:lnTo>
                          <a:lnTo>
                            <a:pt x="127" y="265"/>
                          </a:lnTo>
                          <a:lnTo>
                            <a:pt x="125" y="270"/>
                          </a:lnTo>
                          <a:lnTo>
                            <a:pt x="129" y="301"/>
                          </a:lnTo>
                          <a:lnTo>
                            <a:pt x="131" y="326"/>
                          </a:lnTo>
                          <a:lnTo>
                            <a:pt x="130" y="358"/>
                          </a:lnTo>
                          <a:lnTo>
                            <a:pt x="130" y="401"/>
                          </a:lnTo>
                          <a:lnTo>
                            <a:pt x="129" y="409"/>
                          </a:lnTo>
                          <a:lnTo>
                            <a:pt x="124" y="417"/>
                          </a:lnTo>
                          <a:lnTo>
                            <a:pt x="116" y="424"/>
                          </a:lnTo>
                          <a:lnTo>
                            <a:pt x="105" y="427"/>
                          </a:lnTo>
                          <a:lnTo>
                            <a:pt x="95" y="426"/>
                          </a:lnTo>
                          <a:lnTo>
                            <a:pt x="88" y="420"/>
                          </a:lnTo>
                          <a:lnTo>
                            <a:pt x="83" y="410"/>
                          </a:lnTo>
                          <a:lnTo>
                            <a:pt x="82" y="385"/>
                          </a:lnTo>
                          <a:lnTo>
                            <a:pt x="84" y="353"/>
                          </a:lnTo>
                          <a:lnTo>
                            <a:pt x="84" y="326"/>
                          </a:lnTo>
                          <a:lnTo>
                            <a:pt x="80" y="282"/>
                          </a:lnTo>
                          <a:lnTo>
                            <a:pt x="76" y="265"/>
                          </a:lnTo>
                          <a:lnTo>
                            <a:pt x="70" y="250"/>
                          </a:lnTo>
                          <a:lnTo>
                            <a:pt x="29" y="188"/>
                          </a:lnTo>
                          <a:lnTo>
                            <a:pt x="1" y="143"/>
                          </a:lnTo>
                          <a:lnTo>
                            <a:pt x="0" y="124"/>
                          </a:lnTo>
                          <a:lnTo>
                            <a:pt x="7" y="102"/>
                          </a:lnTo>
                          <a:lnTo>
                            <a:pt x="20" y="84"/>
                          </a:lnTo>
                          <a:close/>
                        </a:path>
                      </a:pathLst>
                    </a:custGeom>
                    <a:solidFill>
                      <a:srgbClr val="FFC08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sp>
              <p:nvSpPr>
                <p:cNvPr id="283" name="Google Shape;283;p15"/>
                <p:cNvSpPr/>
                <p:nvPr/>
              </p:nvSpPr>
              <p:spPr>
                <a:xfrm>
                  <a:off x="5187" y="2173"/>
                  <a:ext cx="11" cy="21"/>
                </a:xfrm>
                <a:custGeom>
                  <a:rect b="b" l="l" r="r" t="t"/>
                  <a:pathLst>
                    <a:path extrusionOk="0" fill="none" h="25720" w="26685">
                      <a:moveTo>
                        <a:pt x="26684" y="25112"/>
                      </a:moveTo>
                      <a:cubicBezTo>
                        <a:pt x="25020" y="25516"/>
                        <a:pt x="23313" y="25719"/>
                        <a:pt x="21600" y="25720"/>
                      </a:cubicBezTo>
                      <a:cubicBezTo>
                        <a:pt x="9670" y="25720"/>
                        <a:pt x="0" y="16049"/>
                        <a:pt x="0" y="4120"/>
                      </a:cubicBezTo>
                      <a:cubicBezTo>
                        <a:pt x="-1" y="2737"/>
                        <a:pt x="132" y="1357"/>
                        <a:pt x="396" y="0"/>
                      </a:cubicBezTo>
                    </a:path>
                    <a:path extrusionOk="0" h="25720" w="26685">
                      <a:moveTo>
                        <a:pt x="26684" y="25112"/>
                      </a:moveTo>
                      <a:cubicBezTo>
                        <a:pt x="25020" y="25516"/>
                        <a:pt x="23313" y="25719"/>
                        <a:pt x="21600" y="25720"/>
                      </a:cubicBezTo>
                      <a:cubicBezTo>
                        <a:pt x="9670" y="25720"/>
                        <a:pt x="0" y="16049"/>
                        <a:pt x="0" y="4120"/>
                      </a:cubicBezTo>
                      <a:cubicBezTo>
                        <a:pt x="-1" y="2737"/>
                        <a:pt x="132" y="1357"/>
                        <a:pt x="396" y="0"/>
                      </a:cubicBezTo>
                      <a:lnTo>
                        <a:pt x="21600" y="4120"/>
                      </a:lnTo>
                      <a:lnTo>
                        <a:pt x="26684" y="25112"/>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284" name="Google Shape;284;p15"/>
              <p:cNvCxnSpPr/>
              <p:nvPr/>
            </p:nvCxnSpPr>
            <p:spPr>
              <a:xfrm>
                <a:off x="2814" y="2532"/>
                <a:ext cx="15" cy="5"/>
              </a:xfrm>
              <a:prstGeom prst="straightConnector1">
                <a:avLst/>
              </a:prstGeom>
              <a:noFill/>
              <a:ln cap="flat" cmpd="sng" w="9525">
                <a:solidFill>
                  <a:srgbClr val="000000"/>
                </a:solidFill>
                <a:prstDash val="solid"/>
                <a:round/>
                <a:headEnd len="med" w="med" type="none"/>
                <a:tailEnd len="med" w="med" type="none"/>
              </a:ln>
            </p:spPr>
          </p:cxnSp>
          <p:cxnSp>
            <p:nvCxnSpPr>
              <p:cNvPr id="285" name="Google Shape;285;p15"/>
              <p:cNvCxnSpPr/>
              <p:nvPr/>
            </p:nvCxnSpPr>
            <p:spPr>
              <a:xfrm flipH="1" rot="10800000">
                <a:off x="2947" y="2541"/>
                <a:ext cx="15" cy="3"/>
              </a:xfrm>
              <a:prstGeom prst="straightConnector1">
                <a:avLst/>
              </a:prstGeom>
              <a:noFill/>
              <a:ln cap="flat" cmpd="sng" w="9525">
                <a:solidFill>
                  <a:srgbClr val="000000"/>
                </a:solidFill>
                <a:prstDash val="solid"/>
                <a:round/>
                <a:headEnd len="med" w="med" type="none"/>
                <a:tailEnd len="med" w="med" type="none"/>
              </a:ln>
            </p:spPr>
          </p:cxnSp>
          <p:cxnSp>
            <p:nvCxnSpPr>
              <p:cNvPr id="286" name="Google Shape;286;p15"/>
              <p:cNvCxnSpPr/>
              <p:nvPr/>
            </p:nvCxnSpPr>
            <p:spPr>
              <a:xfrm>
                <a:off x="2842" y="2465"/>
                <a:ext cx="9" cy="11"/>
              </a:xfrm>
              <a:prstGeom prst="straightConnector1">
                <a:avLst/>
              </a:prstGeom>
              <a:noFill/>
              <a:ln cap="flat" cmpd="sng" w="9525">
                <a:solidFill>
                  <a:srgbClr val="000000"/>
                </a:solidFill>
                <a:prstDash val="solid"/>
                <a:round/>
                <a:headEnd len="med" w="med" type="none"/>
                <a:tailEnd len="med" w="med" type="none"/>
              </a:ln>
            </p:spPr>
          </p:cxnSp>
          <p:cxnSp>
            <p:nvCxnSpPr>
              <p:cNvPr id="287" name="Google Shape;287;p15"/>
              <p:cNvCxnSpPr/>
              <p:nvPr/>
            </p:nvCxnSpPr>
            <p:spPr>
              <a:xfrm flipH="1">
                <a:off x="2926" y="2469"/>
                <a:ext cx="8" cy="9"/>
              </a:xfrm>
              <a:prstGeom prst="straightConnector1">
                <a:avLst/>
              </a:prstGeom>
              <a:noFill/>
              <a:ln cap="flat" cmpd="sng" w="9525">
                <a:solidFill>
                  <a:srgbClr val="000000"/>
                </a:solidFill>
                <a:prstDash val="solid"/>
                <a:round/>
                <a:headEnd len="med" w="med" type="none"/>
                <a:tailEnd len="med" w="med" type="none"/>
              </a:ln>
            </p:spPr>
          </p:cxnSp>
          <p:cxnSp>
            <p:nvCxnSpPr>
              <p:cNvPr id="288" name="Google Shape;288;p15"/>
              <p:cNvCxnSpPr/>
              <p:nvPr/>
            </p:nvCxnSpPr>
            <p:spPr>
              <a:xfrm>
                <a:off x="2888" y="2452"/>
                <a:ext cx="1" cy="16"/>
              </a:xfrm>
              <a:prstGeom prst="straightConnector1">
                <a:avLst/>
              </a:prstGeom>
              <a:noFill/>
              <a:ln cap="flat" cmpd="sng" w="9525">
                <a:solidFill>
                  <a:srgbClr val="000000"/>
                </a:solidFill>
                <a:prstDash val="solid"/>
                <a:round/>
                <a:headEnd len="med" w="med" type="none"/>
                <a:tailEnd len="med" w="med" type="none"/>
              </a:ln>
            </p:spPr>
          </p:cxnSp>
          <p:cxnSp>
            <p:nvCxnSpPr>
              <p:cNvPr id="289" name="Google Shape;289;p15"/>
              <p:cNvCxnSpPr/>
              <p:nvPr/>
            </p:nvCxnSpPr>
            <p:spPr>
              <a:xfrm>
                <a:off x="2822" y="2498"/>
                <a:ext cx="12" cy="4"/>
              </a:xfrm>
              <a:prstGeom prst="straightConnector1">
                <a:avLst/>
              </a:prstGeom>
              <a:noFill/>
              <a:ln cap="flat" cmpd="sng" w="9525">
                <a:solidFill>
                  <a:srgbClr val="000000"/>
                </a:solidFill>
                <a:prstDash val="solid"/>
                <a:round/>
                <a:headEnd len="med" w="med" type="none"/>
                <a:tailEnd len="med" w="med" type="none"/>
              </a:ln>
            </p:spPr>
          </p:cxnSp>
          <p:cxnSp>
            <p:nvCxnSpPr>
              <p:cNvPr id="290" name="Google Shape;290;p15"/>
              <p:cNvCxnSpPr/>
              <p:nvPr/>
            </p:nvCxnSpPr>
            <p:spPr>
              <a:xfrm flipH="1">
                <a:off x="2949" y="2502"/>
                <a:ext cx="11" cy="2"/>
              </a:xfrm>
              <a:prstGeom prst="straightConnector1">
                <a:avLst/>
              </a:prstGeom>
              <a:noFill/>
              <a:ln cap="flat" cmpd="sng" w="9525">
                <a:solidFill>
                  <a:srgbClr val="000000"/>
                </a:solidFill>
                <a:prstDash val="solid"/>
                <a:round/>
                <a:headEnd len="med" w="med" type="none"/>
                <a:tailEnd len="med" w="med" type="none"/>
              </a:ln>
            </p:spPr>
          </p:cxnSp>
          <p:cxnSp>
            <p:nvCxnSpPr>
              <p:cNvPr id="291" name="Google Shape;291;p15"/>
              <p:cNvCxnSpPr/>
              <p:nvPr/>
            </p:nvCxnSpPr>
            <p:spPr>
              <a:xfrm flipH="1">
                <a:off x="2823" y="2573"/>
                <a:ext cx="11" cy="3"/>
              </a:xfrm>
              <a:prstGeom prst="straightConnector1">
                <a:avLst/>
              </a:prstGeom>
              <a:noFill/>
              <a:ln cap="flat" cmpd="sng" w="9525">
                <a:solidFill>
                  <a:srgbClr val="000000"/>
                </a:solidFill>
                <a:prstDash val="solid"/>
                <a:round/>
                <a:headEnd len="med" w="med" type="none"/>
                <a:tailEnd len="med" w="med" type="none"/>
              </a:ln>
            </p:spPr>
          </p:cxnSp>
          <p:cxnSp>
            <p:nvCxnSpPr>
              <p:cNvPr id="292" name="Google Shape;292;p15"/>
              <p:cNvCxnSpPr/>
              <p:nvPr/>
            </p:nvCxnSpPr>
            <p:spPr>
              <a:xfrm>
                <a:off x="2945" y="2572"/>
                <a:ext cx="14" cy="4"/>
              </a:xfrm>
              <a:prstGeom prst="straightConnector1">
                <a:avLst/>
              </a:prstGeom>
              <a:noFill/>
              <a:ln cap="flat" cmpd="sng" w="9525">
                <a:solidFill>
                  <a:srgbClr val="000000"/>
                </a:solidFill>
                <a:prstDash val="solid"/>
                <a:round/>
                <a:headEnd len="med" w="med" type="none"/>
                <a:tailEnd len="med" w="med" type="none"/>
              </a:ln>
            </p:spPr>
          </p:cxnSp>
        </p:grpSp>
        <p:pic>
          <p:nvPicPr>
            <p:cNvPr descr="D:\_tmp\3.gif" id="293" name="Google Shape;293;p15"/>
            <p:cNvPicPr preferRelativeResize="0"/>
            <p:nvPr/>
          </p:nvPicPr>
          <p:blipFill rotWithShape="1">
            <a:blip r:embed="rId3">
              <a:alphaModFix/>
            </a:blip>
            <a:srcRect b="0" l="0" r="0" t="0"/>
            <a:stretch/>
          </p:blipFill>
          <p:spPr>
            <a:xfrm>
              <a:off x="1152" y="2544"/>
              <a:ext cx="1008" cy="756"/>
            </a:xfrm>
            <a:prstGeom prst="rect">
              <a:avLst/>
            </a:prstGeom>
            <a:noFill/>
            <a:ln>
              <a:noFill/>
            </a:ln>
          </p:spPr>
        </p:pic>
        <p:pic>
          <p:nvPicPr>
            <p:cNvPr descr="D:\_tmp\1.gif" id="294" name="Google Shape;294;p15"/>
            <p:cNvPicPr preferRelativeResize="0"/>
            <p:nvPr/>
          </p:nvPicPr>
          <p:blipFill rotWithShape="1">
            <a:blip r:embed="rId4">
              <a:alphaModFix/>
            </a:blip>
            <a:srcRect b="0" l="0" r="0" t="0"/>
            <a:stretch/>
          </p:blipFill>
          <p:spPr>
            <a:xfrm>
              <a:off x="3552" y="2544"/>
              <a:ext cx="768" cy="576"/>
            </a:xfrm>
            <a:prstGeom prst="rect">
              <a:avLst/>
            </a:prstGeom>
            <a:noFill/>
            <a:ln>
              <a:noFill/>
            </a:ln>
          </p:spPr>
        </p:pic>
      </p:grpSp>
      <p:grpSp>
        <p:nvGrpSpPr>
          <p:cNvPr id="295" name="Google Shape;295;p15"/>
          <p:cNvGrpSpPr/>
          <p:nvPr/>
        </p:nvGrpSpPr>
        <p:grpSpPr>
          <a:xfrm>
            <a:off x="838200" y="1981199"/>
            <a:ext cx="6781800" cy="2085181"/>
            <a:chOff x="528" y="624"/>
            <a:chExt cx="4656" cy="1680"/>
          </a:xfrm>
        </p:grpSpPr>
        <p:pic>
          <p:nvPicPr>
            <p:cNvPr descr="C:\DVD\Giao_Trinh\GIS\Gis_PPT\Images\geo.gif" id="296" name="Google Shape;296;p15"/>
            <p:cNvPicPr preferRelativeResize="0"/>
            <p:nvPr/>
          </p:nvPicPr>
          <p:blipFill rotWithShape="1">
            <a:blip r:embed="rId5">
              <a:alphaModFix/>
            </a:blip>
            <a:srcRect b="0" l="0" r="0" t="0"/>
            <a:stretch/>
          </p:blipFill>
          <p:spPr>
            <a:xfrm>
              <a:off x="3936" y="786"/>
              <a:ext cx="1104" cy="909"/>
            </a:xfrm>
            <a:prstGeom prst="rect">
              <a:avLst/>
            </a:prstGeom>
            <a:noFill/>
            <a:ln>
              <a:noFill/>
            </a:ln>
          </p:spPr>
        </p:pic>
        <p:sp>
          <p:nvSpPr>
            <p:cNvPr id="297" name="Google Shape;297;p15"/>
            <p:cNvSpPr txBox="1"/>
            <p:nvPr/>
          </p:nvSpPr>
          <p:spPr>
            <a:xfrm>
              <a:off x="1236" y="1996"/>
              <a:ext cx="12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folHlink"/>
                </a:buClr>
                <a:buSzPts val="1600"/>
                <a:buFont typeface="Noto Sans Symbols"/>
                <a:buNone/>
              </a:pPr>
              <a:r>
                <a:rPr lang="en-US" sz="1600">
                  <a:solidFill>
                    <a:schemeClr val="dk1"/>
                  </a:solidFill>
                  <a:latin typeface="Tahoma"/>
                  <a:ea typeface="Tahoma"/>
                  <a:cs typeface="Tahoma"/>
                  <a:sym typeface="Tahoma"/>
                </a:rPr>
                <a:t>Thế giới thực</a:t>
              </a:r>
              <a:endParaRPr/>
            </a:p>
          </p:txBody>
        </p:sp>
        <p:sp>
          <p:nvSpPr>
            <p:cNvPr id="298" name="Google Shape;298;p15"/>
            <p:cNvSpPr txBox="1"/>
            <p:nvPr/>
          </p:nvSpPr>
          <p:spPr>
            <a:xfrm>
              <a:off x="3888" y="1728"/>
              <a:ext cx="1296" cy="3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folHlink"/>
                </a:buClr>
                <a:buSzPts val="1600"/>
                <a:buFont typeface="Noto Sans Symbols"/>
                <a:buNone/>
              </a:pPr>
              <a:r>
                <a:rPr lang="en-US" sz="1600">
                  <a:solidFill>
                    <a:schemeClr val="dk1"/>
                  </a:solidFill>
                  <a:latin typeface="Tahoma"/>
                  <a:ea typeface="Tahoma"/>
                  <a:cs typeface="Tahoma"/>
                  <a:sym typeface="Tahoma"/>
                </a:rPr>
                <a:t>Mô hình: Quả địa cầu học sinh</a:t>
              </a:r>
              <a:endParaRPr/>
            </a:p>
          </p:txBody>
        </p:sp>
        <p:pic>
          <p:nvPicPr>
            <p:cNvPr descr="C:\DVD\Giao_Trinh\GIS\Gis_PPT\Images\3dfx.gif" id="299" name="Google Shape;299;p15"/>
            <p:cNvPicPr preferRelativeResize="0"/>
            <p:nvPr/>
          </p:nvPicPr>
          <p:blipFill rotWithShape="1">
            <a:blip r:embed="rId6">
              <a:alphaModFix/>
            </a:blip>
            <a:srcRect b="0" l="0" r="0" t="0"/>
            <a:stretch/>
          </p:blipFill>
          <p:spPr>
            <a:xfrm>
              <a:off x="912" y="624"/>
              <a:ext cx="1824" cy="1368"/>
            </a:xfrm>
            <a:prstGeom prst="rect">
              <a:avLst/>
            </a:prstGeom>
            <a:noFill/>
            <a:ln>
              <a:noFill/>
            </a:ln>
          </p:spPr>
        </p:pic>
        <p:sp>
          <p:nvSpPr>
            <p:cNvPr id="300" name="Google Shape;300;p15"/>
            <p:cNvSpPr/>
            <p:nvPr/>
          </p:nvSpPr>
          <p:spPr>
            <a:xfrm>
              <a:off x="2880" y="1134"/>
              <a:ext cx="720" cy="372"/>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01" name="Google Shape;301;p15"/>
            <p:cNvCxnSpPr/>
            <p:nvPr/>
          </p:nvCxnSpPr>
          <p:spPr>
            <a:xfrm>
              <a:off x="528" y="2304"/>
              <a:ext cx="4656" cy="0"/>
            </a:xfrm>
            <a:prstGeom prst="straightConnector1">
              <a:avLst/>
            </a:prstGeom>
            <a:noFill/>
            <a:ln cap="flat" cmpd="dbl" w="38100">
              <a:solidFill>
                <a:schemeClr val="folHlink"/>
              </a:solidFill>
              <a:prstDash val="solid"/>
              <a:round/>
              <a:headEnd len="med" w="med" type="none"/>
              <a:tailEnd len="med" w="med" type="none"/>
            </a:ln>
          </p:spPr>
        </p:cxn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Mô hình hóa nghiệp vụ</a:t>
            </a:r>
            <a:endParaRPr/>
          </a:p>
        </p:txBody>
      </p:sp>
      <p:sp>
        <p:nvSpPr>
          <p:cNvPr id="307" name="Google Shape;307;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Cách tiếp cận chính thống và hiệu quả để nắm bắt các yêu cầu cho việc xây dựng các công cụ và hệ thống hỗ trợ nghiệp vụ. </a:t>
            </a:r>
            <a:endParaRPr/>
          </a:p>
          <a:p>
            <a:pPr indent="-274320" lvl="0" marL="274320" rtl="0" algn="l">
              <a:spcBef>
                <a:spcPts val="520"/>
              </a:spcBef>
              <a:spcAft>
                <a:spcPts val="0"/>
              </a:spcAft>
              <a:buSzPts val="2470"/>
              <a:buChar char="⚫"/>
            </a:pPr>
            <a:r>
              <a:rPr lang="en-US"/>
              <a:t>Nó giúp </a:t>
            </a:r>
            <a:r>
              <a:rPr lang="en-US"/>
              <a:t>chúng</a:t>
            </a:r>
            <a:r>
              <a:rPr lang="en-US"/>
              <a:t> ta hiểu chính xác về quy trình nghiệp vụ và là cơ sở cho tính chính đúng đắn của hệ thống xây dựng lên.</a:t>
            </a:r>
            <a:endParaRPr/>
          </a:p>
          <a:p>
            <a:pPr indent="-274320" lvl="0" marL="274320" rtl="0" algn="l">
              <a:spcBef>
                <a:spcPts val="520"/>
              </a:spcBef>
              <a:spcAft>
                <a:spcPts val="0"/>
              </a:spcAft>
              <a:buSzPts val="2470"/>
              <a:buNone/>
            </a:pPr>
            <a:r>
              <a:t/>
            </a:r>
            <a:endParaRPr/>
          </a:p>
        </p:txBody>
      </p:sp>
      <p:sp>
        <p:nvSpPr>
          <p:cNvPr id="308" name="Google Shape;308;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7"/>
          <p:cNvSpPr txBox="1"/>
          <p:nvPr>
            <p:ph idx="1" type="body"/>
          </p:nvPr>
        </p:nvSpPr>
        <p:spPr>
          <a:xfrm>
            <a:off x="457200" y="762000"/>
            <a:ext cx="8229600" cy="5562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Mục đích của mô hình hóa nghiệp vụ:</a:t>
            </a:r>
            <a:endParaRPr/>
          </a:p>
          <a:p>
            <a:pPr indent="-246888" lvl="1" marL="640080" rtl="0" algn="l">
              <a:spcBef>
                <a:spcPts val="480"/>
              </a:spcBef>
              <a:spcAft>
                <a:spcPts val="0"/>
              </a:spcAft>
              <a:buSzPts val="2040"/>
              <a:buChar char="⚫"/>
            </a:pPr>
            <a:r>
              <a:rPr lang="en-US"/>
              <a:t>Để hiểu được cấu trúc và khía cạnh động của tổ chức trong hệ thống được triển khai</a:t>
            </a:r>
            <a:endParaRPr/>
          </a:p>
          <a:p>
            <a:pPr indent="-246888" lvl="1" marL="640080" rtl="0" algn="l">
              <a:spcBef>
                <a:spcPts val="480"/>
              </a:spcBef>
              <a:spcAft>
                <a:spcPts val="0"/>
              </a:spcAft>
              <a:buSzPts val="2040"/>
              <a:buChar char="⚫"/>
            </a:pPr>
            <a:r>
              <a:rPr lang="en-US"/>
              <a:t>Để hiểu được vấn đề thực tại của tổ chức, xác định các cải tiến nhằm nâng cao hiệu quả của tổ chức</a:t>
            </a:r>
            <a:endParaRPr/>
          </a:p>
          <a:p>
            <a:pPr indent="-246888" lvl="1" marL="640080" rtl="0" algn="l">
              <a:spcBef>
                <a:spcPts val="480"/>
              </a:spcBef>
              <a:spcAft>
                <a:spcPts val="0"/>
              </a:spcAft>
              <a:buSzPts val="2040"/>
              <a:buChar char="⚫"/>
            </a:pPr>
            <a:r>
              <a:rPr lang="en-US"/>
              <a:t>Để đảm bảo cái hiểu thống nhất về tổ chức giữa khách hàng, người dùng cuối và người phát triển.</a:t>
            </a:r>
            <a:endParaRPr/>
          </a:p>
          <a:p>
            <a:pPr indent="-246888" lvl="1" marL="640080" rtl="0" algn="l">
              <a:spcBef>
                <a:spcPts val="480"/>
              </a:spcBef>
              <a:spcAft>
                <a:spcPts val="0"/>
              </a:spcAft>
              <a:buSzPts val="2040"/>
              <a:buChar char="⚫"/>
            </a:pPr>
            <a:r>
              <a:rPr lang="en-US"/>
              <a:t>Để nắm bắt các yêu cầu của hệ thống cần hỗ trợ cho tổ chức.</a:t>
            </a:r>
            <a:endParaRPr/>
          </a:p>
          <a:p>
            <a:pPr indent="-117475" lvl="0" marL="274320" rtl="0" algn="l">
              <a:spcBef>
                <a:spcPts val="520"/>
              </a:spcBef>
              <a:spcAft>
                <a:spcPts val="0"/>
              </a:spcAft>
              <a:buSzPts val="2470"/>
              <a:buNone/>
            </a:pPr>
            <a:r>
              <a:t/>
            </a:r>
            <a:endParaRPr/>
          </a:p>
        </p:txBody>
      </p:sp>
      <p:sp>
        <p:nvSpPr>
          <p:cNvPr id="314" name="Google Shape;314;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8"/>
          <p:cNvSpPr txBox="1"/>
          <p:nvPr>
            <p:ph idx="1" type="body"/>
          </p:nvPr>
        </p:nvSpPr>
        <p:spPr>
          <a:xfrm>
            <a:off x="457200" y="685800"/>
            <a:ext cx="8229600" cy="5638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Hoạt động của mô hình hóa nghiệp vụ:</a:t>
            </a:r>
            <a:endParaRPr/>
          </a:p>
          <a:p>
            <a:pPr indent="-246888" lvl="1" marL="640080" rtl="0" algn="l">
              <a:spcBef>
                <a:spcPts val="480"/>
              </a:spcBef>
              <a:spcAft>
                <a:spcPts val="0"/>
              </a:spcAft>
              <a:buSzPts val="2040"/>
              <a:buChar char="⚫"/>
            </a:pPr>
            <a:r>
              <a:rPr lang="en-US"/>
              <a:t>Tìm tác nhân nghiệp vụ: là các cá nhân, các nhóm, các tổ chức, cơ quan, các hệ thống tương tác với nghiệp vụ đó. (Actors)</a:t>
            </a:r>
            <a:endParaRPr/>
          </a:p>
          <a:p>
            <a:pPr indent="-246888" lvl="1" marL="640080" rtl="0" algn="l">
              <a:spcBef>
                <a:spcPts val="480"/>
              </a:spcBef>
              <a:spcAft>
                <a:spcPts val="0"/>
              </a:spcAft>
              <a:buSzPts val="2040"/>
              <a:buChar char="⚫"/>
            </a:pPr>
            <a:r>
              <a:rPr lang="en-US"/>
              <a:t>Tìm các ca sử dụng nghiệp vụ (Use cases): Để tìm các Use cases, chúng ta xuất phát từ các tác nhân nghiệp vụ (Actors) và phân tích các giá trị thu được của chúng từ các hoạt động nghiệp vụ.</a:t>
            </a:r>
            <a:endParaRPr/>
          </a:p>
        </p:txBody>
      </p:sp>
      <p:sp>
        <p:nvSpPr>
          <p:cNvPr id="320" name="Google Shape;320;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321" name="Google Shape;321;p18"/>
          <p:cNvGrpSpPr/>
          <p:nvPr/>
        </p:nvGrpSpPr>
        <p:grpSpPr>
          <a:xfrm>
            <a:off x="1447800" y="4343400"/>
            <a:ext cx="972525" cy="1709650"/>
            <a:chOff x="4175125" y="1790700"/>
            <a:chExt cx="972525" cy="1709650"/>
          </a:xfrm>
        </p:grpSpPr>
        <p:sp>
          <p:nvSpPr>
            <p:cNvPr id="322" name="Google Shape;322;p18"/>
            <p:cNvSpPr/>
            <p:nvPr/>
          </p:nvSpPr>
          <p:spPr>
            <a:xfrm>
              <a:off x="4343400" y="1790700"/>
              <a:ext cx="431800" cy="431800"/>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23" name="Google Shape;323;p18"/>
            <p:cNvCxnSpPr/>
            <p:nvPr/>
          </p:nvCxnSpPr>
          <p:spPr>
            <a:xfrm>
              <a:off x="4559300" y="2222500"/>
              <a:ext cx="0" cy="458788"/>
            </a:xfrm>
            <a:prstGeom prst="straightConnector1">
              <a:avLst/>
            </a:prstGeom>
            <a:noFill/>
            <a:ln cap="flat" cmpd="sng" w="12700">
              <a:solidFill>
                <a:schemeClr val="dk1"/>
              </a:solidFill>
              <a:prstDash val="solid"/>
              <a:round/>
              <a:headEnd len="med" w="med" type="none"/>
              <a:tailEnd len="med" w="med" type="none"/>
            </a:ln>
          </p:spPr>
        </p:cxnSp>
        <p:cxnSp>
          <p:nvCxnSpPr>
            <p:cNvPr id="324" name="Google Shape;324;p18"/>
            <p:cNvCxnSpPr/>
            <p:nvPr/>
          </p:nvCxnSpPr>
          <p:spPr>
            <a:xfrm>
              <a:off x="4178300" y="2400300"/>
              <a:ext cx="762000" cy="0"/>
            </a:xfrm>
            <a:prstGeom prst="straightConnector1">
              <a:avLst/>
            </a:prstGeom>
            <a:noFill/>
            <a:ln cap="flat" cmpd="sng" w="12700">
              <a:solidFill>
                <a:schemeClr val="dk1"/>
              </a:solidFill>
              <a:prstDash val="solid"/>
              <a:round/>
              <a:headEnd len="med" w="med" type="none"/>
              <a:tailEnd len="med" w="med" type="none"/>
            </a:ln>
          </p:spPr>
        </p:cxnSp>
        <p:sp>
          <p:nvSpPr>
            <p:cNvPr id="325" name="Google Shape;325;p18"/>
            <p:cNvSpPr txBox="1"/>
            <p:nvPr/>
          </p:nvSpPr>
          <p:spPr>
            <a:xfrm>
              <a:off x="4184650" y="3117850"/>
              <a:ext cx="963000" cy="3825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Actor</a:t>
              </a:r>
              <a:endParaRPr/>
            </a:p>
          </p:txBody>
        </p:sp>
        <p:sp>
          <p:nvSpPr>
            <p:cNvPr id="326" name="Google Shape;326;p18"/>
            <p:cNvSpPr/>
            <p:nvPr/>
          </p:nvSpPr>
          <p:spPr>
            <a:xfrm>
              <a:off x="4175125" y="2679700"/>
              <a:ext cx="774700" cy="393700"/>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327" name="Google Shape;327;p18"/>
          <p:cNvSpPr/>
          <p:nvPr/>
        </p:nvSpPr>
        <p:spPr>
          <a:xfrm>
            <a:off x="4876800" y="4495800"/>
            <a:ext cx="1958975" cy="984250"/>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28" name="Google Shape;328;p18"/>
          <p:cNvSpPr txBox="1"/>
          <p:nvPr/>
        </p:nvSpPr>
        <p:spPr>
          <a:xfrm>
            <a:off x="5410200" y="4800600"/>
            <a:ext cx="1524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Use case</a:t>
            </a:r>
            <a:endParaRPr sz="1800">
              <a:solidFill>
                <a:schemeClr val="dk1"/>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Requirements – Yêu cầu</a:t>
            </a:r>
            <a:endParaRPr/>
          </a:p>
        </p:txBody>
      </p:sp>
      <p:sp>
        <p:nvSpPr>
          <p:cNvPr id="334" name="Google Shape;334;p1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Nắm bắt yêu cầu là khâu diễn ra ngay trước hoạt động phân tích và thiết kế trong quá trình phát triển phần mềm.</a:t>
            </a:r>
            <a:endParaRPr/>
          </a:p>
          <a:p>
            <a:pPr indent="-274320" lvl="0" marL="274320" rtl="0" algn="l">
              <a:spcBef>
                <a:spcPts val="520"/>
              </a:spcBef>
              <a:spcAft>
                <a:spcPts val="0"/>
              </a:spcAft>
              <a:buSzPts val="2470"/>
              <a:buChar char="⚫"/>
            </a:pPr>
            <a:r>
              <a:rPr lang="en-US"/>
              <a:t>Mục đích của nắm bắt yêu cầu phần mềm:</a:t>
            </a:r>
            <a:endParaRPr/>
          </a:p>
          <a:p>
            <a:pPr indent="-246888" lvl="1" marL="640080" rtl="0" algn="l">
              <a:spcBef>
                <a:spcPts val="480"/>
              </a:spcBef>
              <a:spcAft>
                <a:spcPts val="0"/>
              </a:spcAft>
              <a:buSzPts val="2040"/>
              <a:buChar char="⚫"/>
            </a:pPr>
            <a:r>
              <a:rPr lang="en-US"/>
              <a:t>Để tìm ra giải pháp đúng cho một hệ thống phần mềm, chúng ta phải hiểu được vấn đề, cũng như những yêu cầu đặt ra cho hệ thống.</a:t>
            </a:r>
            <a:endParaRPr/>
          </a:p>
          <a:p>
            <a:pPr indent="-246888" lvl="1" marL="640080" rtl="0" algn="l">
              <a:spcBef>
                <a:spcPts val="480"/>
              </a:spcBef>
              <a:spcAft>
                <a:spcPts val="0"/>
              </a:spcAft>
              <a:buSzPts val="2040"/>
              <a:buChar char="⚫"/>
            </a:pPr>
            <a:r>
              <a:rPr lang="en-US"/>
              <a:t>Các câu hỏi đặt ra trong quá trình nắm bắt yêu cầu:</a:t>
            </a:r>
            <a:endParaRPr/>
          </a:p>
          <a:p>
            <a:pPr indent="-246887" lvl="2" marL="914400" rtl="0" algn="l">
              <a:spcBef>
                <a:spcPts val="420"/>
              </a:spcBef>
              <a:spcAft>
                <a:spcPts val="0"/>
              </a:spcAft>
              <a:buSzPts val="1470"/>
              <a:buChar char="⚫"/>
            </a:pPr>
            <a:r>
              <a:rPr lang="en-US"/>
              <a:t>Để làm gì – What to do?</a:t>
            </a:r>
            <a:endParaRPr/>
          </a:p>
          <a:p>
            <a:pPr indent="-246887" lvl="2" marL="914400" rtl="0" algn="l">
              <a:spcBef>
                <a:spcPts val="420"/>
              </a:spcBef>
              <a:spcAft>
                <a:spcPts val="0"/>
              </a:spcAft>
              <a:buSzPts val="1470"/>
              <a:buChar char="⚫"/>
            </a:pPr>
            <a:r>
              <a:rPr lang="en-US"/>
              <a:t>Làm như thế nào – How to do?</a:t>
            </a:r>
            <a:endParaRPr/>
          </a:p>
          <a:p>
            <a:pPr indent="-153543" lvl="2" marL="914400" rtl="0" algn="l">
              <a:spcBef>
                <a:spcPts val="420"/>
              </a:spcBef>
              <a:spcAft>
                <a:spcPts val="0"/>
              </a:spcAft>
              <a:buSzPts val="1470"/>
              <a:buNone/>
            </a:pPr>
            <a:r>
              <a:t/>
            </a:r>
            <a:endParaRPr/>
          </a:p>
        </p:txBody>
      </p:sp>
      <p:sp>
        <p:nvSpPr>
          <p:cNvPr id="335" name="Google Shape;335;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0"/>
          <p:cNvSpPr txBox="1"/>
          <p:nvPr>
            <p:ph idx="1" type="body"/>
          </p:nvPr>
        </p:nvSpPr>
        <p:spPr>
          <a:xfrm>
            <a:off x="457200" y="685800"/>
            <a:ext cx="8229600" cy="5638800"/>
          </a:xfrm>
          <a:prstGeom prst="rect">
            <a:avLst/>
          </a:prstGeom>
          <a:noFill/>
          <a:ln>
            <a:noFill/>
          </a:ln>
        </p:spPr>
        <p:txBody>
          <a:bodyPr anchorCtr="0" anchor="t" bIns="45700" lIns="91425" spcFirstLastPara="1" rIns="91425" wrap="square" tIns="45700">
            <a:normAutofit/>
          </a:bodyPr>
          <a:lstStyle/>
          <a:p>
            <a:pPr indent="-246888" lvl="1" marL="640080" rtl="0" algn="l">
              <a:spcBef>
                <a:spcPts val="0"/>
              </a:spcBef>
              <a:spcAft>
                <a:spcPts val="0"/>
              </a:spcAft>
              <a:buSzPts val="2040"/>
              <a:buChar char="⚫"/>
            </a:pPr>
            <a:r>
              <a:rPr lang="en-US"/>
              <a:t>Mục đích chính của nắm bắt yêu cầu:</a:t>
            </a:r>
            <a:endParaRPr/>
          </a:p>
          <a:p>
            <a:pPr indent="-246887" lvl="2" marL="914400" rtl="0" algn="l">
              <a:spcBef>
                <a:spcPts val="420"/>
              </a:spcBef>
              <a:spcAft>
                <a:spcPts val="0"/>
              </a:spcAft>
              <a:buSzPts val="1470"/>
              <a:buChar char="⚫"/>
            </a:pPr>
            <a:r>
              <a:rPr lang="en-US"/>
              <a:t>Nắm bắt yêu cầu để thiết lập và duy trì những thỏa thuận giữa khách hàng và các bên liên quan về những gì mà hệ thống nên làm.</a:t>
            </a:r>
            <a:endParaRPr/>
          </a:p>
          <a:p>
            <a:pPr indent="-246887" lvl="2" marL="914400" rtl="0" algn="l">
              <a:spcBef>
                <a:spcPts val="420"/>
              </a:spcBef>
              <a:spcAft>
                <a:spcPts val="0"/>
              </a:spcAft>
              <a:buSzPts val="1470"/>
              <a:buChar char="⚫"/>
            </a:pPr>
            <a:r>
              <a:rPr lang="en-US"/>
              <a:t>Nắm bắt yêu cầu để cung cấp cho người phát triển một cái hiểu tốt hơn về các yêu cầu phần mềm.</a:t>
            </a:r>
            <a:endParaRPr/>
          </a:p>
          <a:p>
            <a:pPr indent="-246887" lvl="2" marL="914400" rtl="0" algn="l">
              <a:spcBef>
                <a:spcPts val="420"/>
              </a:spcBef>
              <a:spcAft>
                <a:spcPts val="0"/>
              </a:spcAft>
              <a:buSzPts val="1470"/>
              <a:buChar char="⚫"/>
            </a:pPr>
            <a:r>
              <a:rPr lang="en-US"/>
              <a:t>Nắm bắt yêu cầu để xác định biên của hệ thống.</a:t>
            </a:r>
            <a:endParaRPr/>
          </a:p>
          <a:p>
            <a:pPr indent="-246887" lvl="2" marL="914400" rtl="0" algn="l">
              <a:spcBef>
                <a:spcPts val="420"/>
              </a:spcBef>
              <a:spcAft>
                <a:spcPts val="0"/>
              </a:spcAft>
              <a:buSzPts val="1470"/>
              <a:buChar char="⚫"/>
            </a:pPr>
            <a:r>
              <a:rPr lang="en-US"/>
              <a:t>Nắm bắt yêu cầu để cung cấp một cơ sở cho việc lập kế hoạch những nội dung kỹ thuật trong các vòng lặp của quá trình phát triển</a:t>
            </a:r>
            <a:endParaRPr/>
          </a:p>
          <a:p>
            <a:pPr indent="-246887" lvl="2" marL="914400" rtl="0" algn="l">
              <a:spcBef>
                <a:spcPts val="420"/>
              </a:spcBef>
              <a:spcAft>
                <a:spcPts val="0"/>
              </a:spcAft>
              <a:buSzPts val="1470"/>
              <a:buChar char="⚫"/>
            </a:pPr>
            <a:r>
              <a:rPr lang="en-US"/>
              <a:t>Nắm bắt yêu cầu là cơ sở cho việc đánh giá và ước lượng chi phí và thời gian phát triển hệ thống</a:t>
            </a:r>
            <a:endParaRPr/>
          </a:p>
          <a:p>
            <a:pPr indent="-246887" lvl="2" marL="914400" rtl="0" algn="l">
              <a:spcBef>
                <a:spcPts val="420"/>
              </a:spcBef>
              <a:spcAft>
                <a:spcPts val="0"/>
              </a:spcAft>
              <a:buSzPts val="1470"/>
              <a:buChar char="⚫"/>
            </a:pPr>
            <a:r>
              <a:rPr lang="en-US"/>
              <a:t>Nắm bắt yêu cầu định hình giao diện tương tác giữa người dùng và hệ thống, qua đó làm rõ được nhu cầu và mục tiêu của người dùng đối với hệ thống.</a:t>
            </a:r>
            <a:endParaRPr/>
          </a:p>
        </p:txBody>
      </p:sp>
      <p:sp>
        <p:nvSpPr>
          <p:cNvPr id="341" name="Google Shape;341;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1"/>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Chế tác cho mô hình yêu cầu</a:t>
            </a:r>
            <a:endParaRPr/>
          </a:p>
          <a:p>
            <a:pPr indent="-246888" lvl="1" marL="640080" rtl="0" algn="l">
              <a:spcBef>
                <a:spcPts val="480"/>
              </a:spcBef>
              <a:spcAft>
                <a:spcPts val="0"/>
              </a:spcAft>
              <a:buSzPts val="2040"/>
              <a:buChar char="⚫"/>
            </a:pPr>
            <a:r>
              <a:rPr lang="en-US"/>
              <a:t>Phát biểu vấn đề</a:t>
            </a:r>
            <a:endParaRPr/>
          </a:p>
          <a:p>
            <a:pPr indent="-246887" lvl="2" marL="914400" rtl="0" algn="l">
              <a:spcBef>
                <a:spcPts val="420"/>
              </a:spcBef>
              <a:spcAft>
                <a:spcPts val="0"/>
              </a:spcAft>
              <a:buSzPts val="1470"/>
              <a:buChar char="⚫"/>
            </a:pPr>
            <a:r>
              <a:rPr lang="en-US"/>
              <a:t>Một phần tài liệu hệ thống</a:t>
            </a:r>
            <a:endParaRPr/>
          </a:p>
          <a:p>
            <a:pPr indent="-246887" lvl="2" marL="914400" rtl="0" algn="l">
              <a:spcBef>
                <a:spcPts val="420"/>
              </a:spcBef>
              <a:spcAft>
                <a:spcPts val="0"/>
              </a:spcAft>
              <a:buSzPts val="1470"/>
              <a:buChar char="⚫"/>
            </a:pPr>
            <a:r>
              <a:rPr lang="en-US"/>
              <a:t>Làm rõ thực trạng của hệ thống hiện thời, đặc biệt các vấn đề khó đặt ra cho hệ thống</a:t>
            </a:r>
            <a:endParaRPr/>
          </a:p>
          <a:p>
            <a:pPr indent="-246888" lvl="1" marL="640080" rtl="0" algn="l">
              <a:spcBef>
                <a:spcPts val="480"/>
              </a:spcBef>
              <a:spcAft>
                <a:spcPts val="0"/>
              </a:spcAft>
              <a:buSzPts val="2040"/>
              <a:buChar char="⚫"/>
            </a:pPr>
            <a:r>
              <a:rPr lang="en-US"/>
              <a:t>Mô hình ca sử dụng (Use cases)</a:t>
            </a:r>
            <a:endParaRPr/>
          </a:p>
          <a:p>
            <a:pPr indent="-246887" lvl="2" marL="914400" rtl="0" algn="l">
              <a:spcBef>
                <a:spcPts val="420"/>
              </a:spcBef>
              <a:spcAft>
                <a:spcPts val="0"/>
              </a:spcAft>
              <a:buSzPts val="1470"/>
              <a:buChar char="⚫"/>
            </a:pPr>
            <a:r>
              <a:rPr lang="en-US"/>
              <a:t>Mô tả những gì mà hệ thống sẽ làm.</a:t>
            </a:r>
            <a:endParaRPr/>
          </a:p>
          <a:p>
            <a:pPr indent="-246887" lvl="2" marL="914400" rtl="0" algn="l">
              <a:spcBef>
                <a:spcPts val="420"/>
              </a:spcBef>
              <a:spcAft>
                <a:spcPts val="0"/>
              </a:spcAft>
              <a:buSzPts val="1470"/>
              <a:buChar char="⚫"/>
            </a:pPr>
            <a:r>
              <a:rPr lang="en-US"/>
              <a:t>Cam kết giữa khách hàng, người dùng và người phát triển</a:t>
            </a:r>
            <a:endParaRPr/>
          </a:p>
          <a:p>
            <a:pPr indent="-246887" lvl="2" marL="914400" rtl="0" algn="l">
              <a:spcBef>
                <a:spcPts val="420"/>
              </a:spcBef>
              <a:spcAft>
                <a:spcPts val="0"/>
              </a:spcAft>
              <a:buSzPts val="1470"/>
              <a:buChar char="⚫"/>
            </a:pPr>
            <a:r>
              <a:rPr lang="en-US"/>
              <a:t>Mỗi ca sử dụng trong mô hình ca sử dụng mô tả chi tiết những gì mà hệ thống làm trong quá trình tương tác và tác nhân. Nó phản ánh chuỗi các sự kiện diễn ra trong từng kịch bản ca sử dụng.</a:t>
            </a:r>
            <a:endParaRPr/>
          </a:p>
          <a:p>
            <a:pPr indent="-246887" lvl="2" marL="914400" rtl="0" algn="l">
              <a:spcBef>
                <a:spcPts val="420"/>
              </a:spcBef>
              <a:spcAft>
                <a:spcPts val="0"/>
              </a:spcAft>
              <a:buSzPts val="1470"/>
              <a:buChar char="⚫"/>
            </a:pPr>
            <a:r>
              <a:rPr lang="en-US"/>
              <a:t>Những mô tả này làm thành tài liệu đặc tả ca sử dụng (use case specification).</a:t>
            </a:r>
            <a:endParaRPr/>
          </a:p>
          <a:p>
            <a:pPr indent="-117348" lvl="1" marL="640080" rtl="0" algn="l">
              <a:spcBef>
                <a:spcPts val="480"/>
              </a:spcBef>
              <a:spcAft>
                <a:spcPts val="0"/>
              </a:spcAft>
              <a:buSzPts val="2040"/>
              <a:buNone/>
            </a:pPr>
            <a:r>
              <a:t/>
            </a:r>
            <a:endParaRPr/>
          </a:p>
          <a:p>
            <a:pPr indent="-117348" lvl="1" marL="640080" rtl="0" algn="l">
              <a:spcBef>
                <a:spcPts val="480"/>
              </a:spcBef>
              <a:spcAft>
                <a:spcPts val="0"/>
              </a:spcAft>
              <a:buSzPts val="2040"/>
              <a:buNone/>
            </a:pPr>
            <a:r>
              <a:t/>
            </a:r>
            <a:endParaRPr/>
          </a:p>
        </p:txBody>
      </p:sp>
      <p:sp>
        <p:nvSpPr>
          <p:cNvPr id="347" name="Google Shape;347;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2"/>
          <p:cNvSpPr txBox="1"/>
          <p:nvPr>
            <p:ph idx="1" type="body"/>
          </p:nvPr>
        </p:nvSpPr>
        <p:spPr>
          <a:xfrm>
            <a:off x="533400" y="11430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hình ca sử dụng</a:t>
            </a:r>
            <a:endParaRPr/>
          </a:p>
        </p:txBody>
      </p:sp>
      <p:sp>
        <p:nvSpPr>
          <p:cNvPr id="353" name="Google Shape;353;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354" name="Google Shape;354;p22"/>
          <p:cNvGrpSpPr/>
          <p:nvPr/>
        </p:nvGrpSpPr>
        <p:grpSpPr>
          <a:xfrm>
            <a:off x="533400" y="1752602"/>
            <a:ext cx="8251825" cy="4962523"/>
            <a:chOff x="412750" y="1131893"/>
            <a:chExt cx="8251825" cy="4962523"/>
          </a:xfrm>
        </p:grpSpPr>
        <p:sp>
          <p:nvSpPr>
            <p:cNvPr id="355" name="Google Shape;355;p22"/>
            <p:cNvSpPr/>
            <p:nvPr/>
          </p:nvSpPr>
          <p:spPr>
            <a:xfrm>
              <a:off x="2184400" y="1243013"/>
              <a:ext cx="1844675" cy="674687"/>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56" name="Google Shape;356;p22"/>
            <p:cNvSpPr/>
            <p:nvPr/>
          </p:nvSpPr>
          <p:spPr>
            <a:xfrm>
              <a:off x="2384425" y="1428750"/>
              <a:ext cx="1306383" cy="277641"/>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View Report Card</a:t>
              </a:r>
              <a:endParaRPr/>
            </a:p>
          </p:txBody>
        </p:sp>
        <p:sp>
          <p:nvSpPr>
            <p:cNvPr id="357" name="Google Shape;357;p22"/>
            <p:cNvSpPr txBox="1"/>
            <p:nvPr/>
          </p:nvSpPr>
          <p:spPr>
            <a:xfrm>
              <a:off x="488950" y="2824166"/>
              <a:ext cx="1041300" cy="3552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Student</a:t>
              </a:r>
              <a:endParaRPr/>
            </a:p>
          </p:txBody>
        </p:sp>
        <p:grpSp>
          <p:nvGrpSpPr>
            <p:cNvPr id="358" name="Google Shape;358;p22"/>
            <p:cNvGrpSpPr/>
            <p:nvPr/>
          </p:nvGrpSpPr>
          <p:grpSpPr>
            <a:xfrm>
              <a:off x="692150" y="1978031"/>
              <a:ext cx="523875" cy="866777"/>
              <a:chOff x="1254" y="2352"/>
              <a:chExt cx="488" cy="808"/>
            </a:xfrm>
          </p:grpSpPr>
          <p:sp>
            <p:nvSpPr>
              <p:cNvPr id="359" name="Google Shape;359;p22"/>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60" name="Google Shape;360;p22"/>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361" name="Google Shape;361;p22"/>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362" name="Google Shape;362;p22"/>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363" name="Google Shape;363;p22"/>
            <p:cNvSpPr/>
            <p:nvPr/>
          </p:nvSpPr>
          <p:spPr>
            <a:xfrm>
              <a:off x="2184400" y="2195513"/>
              <a:ext cx="1844675" cy="674687"/>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4" name="Google Shape;364;p22"/>
            <p:cNvSpPr/>
            <p:nvPr/>
          </p:nvSpPr>
          <p:spPr>
            <a:xfrm>
              <a:off x="2266950" y="2386013"/>
              <a:ext cx="1455142" cy="277641"/>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Register for Courses</a:t>
              </a:r>
              <a:endParaRPr/>
            </a:p>
          </p:txBody>
        </p:sp>
        <p:sp>
          <p:nvSpPr>
            <p:cNvPr id="365" name="Google Shape;365;p22"/>
            <p:cNvSpPr/>
            <p:nvPr/>
          </p:nvSpPr>
          <p:spPr>
            <a:xfrm>
              <a:off x="2184400" y="3155950"/>
              <a:ext cx="1844675" cy="674688"/>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6" name="Google Shape;366;p22"/>
            <p:cNvSpPr/>
            <p:nvPr/>
          </p:nvSpPr>
          <p:spPr>
            <a:xfrm>
              <a:off x="2811479" y="3346441"/>
              <a:ext cx="762000" cy="2775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Login</a:t>
              </a:r>
              <a:endParaRPr/>
            </a:p>
          </p:txBody>
        </p:sp>
        <p:cxnSp>
          <p:nvCxnSpPr>
            <p:cNvPr id="367" name="Google Shape;367;p22"/>
            <p:cNvCxnSpPr/>
            <p:nvPr/>
          </p:nvCxnSpPr>
          <p:spPr>
            <a:xfrm rot="10800000">
              <a:off x="1282700" y="2520950"/>
              <a:ext cx="876300" cy="0"/>
            </a:xfrm>
            <a:prstGeom prst="straightConnector1">
              <a:avLst/>
            </a:prstGeom>
            <a:noFill/>
            <a:ln cap="flat" cmpd="sng" w="12700">
              <a:solidFill>
                <a:schemeClr val="dk1"/>
              </a:solidFill>
              <a:prstDash val="solid"/>
              <a:round/>
              <a:headEnd len="lg" w="lg" type="stealth"/>
              <a:tailEnd len="med" w="med" type="none"/>
            </a:ln>
          </p:spPr>
        </p:cxnSp>
        <p:sp>
          <p:nvSpPr>
            <p:cNvPr id="368" name="Google Shape;368;p22"/>
            <p:cNvSpPr/>
            <p:nvPr/>
          </p:nvSpPr>
          <p:spPr>
            <a:xfrm>
              <a:off x="2184400" y="4125913"/>
              <a:ext cx="1844675" cy="674687"/>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9" name="Google Shape;369;p22"/>
            <p:cNvSpPr/>
            <p:nvPr/>
          </p:nvSpPr>
          <p:spPr>
            <a:xfrm>
              <a:off x="2376501" y="4265616"/>
              <a:ext cx="1400100" cy="462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Select Courses to</a:t>
              </a:r>
              <a:endParaRPr/>
            </a:p>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Teach</a:t>
              </a:r>
              <a:endParaRPr/>
            </a:p>
          </p:txBody>
        </p:sp>
        <p:sp>
          <p:nvSpPr>
            <p:cNvPr id="370" name="Google Shape;370;p22"/>
            <p:cNvSpPr/>
            <p:nvPr/>
          </p:nvSpPr>
          <p:spPr>
            <a:xfrm>
              <a:off x="2184400" y="5086350"/>
              <a:ext cx="1844675" cy="674688"/>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71" name="Google Shape;371;p22"/>
            <p:cNvSpPr/>
            <p:nvPr/>
          </p:nvSpPr>
          <p:spPr>
            <a:xfrm>
              <a:off x="2478101" y="5276841"/>
              <a:ext cx="1244700" cy="2775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Submit Grades</a:t>
              </a:r>
              <a:endParaRPr/>
            </a:p>
          </p:txBody>
        </p:sp>
        <p:sp>
          <p:nvSpPr>
            <p:cNvPr id="372" name="Google Shape;372;p22"/>
            <p:cNvSpPr txBox="1"/>
            <p:nvPr/>
          </p:nvSpPr>
          <p:spPr>
            <a:xfrm>
              <a:off x="412750" y="4767266"/>
              <a:ext cx="1206600" cy="3552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Professor</a:t>
              </a:r>
              <a:endParaRPr/>
            </a:p>
          </p:txBody>
        </p:sp>
        <p:grpSp>
          <p:nvGrpSpPr>
            <p:cNvPr id="373" name="Google Shape;373;p22"/>
            <p:cNvGrpSpPr/>
            <p:nvPr/>
          </p:nvGrpSpPr>
          <p:grpSpPr>
            <a:xfrm>
              <a:off x="692150" y="3921131"/>
              <a:ext cx="523875" cy="866777"/>
              <a:chOff x="1254" y="2352"/>
              <a:chExt cx="488" cy="808"/>
            </a:xfrm>
          </p:grpSpPr>
          <p:sp>
            <p:nvSpPr>
              <p:cNvPr id="374" name="Google Shape;374;p22"/>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75" name="Google Shape;375;p22"/>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376" name="Google Shape;376;p22"/>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377" name="Google Shape;377;p22"/>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378" name="Google Shape;378;p22"/>
            <p:cNvCxnSpPr/>
            <p:nvPr/>
          </p:nvCxnSpPr>
          <p:spPr>
            <a:xfrm rot="10800000">
              <a:off x="1282700" y="4464050"/>
              <a:ext cx="876300" cy="0"/>
            </a:xfrm>
            <a:prstGeom prst="straightConnector1">
              <a:avLst/>
            </a:prstGeom>
            <a:noFill/>
            <a:ln cap="flat" cmpd="sng" w="12700">
              <a:solidFill>
                <a:schemeClr val="dk1"/>
              </a:solidFill>
              <a:prstDash val="solid"/>
              <a:round/>
              <a:headEnd len="lg" w="lg" type="stealth"/>
              <a:tailEnd len="med" w="med" type="none"/>
            </a:ln>
          </p:spPr>
        </p:cxnSp>
        <p:grpSp>
          <p:nvGrpSpPr>
            <p:cNvPr id="379" name="Google Shape;379;p22"/>
            <p:cNvGrpSpPr/>
            <p:nvPr/>
          </p:nvGrpSpPr>
          <p:grpSpPr>
            <a:xfrm>
              <a:off x="5073650" y="2954342"/>
              <a:ext cx="952501" cy="1317626"/>
              <a:chOff x="3540" y="1729"/>
              <a:chExt cx="600" cy="830"/>
            </a:xfrm>
          </p:grpSpPr>
          <p:sp>
            <p:nvSpPr>
              <p:cNvPr id="380" name="Google Shape;380;p22"/>
              <p:cNvSpPr txBox="1"/>
              <p:nvPr/>
            </p:nvSpPr>
            <p:spPr>
              <a:xfrm>
                <a:off x="3540" y="2259"/>
                <a:ext cx="6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Registrar</a:t>
                </a:r>
                <a:endParaRPr/>
              </a:p>
            </p:txBody>
          </p:sp>
          <p:grpSp>
            <p:nvGrpSpPr>
              <p:cNvPr id="381" name="Google Shape;381;p22"/>
              <p:cNvGrpSpPr/>
              <p:nvPr/>
            </p:nvGrpSpPr>
            <p:grpSpPr>
              <a:xfrm>
                <a:off x="3700" y="1729"/>
                <a:ext cx="330" cy="547"/>
                <a:chOff x="1254" y="2352"/>
                <a:chExt cx="488" cy="808"/>
              </a:xfrm>
            </p:grpSpPr>
            <p:sp>
              <p:nvSpPr>
                <p:cNvPr id="382" name="Google Shape;382;p22"/>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83" name="Google Shape;383;p22"/>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384" name="Google Shape;384;p22"/>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385" name="Google Shape;385;p22"/>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grpSp>
          <p:nvGrpSpPr>
            <p:cNvPr id="386" name="Google Shape;386;p22"/>
            <p:cNvGrpSpPr/>
            <p:nvPr/>
          </p:nvGrpSpPr>
          <p:grpSpPr>
            <a:xfrm>
              <a:off x="4857752" y="4776786"/>
              <a:ext cx="1905001" cy="1317630"/>
              <a:chOff x="3404" y="2841"/>
              <a:chExt cx="1200" cy="830"/>
            </a:xfrm>
          </p:grpSpPr>
          <p:sp>
            <p:nvSpPr>
              <p:cNvPr id="387" name="Google Shape;387;p22"/>
              <p:cNvSpPr txBox="1"/>
              <p:nvPr/>
            </p:nvSpPr>
            <p:spPr>
              <a:xfrm>
                <a:off x="3404" y="3371"/>
                <a:ext cx="12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Billing System</a:t>
                </a:r>
                <a:endParaRPr/>
              </a:p>
            </p:txBody>
          </p:sp>
          <p:grpSp>
            <p:nvGrpSpPr>
              <p:cNvPr id="388" name="Google Shape;388;p22"/>
              <p:cNvGrpSpPr/>
              <p:nvPr/>
            </p:nvGrpSpPr>
            <p:grpSpPr>
              <a:xfrm>
                <a:off x="3700" y="2841"/>
                <a:ext cx="330" cy="547"/>
                <a:chOff x="1254" y="2352"/>
                <a:chExt cx="488" cy="808"/>
              </a:xfrm>
            </p:grpSpPr>
            <p:sp>
              <p:nvSpPr>
                <p:cNvPr id="389" name="Google Shape;389;p22"/>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90" name="Google Shape;390;p22"/>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391" name="Google Shape;391;p22"/>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392" name="Google Shape;392;p22"/>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sp>
          <p:nvSpPr>
            <p:cNvPr id="393" name="Google Shape;393;p22"/>
            <p:cNvSpPr/>
            <p:nvPr/>
          </p:nvSpPr>
          <p:spPr>
            <a:xfrm>
              <a:off x="6819900" y="2051050"/>
              <a:ext cx="1844675" cy="674688"/>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94" name="Google Shape;394;p22"/>
            <p:cNvSpPr/>
            <p:nvPr/>
          </p:nvSpPr>
          <p:spPr>
            <a:xfrm>
              <a:off x="6965950" y="2190741"/>
              <a:ext cx="1462200" cy="462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Maintain Professor</a:t>
              </a:r>
              <a:endParaRPr/>
            </a:p>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Information</a:t>
              </a:r>
              <a:endParaRPr/>
            </a:p>
          </p:txBody>
        </p:sp>
        <p:sp>
          <p:nvSpPr>
            <p:cNvPr id="395" name="Google Shape;395;p22"/>
            <p:cNvSpPr/>
            <p:nvPr/>
          </p:nvSpPr>
          <p:spPr>
            <a:xfrm>
              <a:off x="6819900" y="3148013"/>
              <a:ext cx="1844675" cy="674687"/>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96" name="Google Shape;396;p22"/>
            <p:cNvSpPr/>
            <p:nvPr/>
          </p:nvSpPr>
          <p:spPr>
            <a:xfrm>
              <a:off x="7053276" y="3287716"/>
              <a:ext cx="1455300" cy="462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Maintain Student</a:t>
              </a:r>
              <a:endParaRPr/>
            </a:p>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Information</a:t>
              </a:r>
              <a:endParaRPr/>
            </a:p>
          </p:txBody>
        </p:sp>
        <p:sp>
          <p:nvSpPr>
            <p:cNvPr id="397" name="Google Shape;397;p22"/>
            <p:cNvSpPr/>
            <p:nvPr/>
          </p:nvSpPr>
          <p:spPr>
            <a:xfrm>
              <a:off x="6819900" y="4235450"/>
              <a:ext cx="1844675" cy="674688"/>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98" name="Google Shape;398;p22"/>
            <p:cNvSpPr/>
            <p:nvPr/>
          </p:nvSpPr>
          <p:spPr>
            <a:xfrm>
              <a:off x="7004050" y="4425941"/>
              <a:ext cx="1462200" cy="2775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Close Registration</a:t>
              </a:r>
              <a:endParaRPr/>
            </a:p>
          </p:txBody>
        </p:sp>
        <p:grpSp>
          <p:nvGrpSpPr>
            <p:cNvPr id="399" name="Google Shape;399;p22"/>
            <p:cNvGrpSpPr/>
            <p:nvPr/>
          </p:nvGrpSpPr>
          <p:grpSpPr>
            <a:xfrm>
              <a:off x="4781551" y="1131893"/>
              <a:ext cx="1462088" cy="1196976"/>
              <a:chOff x="2468" y="3225"/>
              <a:chExt cx="921" cy="754"/>
            </a:xfrm>
          </p:grpSpPr>
          <p:sp>
            <p:nvSpPr>
              <p:cNvPr id="400" name="Google Shape;400;p22"/>
              <p:cNvSpPr txBox="1"/>
              <p:nvPr/>
            </p:nvSpPr>
            <p:spPr>
              <a:xfrm>
                <a:off x="2468" y="3755"/>
                <a:ext cx="921" cy="224"/>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Course Catalog</a:t>
                </a:r>
                <a:endParaRPr/>
              </a:p>
            </p:txBody>
          </p:sp>
          <p:grpSp>
            <p:nvGrpSpPr>
              <p:cNvPr id="401" name="Google Shape;401;p22"/>
              <p:cNvGrpSpPr/>
              <p:nvPr/>
            </p:nvGrpSpPr>
            <p:grpSpPr>
              <a:xfrm>
                <a:off x="2812" y="3225"/>
                <a:ext cx="330" cy="547"/>
                <a:chOff x="1254" y="2352"/>
                <a:chExt cx="488" cy="808"/>
              </a:xfrm>
            </p:grpSpPr>
            <p:sp>
              <p:nvSpPr>
                <p:cNvPr id="402" name="Google Shape;402;p22"/>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03" name="Google Shape;403;p22"/>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404" name="Google Shape;404;p22"/>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405" name="Google Shape;405;p22"/>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cxnSp>
          <p:nvCxnSpPr>
            <p:cNvPr id="406" name="Google Shape;406;p22"/>
            <p:cNvCxnSpPr/>
            <p:nvPr/>
          </p:nvCxnSpPr>
          <p:spPr>
            <a:xfrm flipH="1" rot="10800000">
              <a:off x="3911600" y="2374900"/>
              <a:ext cx="1244600" cy="1930400"/>
            </a:xfrm>
            <a:prstGeom prst="straightConnector1">
              <a:avLst/>
            </a:prstGeom>
            <a:noFill/>
            <a:ln cap="flat" cmpd="sng" w="12700">
              <a:solidFill>
                <a:schemeClr val="dk1"/>
              </a:solidFill>
              <a:prstDash val="solid"/>
              <a:round/>
              <a:headEnd len="med" w="med" type="none"/>
              <a:tailEnd len="med" w="med" type="none"/>
            </a:ln>
          </p:spPr>
        </p:cxnSp>
        <p:cxnSp>
          <p:nvCxnSpPr>
            <p:cNvPr id="407" name="Google Shape;407;p22"/>
            <p:cNvCxnSpPr/>
            <p:nvPr/>
          </p:nvCxnSpPr>
          <p:spPr>
            <a:xfrm flipH="1" rot="10800000">
              <a:off x="3949700" y="1778000"/>
              <a:ext cx="1206500" cy="596900"/>
            </a:xfrm>
            <a:prstGeom prst="straightConnector1">
              <a:avLst/>
            </a:prstGeom>
            <a:noFill/>
            <a:ln cap="flat" cmpd="sng" w="12700">
              <a:solidFill>
                <a:schemeClr val="dk1"/>
              </a:solidFill>
              <a:prstDash val="solid"/>
              <a:round/>
              <a:headEnd len="med" w="med" type="none"/>
              <a:tailEnd len="med" w="med" type="none"/>
            </a:ln>
          </p:spPr>
        </p:cxnSp>
        <p:cxnSp>
          <p:nvCxnSpPr>
            <p:cNvPr id="408" name="Google Shape;408;p22"/>
            <p:cNvCxnSpPr/>
            <p:nvPr/>
          </p:nvCxnSpPr>
          <p:spPr>
            <a:xfrm rot="10800000">
              <a:off x="5918200" y="3498850"/>
              <a:ext cx="876300" cy="0"/>
            </a:xfrm>
            <a:prstGeom prst="straightConnector1">
              <a:avLst/>
            </a:prstGeom>
            <a:noFill/>
            <a:ln cap="flat" cmpd="sng" w="12700">
              <a:solidFill>
                <a:schemeClr val="dk1"/>
              </a:solidFill>
              <a:prstDash val="solid"/>
              <a:round/>
              <a:headEnd len="lg" w="lg" type="stealth"/>
              <a:tailEnd len="med" w="med" type="none"/>
            </a:ln>
          </p:spPr>
        </p:cxnSp>
        <p:cxnSp>
          <p:nvCxnSpPr>
            <p:cNvPr id="409" name="Google Shape;409;p22"/>
            <p:cNvCxnSpPr/>
            <p:nvPr/>
          </p:nvCxnSpPr>
          <p:spPr>
            <a:xfrm flipH="1" rot="10800000">
              <a:off x="5918200" y="4803775"/>
              <a:ext cx="1092200" cy="504825"/>
            </a:xfrm>
            <a:prstGeom prst="straightConnector1">
              <a:avLst/>
            </a:prstGeom>
            <a:noFill/>
            <a:ln cap="flat" cmpd="sng" w="12700">
              <a:solidFill>
                <a:schemeClr val="dk1"/>
              </a:solidFill>
              <a:prstDash val="solid"/>
              <a:round/>
              <a:headEnd len="med" w="med" type="none"/>
              <a:tailEnd len="med" w="med" type="none"/>
            </a:ln>
          </p:spPr>
        </p:cxnSp>
        <p:cxnSp>
          <p:nvCxnSpPr>
            <p:cNvPr id="410" name="Google Shape;410;p22"/>
            <p:cNvCxnSpPr/>
            <p:nvPr/>
          </p:nvCxnSpPr>
          <p:spPr>
            <a:xfrm>
              <a:off x="4025900" y="3498850"/>
              <a:ext cx="1206500" cy="0"/>
            </a:xfrm>
            <a:prstGeom prst="straightConnector1">
              <a:avLst/>
            </a:prstGeom>
            <a:noFill/>
            <a:ln cap="flat" cmpd="sng" w="12700">
              <a:solidFill>
                <a:schemeClr val="dk1"/>
              </a:solidFill>
              <a:prstDash val="solid"/>
              <a:round/>
              <a:headEnd len="lg" w="lg" type="stealth"/>
              <a:tailEnd len="med" w="med" type="none"/>
            </a:ln>
          </p:spPr>
        </p:cxnSp>
        <p:cxnSp>
          <p:nvCxnSpPr>
            <p:cNvPr id="411" name="Google Shape;411;p22"/>
            <p:cNvCxnSpPr/>
            <p:nvPr/>
          </p:nvCxnSpPr>
          <p:spPr>
            <a:xfrm flipH="1">
              <a:off x="1282700" y="1746250"/>
              <a:ext cx="939800" cy="622300"/>
            </a:xfrm>
            <a:prstGeom prst="straightConnector1">
              <a:avLst/>
            </a:prstGeom>
            <a:noFill/>
            <a:ln cap="flat" cmpd="sng" w="12700">
              <a:solidFill>
                <a:schemeClr val="dk1"/>
              </a:solidFill>
              <a:prstDash val="solid"/>
              <a:round/>
              <a:headEnd len="lg" w="lg" type="stealth"/>
              <a:tailEnd len="med" w="med" type="none"/>
            </a:ln>
          </p:spPr>
        </p:cxnSp>
        <p:cxnSp>
          <p:nvCxnSpPr>
            <p:cNvPr id="412" name="Google Shape;412;p22"/>
            <p:cNvCxnSpPr/>
            <p:nvPr/>
          </p:nvCxnSpPr>
          <p:spPr>
            <a:xfrm rot="10800000">
              <a:off x="1282700" y="2673350"/>
              <a:ext cx="939800" cy="622300"/>
            </a:xfrm>
            <a:prstGeom prst="straightConnector1">
              <a:avLst/>
            </a:prstGeom>
            <a:noFill/>
            <a:ln cap="flat" cmpd="sng" w="12700">
              <a:solidFill>
                <a:schemeClr val="dk1"/>
              </a:solidFill>
              <a:prstDash val="solid"/>
              <a:round/>
              <a:headEnd len="lg" w="lg" type="stealth"/>
              <a:tailEnd len="med" w="med" type="none"/>
            </a:ln>
          </p:spPr>
        </p:cxnSp>
        <p:cxnSp>
          <p:nvCxnSpPr>
            <p:cNvPr id="413" name="Google Shape;413;p22"/>
            <p:cNvCxnSpPr/>
            <p:nvPr/>
          </p:nvCxnSpPr>
          <p:spPr>
            <a:xfrm flipH="1">
              <a:off x="1282700" y="3689350"/>
              <a:ext cx="939800" cy="622300"/>
            </a:xfrm>
            <a:prstGeom prst="straightConnector1">
              <a:avLst/>
            </a:prstGeom>
            <a:noFill/>
            <a:ln cap="flat" cmpd="sng" w="12700">
              <a:solidFill>
                <a:schemeClr val="dk1"/>
              </a:solidFill>
              <a:prstDash val="solid"/>
              <a:round/>
              <a:headEnd len="lg" w="lg" type="stealth"/>
              <a:tailEnd len="med" w="med" type="none"/>
            </a:ln>
          </p:spPr>
        </p:cxnSp>
        <p:cxnSp>
          <p:nvCxnSpPr>
            <p:cNvPr id="414" name="Google Shape;414;p22"/>
            <p:cNvCxnSpPr/>
            <p:nvPr/>
          </p:nvCxnSpPr>
          <p:spPr>
            <a:xfrm rot="10800000">
              <a:off x="1282700" y="4616450"/>
              <a:ext cx="939800" cy="622300"/>
            </a:xfrm>
            <a:prstGeom prst="straightConnector1">
              <a:avLst/>
            </a:prstGeom>
            <a:noFill/>
            <a:ln cap="flat" cmpd="sng" w="12700">
              <a:solidFill>
                <a:schemeClr val="dk1"/>
              </a:solidFill>
              <a:prstDash val="solid"/>
              <a:round/>
              <a:headEnd len="lg" w="lg" type="stealth"/>
              <a:tailEnd len="med" w="med" type="none"/>
            </a:ln>
          </p:spPr>
        </p:cxnSp>
        <p:cxnSp>
          <p:nvCxnSpPr>
            <p:cNvPr id="415" name="Google Shape;415;p22"/>
            <p:cNvCxnSpPr/>
            <p:nvPr/>
          </p:nvCxnSpPr>
          <p:spPr>
            <a:xfrm flipH="1">
              <a:off x="5918200" y="2643188"/>
              <a:ext cx="1062038" cy="703262"/>
            </a:xfrm>
            <a:prstGeom prst="straightConnector1">
              <a:avLst/>
            </a:prstGeom>
            <a:noFill/>
            <a:ln cap="flat" cmpd="sng" w="12700">
              <a:solidFill>
                <a:schemeClr val="dk1"/>
              </a:solidFill>
              <a:prstDash val="solid"/>
              <a:round/>
              <a:headEnd len="lg" w="lg" type="stealth"/>
              <a:tailEnd len="med" w="med" type="none"/>
            </a:ln>
          </p:spPr>
        </p:cxnSp>
        <p:cxnSp>
          <p:nvCxnSpPr>
            <p:cNvPr id="416" name="Google Shape;416;p22"/>
            <p:cNvCxnSpPr/>
            <p:nvPr/>
          </p:nvCxnSpPr>
          <p:spPr>
            <a:xfrm rot="10800000">
              <a:off x="5918200" y="3651250"/>
              <a:ext cx="1041400" cy="688975"/>
            </a:xfrm>
            <a:prstGeom prst="straightConnector1">
              <a:avLst/>
            </a:prstGeom>
            <a:noFill/>
            <a:ln cap="flat" cmpd="sng" w="12700">
              <a:solidFill>
                <a:schemeClr val="dk1"/>
              </a:solidFill>
              <a:prstDash val="solid"/>
              <a:round/>
              <a:headEnd len="lg" w="lg" type="stealth"/>
              <a:tailEnd len="med" w="med" type="none"/>
            </a:ln>
          </p:spPr>
        </p:cxn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3"/>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46888" lvl="1" marL="640080" rtl="0" algn="l">
              <a:spcBef>
                <a:spcPts val="0"/>
              </a:spcBef>
              <a:spcAft>
                <a:spcPts val="0"/>
              </a:spcAft>
              <a:buSzPts val="2040"/>
              <a:buChar char="⚫"/>
            </a:pPr>
            <a:r>
              <a:rPr lang="en-US"/>
              <a:t>Từ điển thuật ngữ (Glossary)</a:t>
            </a:r>
            <a:endParaRPr/>
          </a:p>
          <a:p>
            <a:pPr indent="-246887" lvl="2" marL="914400" rtl="0" algn="l">
              <a:spcBef>
                <a:spcPts val="420"/>
              </a:spcBef>
              <a:spcAft>
                <a:spcPts val="0"/>
              </a:spcAft>
              <a:buSzPts val="1470"/>
              <a:buChar char="⚫"/>
            </a:pPr>
            <a:r>
              <a:rPr lang="en-US"/>
              <a:t>Bao gồm các thuật ngữ trong miền của hệ thống, được mô tả ở dạng văn bản và được dùng chung cho tất cả các mô hình của hệ thống.</a:t>
            </a:r>
            <a:endParaRPr/>
          </a:p>
          <a:p>
            <a:pPr indent="-246887" lvl="2" marL="914400" rtl="0" algn="l">
              <a:spcBef>
                <a:spcPts val="420"/>
              </a:spcBef>
              <a:spcAft>
                <a:spcPts val="0"/>
              </a:spcAft>
              <a:buSzPts val="1470"/>
              <a:buChar char="⚫"/>
            </a:pPr>
            <a:r>
              <a:rPr lang="en-US"/>
              <a:t>Định nghĩa các thuật ngữ quan trọng.</a:t>
            </a:r>
            <a:endParaRPr/>
          </a:p>
          <a:p>
            <a:pPr indent="-246887" lvl="2" marL="914400" rtl="0" algn="l">
              <a:spcBef>
                <a:spcPts val="420"/>
              </a:spcBef>
              <a:spcAft>
                <a:spcPts val="0"/>
              </a:spcAft>
              <a:buSzPts val="1470"/>
              <a:buChar char="⚫"/>
            </a:pPr>
            <a:r>
              <a:rPr lang="en-US"/>
              <a:t>Mục đích</a:t>
            </a:r>
            <a:endParaRPr/>
          </a:p>
          <a:p>
            <a:pPr indent="-210311" lvl="3" marL="1188720" rtl="0" algn="l">
              <a:spcBef>
                <a:spcPts val="400"/>
              </a:spcBef>
              <a:spcAft>
                <a:spcPts val="0"/>
              </a:spcAft>
              <a:buSzPts val="1300"/>
              <a:buChar char="⚫"/>
            </a:pPr>
            <a:r>
              <a:rPr lang="en-US"/>
              <a:t>Thống nhất thuật ngữ</a:t>
            </a:r>
            <a:endParaRPr/>
          </a:p>
          <a:p>
            <a:pPr indent="-210311" lvl="3" marL="1188720" rtl="0" algn="l">
              <a:spcBef>
                <a:spcPts val="400"/>
              </a:spcBef>
              <a:spcAft>
                <a:spcPts val="0"/>
              </a:spcAft>
              <a:buSzPts val="1300"/>
              <a:buChar char="⚫"/>
            </a:pPr>
            <a:r>
              <a:rPr lang="en-US"/>
              <a:t>Thuật tiện giao tiếp</a:t>
            </a:r>
            <a:endParaRPr/>
          </a:p>
          <a:p>
            <a:pPr indent="-246887" lvl="2" marL="914400" rtl="0" algn="l">
              <a:spcBef>
                <a:spcPts val="420"/>
              </a:spcBef>
              <a:spcAft>
                <a:spcPts val="0"/>
              </a:spcAft>
              <a:buSzPts val="1470"/>
              <a:buChar char="⚫"/>
            </a:pPr>
            <a:r>
              <a:rPr lang="en-US"/>
              <a:t>Được tạo ra trong giai đoạn đầu – Pha khởi đầu (Inception) và pha chi tiết (Elaboration).</a:t>
            </a:r>
            <a:endParaRPr/>
          </a:p>
          <a:p>
            <a:pPr indent="-153543" lvl="2" marL="914400" rtl="0" algn="l">
              <a:spcBef>
                <a:spcPts val="420"/>
              </a:spcBef>
              <a:spcAft>
                <a:spcPts val="0"/>
              </a:spcAft>
              <a:buSzPts val="1470"/>
              <a:buNone/>
            </a:pPr>
            <a:r>
              <a:t/>
            </a:r>
            <a:endParaRPr/>
          </a:p>
          <a:p>
            <a:pPr indent="-117475" lvl="0" marL="274320" rtl="0" algn="l">
              <a:spcBef>
                <a:spcPts val="520"/>
              </a:spcBef>
              <a:spcAft>
                <a:spcPts val="0"/>
              </a:spcAft>
              <a:buSzPts val="2470"/>
              <a:buNone/>
            </a:pPr>
            <a:r>
              <a:t/>
            </a:r>
            <a:endParaRPr/>
          </a:p>
        </p:txBody>
      </p:sp>
      <p:sp>
        <p:nvSpPr>
          <p:cNvPr id="422" name="Google Shape;422;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4"/>
          <p:cNvSpPr txBox="1"/>
          <p:nvPr>
            <p:ph idx="1" type="body"/>
          </p:nvPr>
        </p:nvSpPr>
        <p:spPr>
          <a:xfrm>
            <a:off x="457200" y="762000"/>
            <a:ext cx="8229600" cy="3581400"/>
          </a:xfrm>
          <a:prstGeom prst="rect">
            <a:avLst/>
          </a:prstGeom>
          <a:noFill/>
          <a:ln>
            <a:noFill/>
          </a:ln>
        </p:spPr>
        <p:txBody>
          <a:bodyPr anchorCtr="0" anchor="t" bIns="45700" lIns="91425" spcFirstLastPara="1" rIns="91425" wrap="square" tIns="45700">
            <a:normAutofit/>
          </a:bodyPr>
          <a:lstStyle/>
          <a:p>
            <a:pPr indent="-274320" lvl="1" marL="274320" rtl="0" algn="l">
              <a:spcBef>
                <a:spcPts val="0"/>
              </a:spcBef>
              <a:spcAft>
                <a:spcPts val="0"/>
              </a:spcAft>
              <a:buClr>
                <a:schemeClr val="accent3"/>
              </a:buClr>
              <a:buSzPts val="2280"/>
              <a:buChar char="⚫"/>
            </a:pPr>
            <a:r>
              <a:rPr lang="en-US"/>
              <a:t>Đặc tả bổ sung (Supplementary Specification)</a:t>
            </a:r>
            <a:endParaRPr/>
          </a:p>
          <a:p>
            <a:pPr indent="-246888" lvl="1" marL="640080" rtl="0" algn="l">
              <a:spcBef>
                <a:spcPts val="480"/>
              </a:spcBef>
              <a:spcAft>
                <a:spcPts val="0"/>
              </a:spcAft>
              <a:buSzPts val="2040"/>
              <a:buChar char="⚫"/>
            </a:pPr>
            <a:r>
              <a:rPr lang="en-US"/>
              <a:t>Chức năng</a:t>
            </a:r>
            <a:endParaRPr/>
          </a:p>
          <a:p>
            <a:pPr indent="-246888" lvl="1" marL="640080" rtl="0" algn="l">
              <a:spcBef>
                <a:spcPts val="480"/>
              </a:spcBef>
              <a:spcAft>
                <a:spcPts val="0"/>
              </a:spcAft>
              <a:buSzPts val="2040"/>
              <a:buChar char="⚫"/>
            </a:pPr>
            <a:r>
              <a:rPr lang="en-US"/>
              <a:t>Tính khả dụng (Usability)</a:t>
            </a:r>
            <a:endParaRPr/>
          </a:p>
          <a:p>
            <a:pPr indent="-246888" lvl="1" marL="640080" rtl="0" algn="l">
              <a:spcBef>
                <a:spcPts val="480"/>
              </a:spcBef>
              <a:spcAft>
                <a:spcPts val="0"/>
              </a:spcAft>
              <a:buSzPts val="2040"/>
              <a:buChar char="⚫"/>
            </a:pPr>
            <a:r>
              <a:rPr lang="en-US"/>
              <a:t>Độ tin cậy (Reliability)</a:t>
            </a:r>
            <a:endParaRPr/>
          </a:p>
          <a:p>
            <a:pPr indent="-246888" lvl="1" marL="640080" rtl="0" algn="l">
              <a:spcBef>
                <a:spcPts val="480"/>
              </a:spcBef>
              <a:spcAft>
                <a:spcPts val="0"/>
              </a:spcAft>
              <a:buSzPts val="2040"/>
              <a:buChar char="⚫"/>
            </a:pPr>
            <a:r>
              <a:rPr lang="en-US"/>
              <a:t>Hiệu năng (Performance)</a:t>
            </a:r>
            <a:endParaRPr/>
          </a:p>
          <a:p>
            <a:pPr indent="-246888" lvl="1" marL="640080" rtl="0" algn="l">
              <a:spcBef>
                <a:spcPts val="480"/>
              </a:spcBef>
              <a:spcAft>
                <a:spcPts val="0"/>
              </a:spcAft>
              <a:buSzPts val="2040"/>
              <a:buChar char="⚫"/>
            </a:pPr>
            <a:r>
              <a:rPr lang="en-US"/>
              <a:t>Khả năng hỗ trợ (Supportability)</a:t>
            </a:r>
            <a:endParaRPr/>
          </a:p>
          <a:p>
            <a:pPr indent="-246888" lvl="1" marL="640080" rtl="0" algn="l">
              <a:spcBef>
                <a:spcPts val="480"/>
              </a:spcBef>
              <a:spcAft>
                <a:spcPts val="0"/>
              </a:spcAft>
              <a:buSzPts val="2040"/>
              <a:buChar char="⚫"/>
            </a:pPr>
            <a:r>
              <a:rPr lang="en-US"/>
              <a:t>Ràng buộc về thiết kế (Design constraints)</a:t>
            </a:r>
            <a:endParaRPr/>
          </a:p>
          <a:p>
            <a:pPr indent="-117475" lvl="0" marL="274320" rtl="0" algn="l">
              <a:spcBef>
                <a:spcPts val="520"/>
              </a:spcBef>
              <a:spcAft>
                <a:spcPts val="0"/>
              </a:spcAft>
              <a:buSzPts val="2470"/>
              <a:buNone/>
            </a:pPr>
            <a:r>
              <a:t/>
            </a:r>
            <a:endParaRPr/>
          </a:p>
          <a:p>
            <a:pPr indent="-147637" lvl="2" marL="548640" rtl="0" algn="l">
              <a:spcBef>
                <a:spcPts val="420"/>
              </a:spcBef>
              <a:spcAft>
                <a:spcPts val="0"/>
              </a:spcAft>
              <a:buClr>
                <a:schemeClr val="accent3"/>
              </a:buClr>
              <a:buSzPts val="1995"/>
              <a:buNone/>
            </a:pPr>
            <a:r>
              <a:t/>
            </a:r>
            <a:endParaRPr/>
          </a:p>
          <a:p>
            <a:pPr indent="-117475" lvl="0" marL="274320" rtl="0" algn="l">
              <a:spcBef>
                <a:spcPts val="520"/>
              </a:spcBef>
              <a:spcAft>
                <a:spcPts val="0"/>
              </a:spcAft>
              <a:buSzPts val="2470"/>
              <a:buNone/>
            </a:pPr>
            <a:r>
              <a:t/>
            </a:r>
            <a:endParaRPr/>
          </a:p>
        </p:txBody>
      </p:sp>
      <p:sp>
        <p:nvSpPr>
          <p:cNvPr id="428" name="Google Shape;428;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5"/>
          <p:cNvSpPr txBox="1"/>
          <p:nvPr>
            <p:ph idx="1" type="body"/>
          </p:nvPr>
        </p:nvSpPr>
        <p:spPr>
          <a:xfrm>
            <a:off x="457200" y="914400"/>
            <a:ext cx="8229600" cy="5410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Đặc tả ca sử dụng</a:t>
            </a:r>
            <a:endParaRPr/>
          </a:p>
        </p:txBody>
      </p:sp>
      <p:sp>
        <p:nvSpPr>
          <p:cNvPr id="434" name="Google Shape;434;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435" name="Google Shape;435;p25"/>
          <p:cNvSpPr txBox="1"/>
          <p:nvPr/>
        </p:nvSpPr>
        <p:spPr>
          <a:xfrm>
            <a:off x="457200" y="1600200"/>
            <a:ext cx="4114800" cy="4525963"/>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90000"/>
              </a:lnSpc>
              <a:spcBef>
                <a:spcPts val="0"/>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Tên</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Mô tả ngắn gọn</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Luồng sự kiện</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Các quan hệ</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Các lược đồ hoạt động (activity diagram)</a:t>
            </a:r>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Các lược đồ ca sử dụng</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Các yêu cầu cụ thể</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Tiền điều kiện</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Hậu điều kiện</a:t>
            </a:r>
            <a:endParaRPr b="0" i="0" sz="2405" u="none" cap="none" strike="noStrike">
              <a:solidFill>
                <a:schemeClr val="dk1"/>
              </a:solidFill>
              <a:latin typeface="Constantia"/>
              <a:ea typeface="Constantia"/>
              <a:cs typeface="Constantia"/>
              <a:sym typeface="Constantia"/>
            </a:endParaRPr>
          </a:p>
          <a:p>
            <a:pPr indent="-274320" lvl="0" marL="274320" marR="0" rtl="0" algn="l">
              <a:lnSpc>
                <a:spcPct val="9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Các lược đồ khác</a:t>
            </a:r>
            <a:endParaRPr b="0" i="0" sz="2405" u="none" cap="none" strike="noStrike">
              <a:solidFill>
                <a:schemeClr val="dk1"/>
              </a:solidFill>
              <a:latin typeface="Constantia"/>
              <a:ea typeface="Constantia"/>
              <a:cs typeface="Constantia"/>
              <a:sym typeface="Constantia"/>
            </a:endParaRPr>
          </a:p>
        </p:txBody>
      </p:sp>
      <p:sp>
        <p:nvSpPr>
          <p:cNvPr id="436" name="Google Shape;436;p25"/>
          <p:cNvSpPr/>
          <p:nvPr/>
        </p:nvSpPr>
        <p:spPr>
          <a:xfrm>
            <a:off x="4381500" y="1508125"/>
            <a:ext cx="4343400" cy="4816475"/>
          </a:xfrm>
          <a:prstGeom prst="rect">
            <a:avLst/>
          </a:prstGeom>
          <a:noFill/>
          <a:ln cap="flat" cmpd="sng" w="28575">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437" name="Google Shape;437;p25"/>
          <p:cNvGrpSpPr/>
          <p:nvPr/>
        </p:nvGrpSpPr>
        <p:grpSpPr>
          <a:xfrm>
            <a:off x="4533900" y="1660525"/>
            <a:ext cx="4343400" cy="4816475"/>
            <a:chOff x="4381500" y="1143000"/>
            <a:chExt cx="4343400" cy="4816475"/>
          </a:xfrm>
        </p:grpSpPr>
        <p:sp>
          <p:nvSpPr>
            <p:cNvPr id="438" name="Google Shape;438;p25"/>
            <p:cNvSpPr/>
            <p:nvPr/>
          </p:nvSpPr>
          <p:spPr>
            <a:xfrm>
              <a:off x="4381500" y="1143000"/>
              <a:ext cx="4343400" cy="4816475"/>
            </a:xfrm>
            <a:prstGeom prst="rect">
              <a:avLst/>
            </a:prstGeom>
            <a:noFill/>
            <a:ln cap="flat" cmpd="sng" w="28575">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439" name="Google Shape;439;p25"/>
            <p:cNvGrpSpPr/>
            <p:nvPr/>
          </p:nvGrpSpPr>
          <p:grpSpPr>
            <a:xfrm>
              <a:off x="5334000" y="3746500"/>
              <a:ext cx="1162051" cy="1600200"/>
              <a:chOff x="365" y="2533"/>
              <a:chExt cx="754" cy="1008"/>
            </a:xfrm>
          </p:grpSpPr>
          <p:sp>
            <p:nvSpPr>
              <p:cNvPr id="440" name="Google Shape;440;p25"/>
              <p:cNvSpPr/>
              <p:nvPr/>
            </p:nvSpPr>
            <p:spPr>
              <a:xfrm>
                <a:off x="365" y="2533"/>
                <a:ext cx="624" cy="28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41" name="Google Shape;441;p25"/>
              <p:cNvSpPr/>
              <p:nvPr/>
            </p:nvSpPr>
            <p:spPr>
              <a:xfrm>
                <a:off x="687" y="2821"/>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42" name="Google Shape;442;p25"/>
              <p:cNvCxnSpPr/>
              <p:nvPr/>
            </p:nvCxnSpPr>
            <p:spPr>
              <a:xfrm>
                <a:off x="975" y="2821"/>
                <a:ext cx="144" cy="144"/>
              </a:xfrm>
              <a:prstGeom prst="straightConnector1">
                <a:avLst/>
              </a:prstGeom>
              <a:noFill/>
              <a:ln cap="flat" cmpd="sng" w="28575">
                <a:solidFill>
                  <a:schemeClr val="dk1"/>
                </a:solidFill>
                <a:prstDash val="solid"/>
                <a:round/>
                <a:headEnd len="sm" w="sm" type="none"/>
                <a:tailEnd len="sm" w="sm" type="none"/>
              </a:ln>
            </p:spPr>
          </p:cxnSp>
          <p:cxnSp>
            <p:nvCxnSpPr>
              <p:cNvPr id="443" name="Google Shape;443;p25"/>
              <p:cNvCxnSpPr/>
              <p:nvPr/>
            </p:nvCxnSpPr>
            <p:spPr>
              <a:xfrm>
                <a:off x="975" y="2821"/>
                <a:ext cx="0" cy="144"/>
              </a:xfrm>
              <a:prstGeom prst="straightConnector1">
                <a:avLst/>
              </a:prstGeom>
              <a:noFill/>
              <a:ln cap="flat" cmpd="sng" w="28575">
                <a:solidFill>
                  <a:schemeClr val="dk1"/>
                </a:solidFill>
                <a:prstDash val="solid"/>
                <a:round/>
                <a:headEnd len="sm" w="sm" type="none"/>
                <a:tailEnd len="sm" w="sm" type="none"/>
              </a:ln>
            </p:spPr>
          </p:cxnSp>
          <p:cxnSp>
            <p:nvCxnSpPr>
              <p:cNvPr id="444" name="Google Shape;444;p25"/>
              <p:cNvCxnSpPr/>
              <p:nvPr/>
            </p:nvCxnSpPr>
            <p:spPr>
              <a:xfrm rot="10800000">
                <a:off x="975" y="2965"/>
                <a:ext cx="144" cy="0"/>
              </a:xfrm>
              <a:prstGeom prst="straightConnector1">
                <a:avLst/>
              </a:prstGeom>
              <a:noFill/>
              <a:ln cap="flat" cmpd="sng" w="28575">
                <a:solidFill>
                  <a:schemeClr val="dk1"/>
                </a:solidFill>
                <a:prstDash val="solid"/>
                <a:round/>
                <a:headEnd len="sm" w="sm" type="none"/>
                <a:tailEnd len="sm" w="sm" type="none"/>
              </a:ln>
            </p:spPr>
          </p:cxnSp>
          <p:cxnSp>
            <p:nvCxnSpPr>
              <p:cNvPr id="445" name="Google Shape;445;p25"/>
              <p:cNvCxnSpPr/>
              <p:nvPr/>
            </p:nvCxnSpPr>
            <p:spPr>
              <a:xfrm>
                <a:off x="735" y="3061"/>
                <a:ext cx="336" cy="0"/>
              </a:xfrm>
              <a:prstGeom prst="straightConnector1">
                <a:avLst/>
              </a:prstGeom>
              <a:noFill/>
              <a:ln cap="flat" cmpd="sng" w="28575">
                <a:solidFill>
                  <a:schemeClr val="dk1"/>
                </a:solidFill>
                <a:prstDash val="solid"/>
                <a:round/>
                <a:headEnd len="sm" w="sm" type="none"/>
                <a:tailEnd len="sm" w="sm" type="none"/>
              </a:ln>
            </p:spPr>
          </p:cxnSp>
          <p:cxnSp>
            <p:nvCxnSpPr>
              <p:cNvPr id="446" name="Google Shape;446;p25"/>
              <p:cNvCxnSpPr/>
              <p:nvPr/>
            </p:nvCxnSpPr>
            <p:spPr>
              <a:xfrm>
                <a:off x="735" y="3109"/>
                <a:ext cx="336" cy="0"/>
              </a:xfrm>
              <a:prstGeom prst="straightConnector1">
                <a:avLst/>
              </a:prstGeom>
              <a:noFill/>
              <a:ln cap="flat" cmpd="sng" w="28575">
                <a:solidFill>
                  <a:schemeClr val="dk1"/>
                </a:solidFill>
                <a:prstDash val="solid"/>
                <a:round/>
                <a:headEnd len="sm" w="sm" type="none"/>
                <a:tailEnd len="sm" w="sm" type="none"/>
              </a:ln>
            </p:spPr>
          </p:cxnSp>
          <p:cxnSp>
            <p:nvCxnSpPr>
              <p:cNvPr id="447" name="Google Shape;447;p25"/>
              <p:cNvCxnSpPr/>
              <p:nvPr/>
            </p:nvCxnSpPr>
            <p:spPr>
              <a:xfrm>
                <a:off x="735" y="3157"/>
                <a:ext cx="336" cy="0"/>
              </a:xfrm>
              <a:prstGeom prst="straightConnector1">
                <a:avLst/>
              </a:prstGeom>
              <a:noFill/>
              <a:ln cap="flat" cmpd="sng" w="28575">
                <a:solidFill>
                  <a:schemeClr val="dk1"/>
                </a:solidFill>
                <a:prstDash val="solid"/>
                <a:round/>
                <a:headEnd len="sm" w="sm" type="none"/>
                <a:tailEnd len="sm" w="sm" type="none"/>
              </a:ln>
            </p:spPr>
          </p:cxnSp>
          <p:cxnSp>
            <p:nvCxnSpPr>
              <p:cNvPr id="448" name="Google Shape;448;p25"/>
              <p:cNvCxnSpPr/>
              <p:nvPr/>
            </p:nvCxnSpPr>
            <p:spPr>
              <a:xfrm>
                <a:off x="735" y="3253"/>
                <a:ext cx="336" cy="0"/>
              </a:xfrm>
              <a:prstGeom prst="straightConnector1">
                <a:avLst/>
              </a:prstGeom>
              <a:noFill/>
              <a:ln cap="flat" cmpd="sng" w="28575">
                <a:solidFill>
                  <a:schemeClr val="dk1"/>
                </a:solidFill>
                <a:prstDash val="solid"/>
                <a:round/>
                <a:headEnd len="sm" w="sm" type="none"/>
                <a:tailEnd len="sm" w="sm" type="none"/>
              </a:ln>
            </p:spPr>
          </p:cxnSp>
          <p:cxnSp>
            <p:nvCxnSpPr>
              <p:cNvPr id="449" name="Google Shape;449;p25"/>
              <p:cNvCxnSpPr/>
              <p:nvPr/>
            </p:nvCxnSpPr>
            <p:spPr>
              <a:xfrm>
                <a:off x="735" y="3205"/>
                <a:ext cx="336" cy="0"/>
              </a:xfrm>
              <a:prstGeom prst="straightConnector1">
                <a:avLst/>
              </a:prstGeom>
              <a:noFill/>
              <a:ln cap="flat" cmpd="sng" w="28575">
                <a:solidFill>
                  <a:schemeClr val="dk1"/>
                </a:solidFill>
                <a:prstDash val="solid"/>
                <a:round/>
                <a:headEnd len="sm" w="sm" type="none"/>
                <a:tailEnd len="sm" w="sm" type="none"/>
              </a:ln>
            </p:spPr>
          </p:cxnSp>
          <p:cxnSp>
            <p:nvCxnSpPr>
              <p:cNvPr id="450" name="Google Shape;450;p25"/>
              <p:cNvCxnSpPr/>
              <p:nvPr/>
            </p:nvCxnSpPr>
            <p:spPr>
              <a:xfrm>
                <a:off x="735" y="3301"/>
                <a:ext cx="336" cy="0"/>
              </a:xfrm>
              <a:prstGeom prst="straightConnector1">
                <a:avLst/>
              </a:prstGeom>
              <a:noFill/>
              <a:ln cap="flat" cmpd="sng" w="28575">
                <a:solidFill>
                  <a:schemeClr val="dk1"/>
                </a:solidFill>
                <a:prstDash val="solid"/>
                <a:round/>
                <a:headEnd len="sm" w="sm" type="none"/>
                <a:tailEnd len="sm" w="sm" type="none"/>
              </a:ln>
            </p:spPr>
          </p:cxnSp>
          <p:cxnSp>
            <p:nvCxnSpPr>
              <p:cNvPr id="451" name="Google Shape;451;p25"/>
              <p:cNvCxnSpPr/>
              <p:nvPr/>
            </p:nvCxnSpPr>
            <p:spPr>
              <a:xfrm>
                <a:off x="735" y="3349"/>
                <a:ext cx="336" cy="0"/>
              </a:xfrm>
              <a:prstGeom prst="straightConnector1">
                <a:avLst/>
              </a:prstGeom>
              <a:noFill/>
              <a:ln cap="flat" cmpd="sng" w="28575">
                <a:solidFill>
                  <a:schemeClr val="dk1"/>
                </a:solidFill>
                <a:prstDash val="solid"/>
                <a:round/>
                <a:headEnd len="sm" w="sm" type="none"/>
                <a:tailEnd len="sm" w="sm" type="none"/>
              </a:ln>
            </p:spPr>
          </p:cxnSp>
          <p:cxnSp>
            <p:nvCxnSpPr>
              <p:cNvPr id="452" name="Google Shape;452;p25"/>
              <p:cNvCxnSpPr/>
              <p:nvPr/>
            </p:nvCxnSpPr>
            <p:spPr>
              <a:xfrm>
                <a:off x="735" y="3397"/>
                <a:ext cx="336" cy="0"/>
              </a:xfrm>
              <a:prstGeom prst="straightConnector1">
                <a:avLst/>
              </a:prstGeom>
              <a:noFill/>
              <a:ln cap="flat" cmpd="sng" w="28575">
                <a:solidFill>
                  <a:schemeClr val="dk1"/>
                </a:solidFill>
                <a:prstDash val="solid"/>
                <a:round/>
                <a:headEnd len="sm" w="sm" type="none"/>
                <a:tailEnd len="sm" w="sm" type="none"/>
              </a:ln>
            </p:spPr>
          </p:cxnSp>
          <p:cxnSp>
            <p:nvCxnSpPr>
              <p:cNvPr id="453" name="Google Shape;453;p25"/>
              <p:cNvCxnSpPr/>
              <p:nvPr/>
            </p:nvCxnSpPr>
            <p:spPr>
              <a:xfrm>
                <a:off x="735" y="3445"/>
                <a:ext cx="336" cy="0"/>
              </a:xfrm>
              <a:prstGeom prst="straightConnector1">
                <a:avLst/>
              </a:prstGeom>
              <a:noFill/>
              <a:ln cap="flat" cmpd="sng" w="28575">
                <a:solidFill>
                  <a:schemeClr val="dk1"/>
                </a:solidFill>
                <a:prstDash val="solid"/>
                <a:round/>
                <a:headEnd len="sm" w="sm" type="none"/>
                <a:tailEnd len="sm" w="sm" type="none"/>
              </a:ln>
            </p:spPr>
          </p:cxnSp>
          <p:cxnSp>
            <p:nvCxnSpPr>
              <p:cNvPr id="454" name="Google Shape;454;p25"/>
              <p:cNvCxnSpPr/>
              <p:nvPr/>
            </p:nvCxnSpPr>
            <p:spPr>
              <a:xfrm>
                <a:off x="735" y="3493"/>
                <a:ext cx="336" cy="0"/>
              </a:xfrm>
              <a:prstGeom prst="straightConnector1">
                <a:avLst/>
              </a:prstGeom>
              <a:noFill/>
              <a:ln cap="flat" cmpd="sng" w="28575">
                <a:solidFill>
                  <a:schemeClr val="dk1"/>
                </a:solidFill>
                <a:prstDash val="solid"/>
                <a:round/>
                <a:headEnd len="sm" w="sm" type="none"/>
                <a:tailEnd len="sm" w="sm" type="none"/>
              </a:ln>
            </p:spPr>
          </p:cxnSp>
          <p:cxnSp>
            <p:nvCxnSpPr>
              <p:cNvPr id="455" name="Google Shape;455;p25"/>
              <p:cNvCxnSpPr/>
              <p:nvPr/>
            </p:nvCxnSpPr>
            <p:spPr>
              <a:xfrm>
                <a:off x="735" y="3013"/>
                <a:ext cx="336" cy="0"/>
              </a:xfrm>
              <a:prstGeom prst="straightConnector1">
                <a:avLst/>
              </a:prstGeom>
              <a:noFill/>
              <a:ln cap="flat" cmpd="sng" w="28575">
                <a:solidFill>
                  <a:schemeClr val="dk1"/>
                </a:solidFill>
                <a:prstDash val="solid"/>
                <a:round/>
                <a:headEnd len="sm" w="sm" type="none"/>
                <a:tailEnd len="sm" w="sm" type="none"/>
              </a:ln>
            </p:spPr>
          </p:cxnSp>
          <p:cxnSp>
            <p:nvCxnSpPr>
              <p:cNvPr id="456" name="Google Shape;456;p25"/>
              <p:cNvCxnSpPr/>
              <p:nvPr/>
            </p:nvCxnSpPr>
            <p:spPr>
              <a:xfrm>
                <a:off x="735" y="2917"/>
                <a:ext cx="209" cy="0"/>
              </a:xfrm>
              <a:prstGeom prst="straightConnector1">
                <a:avLst/>
              </a:prstGeom>
              <a:noFill/>
              <a:ln cap="flat" cmpd="sng" w="28575">
                <a:solidFill>
                  <a:schemeClr val="dk1"/>
                </a:solidFill>
                <a:prstDash val="solid"/>
                <a:round/>
                <a:headEnd len="sm" w="sm" type="none"/>
                <a:tailEnd len="sm" w="sm" type="none"/>
              </a:ln>
            </p:spPr>
          </p:cxnSp>
          <p:cxnSp>
            <p:nvCxnSpPr>
              <p:cNvPr id="457" name="Google Shape;457;p25"/>
              <p:cNvCxnSpPr/>
              <p:nvPr/>
            </p:nvCxnSpPr>
            <p:spPr>
              <a:xfrm>
                <a:off x="735" y="2869"/>
                <a:ext cx="209" cy="0"/>
              </a:xfrm>
              <a:prstGeom prst="straightConnector1">
                <a:avLst/>
              </a:prstGeom>
              <a:noFill/>
              <a:ln cap="flat" cmpd="sng" w="28575">
                <a:solidFill>
                  <a:schemeClr val="dk1"/>
                </a:solidFill>
                <a:prstDash val="solid"/>
                <a:round/>
                <a:headEnd len="sm" w="sm" type="none"/>
                <a:tailEnd len="sm" w="sm" type="none"/>
              </a:ln>
            </p:spPr>
          </p:cxnSp>
          <p:cxnSp>
            <p:nvCxnSpPr>
              <p:cNvPr id="458" name="Google Shape;458;p25"/>
              <p:cNvCxnSpPr/>
              <p:nvPr/>
            </p:nvCxnSpPr>
            <p:spPr>
              <a:xfrm>
                <a:off x="735" y="2965"/>
                <a:ext cx="209" cy="0"/>
              </a:xfrm>
              <a:prstGeom prst="straightConnector1">
                <a:avLst/>
              </a:prstGeom>
              <a:noFill/>
              <a:ln cap="flat" cmpd="sng" w="28575">
                <a:solidFill>
                  <a:schemeClr val="dk1"/>
                </a:solidFill>
                <a:prstDash val="solid"/>
                <a:round/>
                <a:headEnd len="sm" w="sm" type="none"/>
                <a:tailEnd len="sm" w="sm" type="none"/>
              </a:ln>
            </p:spPr>
          </p:cxnSp>
        </p:grpSp>
        <p:sp>
          <p:nvSpPr>
            <p:cNvPr id="459" name="Google Shape;459;p25"/>
            <p:cNvSpPr txBox="1"/>
            <p:nvPr/>
          </p:nvSpPr>
          <p:spPr>
            <a:xfrm>
              <a:off x="5229225" y="5422900"/>
              <a:ext cx="18738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nstantia"/>
                  <a:ea typeface="Constantia"/>
                  <a:cs typeface="Constantia"/>
                  <a:sym typeface="Constantia"/>
                </a:rPr>
                <a:t>Đặc tả ca sử dụng</a:t>
              </a:r>
              <a:endParaRPr b="1" sz="1800">
                <a:solidFill>
                  <a:schemeClr val="dk1"/>
                </a:solidFill>
                <a:latin typeface="Constantia"/>
                <a:ea typeface="Constantia"/>
                <a:cs typeface="Constantia"/>
                <a:sym typeface="Constantia"/>
              </a:endParaRPr>
            </a:p>
          </p:txBody>
        </p:sp>
        <p:grpSp>
          <p:nvGrpSpPr>
            <p:cNvPr id="460" name="Google Shape;460;p25"/>
            <p:cNvGrpSpPr/>
            <p:nvPr/>
          </p:nvGrpSpPr>
          <p:grpSpPr>
            <a:xfrm>
              <a:off x="6591300" y="3746500"/>
              <a:ext cx="1160463" cy="1600200"/>
              <a:chOff x="365" y="2533"/>
              <a:chExt cx="754" cy="1008"/>
            </a:xfrm>
          </p:grpSpPr>
          <p:sp>
            <p:nvSpPr>
              <p:cNvPr id="461" name="Google Shape;461;p25"/>
              <p:cNvSpPr/>
              <p:nvPr/>
            </p:nvSpPr>
            <p:spPr>
              <a:xfrm>
                <a:off x="365" y="2533"/>
                <a:ext cx="624" cy="28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2" name="Google Shape;462;p25"/>
              <p:cNvSpPr/>
              <p:nvPr/>
            </p:nvSpPr>
            <p:spPr>
              <a:xfrm>
                <a:off x="687" y="2821"/>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63" name="Google Shape;463;p25"/>
              <p:cNvCxnSpPr/>
              <p:nvPr/>
            </p:nvCxnSpPr>
            <p:spPr>
              <a:xfrm>
                <a:off x="975" y="2821"/>
                <a:ext cx="144" cy="144"/>
              </a:xfrm>
              <a:prstGeom prst="straightConnector1">
                <a:avLst/>
              </a:prstGeom>
              <a:noFill/>
              <a:ln cap="flat" cmpd="sng" w="28575">
                <a:solidFill>
                  <a:schemeClr val="dk1"/>
                </a:solidFill>
                <a:prstDash val="solid"/>
                <a:round/>
                <a:headEnd len="sm" w="sm" type="none"/>
                <a:tailEnd len="sm" w="sm" type="none"/>
              </a:ln>
            </p:spPr>
          </p:cxnSp>
          <p:cxnSp>
            <p:nvCxnSpPr>
              <p:cNvPr id="464" name="Google Shape;464;p25"/>
              <p:cNvCxnSpPr/>
              <p:nvPr/>
            </p:nvCxnSpPr>
            <p:spPr>
              <a:xfrm>
                <a:off x="975" y="2821"/>
                <a:ext cx="0" cy="144"/>
              </a:xfrm>
              <a:prstGeom prst="straightConnector1">
                <a:avLst/>
              </a:prstGeom>
              <a:noFill/>
              <a:ln cap="flat" cmpd="sng" w="28575">
                <a:solidFill>
                  <a:schemeClr val="dk1"/>
                </a:solidFill>
                <a:prstDash val="solid"/>
                <a:round/>
                <a:headEnd len="sm" w="sm" type="none"/>
                <a:tailEnd len="sm" w="sm" type="none"/>
              </a:ln>
            </p:spPr>
          </p:cxnSp>
          <p:cxnSp>
            <p:nvCxnSpPr>
              <p:cNvPr id="465" name="Google Shape;465;p25"/>
              <p:cNvCxnSpPr/>
              <p:nvPr/>
            </p:nvCxnSpPr>
            <p:spPr>
              <a:xfrm rot="10800000">
                <a:off x="975" y="2965"/>
                <a:ext cx="144" cy="0"/>
              </a:xfrm>
              <a:prstGeom prst="straightConnector1">
                <a:avLst/>
              </a:prstGeom>
              <a:noFill/>
              <a:ln cap="flat" cmpd="sng" w="28575">
                <a:solidFill>
                  <a:schemeClr val="dk1"/>
                </a:solidFill>
                <a:prstDash val="solid"/>
                <a:round/>
                <a:headEnd len="sm" w="sm" type="none"/>
                <a:tailEnd len="sm" w="sm" type="none"/>
              </a:ln>
            </p:spPr>
          </p:cxnSp>
          <p:cxnSp>
            <p:nvCxnSpPr>
              <p:cNvPr id="466" name="Google Shape;466;p25"/>
              <p:cNvCxnSpPr/>
              <p:nvPr/>
            </p:nvCxnSpPr>
            <p:spPr>
              <a:xfrm>
                <a:off x="735" y="3061"/>
                <a:ext cx="336" cy="0"/>
              </a:xfrm>
              <a:prstGeom prst="straightConnector1">
                <a:avLst/>
              </a:prstGeom>
              <a:noFill/>
              <a:ln cap="flat" cmpd="sng" w="28575">
                <a:solidFill>
                  <a:schemeClr val="dk1"/>
                </a:solidFill>
                <a:prstDash val="solid"/>
                <a:round/>
                <a:headEnd len="sm" w="sm" type="none"/>
                <a:tailEnd len="sm" w="sm" type="none"/>
              </a:ln>
            </p:spPr>
          </p:cxnSp>
          <p:cxnSp>
            <p:nvCxnSpPr>
              <p:cNvPr id="467" name="Google Shape;467;p25"/>
              <p:cNvCxnSpPr/>
              <p:nvPr/>
            </p:nvCxnSpPr>
            <p:spPr>
              <a:xfrm>
                <a:off x="735" y="3109"/>
                <a:ext cx="336" cy="0"/>
              </a:xfrm>
              <a:prstGeom prst="straightConnector1">
                <a:avLst/>
              </a:prstGeom>
              <a:noFill/>
              <a:ln cap="flat" cmpd="sng" w="28575">
                <a:solidFill>
                  <a:schemeClr val="dk1"/>
                </a:solidFill>
                <a:prstDash val="solid"/>
                <a:round/>
                <a:headEnd len="sm" w="sm" type="none"/>
                <a:tailEnd len="sm" w="sm" type="none"/>
              </a:ln>
            </p:spPr>
          </p:cxnSp>
          <p:cxnSp>
            <p:nvCxnSpPr>
              <p:cNvPr id="468" name="Google Shape;468;p25"/>
              <p:cNvCxnSpPr/>
              <p:nvPr/>
            </p:nvCxnSpPr>
            <p:spPr>
              <a:xfrm>
                <a:off x="735" y="3157"/>
                <a:ext cx="336" cy="0"/>
              </a:xfrm>
              <a:prstGeom prst="straightConnector1">
                <a:avLst/>
              </a:prstGeom>
              <a:noFill/>
              <a:ln cap="flat" cmpd="sng" w="28575">
                <a:solidFill>
                  <a:schemeClr val="dk1"/>
                </a:solidFill>
                <a:prstDash val="solid"/>
                <a:round/>
                <a:headEnd len="sm" w="sm" type="none"/>
                <a:tailEnd len="sm" w="sm" type="none"/>
              </a:ln>
            </p:spPr>
          </p:cxnSp>
          <p:cxnSp>
            <p:nvCxnSpPr>
              <p:cNvPr id="469" name="Google Shape;469;p25"/>
              <p:cNvCxnSpPr/>
              <p:nvPr/>
            </p:nvCxnSpPr>
            <p:spPr>
              <a:xfrm>
                <a:off x="735" y="3253"/>
                <a:ext cx="336" cy="0"/>
              </a:xfrm>
              <a:prstGeom prst="straightConnector1">
                <a:avLst/>
              </a:prstGeom>
              <a:noFill/>
              <a:ln cap="flat" cmpd="sng" w="28575">
                <a:solidFill>
                  <a:schemeClr val="dk1"/>
                </a:solidFill>
                <a:prstDash val="solid"/>
                <a:round/>
                <a:headEnd len="sm" w="sm" type="none"/>
                <a:tailEnd len="sm" w="sm" type="none"/>
              </a:ln>
            </p:spPr>
          </p:cxnSp>
          <p:cxnSp>
            <p:nvCxnSpPr>
              <p:cNvPr id="470" name="Google Shape;470;p25"/>
              <p:cNvCxnSpPr/>
              <p:nvPr/>
            </p:nvCxnSpPr>
            <p:spPr>
              <a:xfrm>
                <a:off x="735" y="3205"/>
                <a:ext cx="336" cy="0"/>
              </a:xfrm>
              <a:prstGeom prst="straightConnector1">
                <a:avLst/>
              </a:prstGeom>
              <a:noFill/>
              <a:ln cap="flat" cmpd="sng" w="28575">
                <a:solidFill>
                  <a:schemeClr val="dk1"/>
                </a:solidFill>
                <a:prstDash val="solid"/>
                <a:round/>
                <a:headEnd len="sm" w="sm" type="none"/>
                <a:tailEnd len="sm" w="sm" type="none"/>
              </a:ln>
            </p:spPr>
          </p:cxnSp>
          <p:cxnSp>
            <p:nvCxnSpPr>
              <p:cNvPr id="471" name="Google Shape;471;p25"/>
              <p:cNvCxnSpPr/>
              <p:nvPr/>
            </p:nvCxnSpPr>
            <p:spPr>
              <a:xfrm>
                <a:off x="735" y="3301"/>
                <a:ext cx="336" cy="0"/>
              </a:xfrm>
              <a:prstGeom prst="straightConnector1">
                <a:avLst/>
              </a:prstGeom>
              <a:noFill/>
              <a:ln cap="flat" cmpd="sng" w="28575">
                <a:solidFill>
                  <a:schemeClr val="dk1"/>
                </a:solidFill>
                <a:prstDash val="solid"/>
                <a:round/>
                <a:headEnd len="sm" w="sm" type="none"/>
                <a:tailEnd len="sm" w="sm" type="none"/>
              </a:ln>
            </p:spPr>
          </p:cxnSp>
          <p:cxnSp>
            <p:nvCxnSpPr>
              <p:cNvPr id="472" name="Google Shape;472;p25"/>
              <p:cNvCxnSpPr/>
              <p:nvPr/>
            </p:nvCxnSpPr>
            <p:spPr>
              <a:xfrm>
                <a:off x="735" y="3349"/>
                <a:ext cx="336" cy="0"/>
              </a:xfrm>
              <a:prstGeom prst="straightConnector1">
                <a:avLst/>
              </a:prstGeom>
              <a:noFill/>
              <a:ln cap="flat" cmpd="sng" w="28575">
                <a:solidFill>
                  <a:schemeClr val="dk1"/>
                </a:solidFill>
                <a:prstDash val="solid"/>
                <a:round/>
                <a:headEnd len="sm" w="sm" type="none"/>
                <a:tailEnd len="sm" w="sm" type="none"/>
              </a:ln>
            </p:spPr>
          </p:cxnSp>
          <p:cxnSp>
            <p:nvCxnSpPr>
              <p:cNvPr id="473" name="Google Shape;473;p25"/>
              <p:cNvCxnSpPr/>
              <p:nvPr/>
            </p:nvCxnSpPr>
            <p:spPr>
              <a:xfrm>
                <a:off x="735" y="3397"/>
                <a:ext cx="336" cy="0"/>
              </a:xfrm>
              <a:prstGeom prst="straightConnector1">
                <a:avLst/>
              </a:prstGeom>
              <a:noFill/>
              <a:ln cap="flat" cmpd="sng" w="28575">
                <a:solidFill>
                  <a:schemeClr val="dk1"/>
                </a:solidFill>
                <a:prstDash val="solid"/>
                <a:round/>
                <a:headEnd len="sm" w="sm" type="none"/>
                <a:tailEnd len="sm" w="sm" type="none"/>
              </a:ln>
            </p:spPr>
          </p:cxnSp>
          <p:cxnSp>
            <p:nvCxnSpPr>
              <p:cNvPr id="474" name="Google Shape;474;p25"/>
              <p:cNvCxnSpPr/>
              <p:nvPr/>
            </p:nvCxnSpPr>
            <p:spPr>
              <a:xfrm>
                <a:off x="735" y="3445"/>
                <a:ext cx="336" cy="0"/>
              </a:xfrm>
              <a:prstGeom prst="straightConnector1">
                <a:avLst/>
              </a:prstGeom>
              <a:noFill/>
              <a:ln cap="flat" cmpd="sng" w="28575">
                <a:solidFill>
                  <a:schemeClr val="dk1"/>
                </a:solidFill>
                <a:prstDash val="solid"/>
                <a:round/>
                <a:headEnd len="sm" w="sm" type="none"/>
                <a:tailEnd len="sm" w="sm" type="none"/>
              </a:ln>
            </p:spPr>
          </p:cxnSp>
          <p:cxnSp>
            <p:nvCxnSpPr>
              <p:cNvPr id="475" name="Google Shape;475;p25"/>
              <p:cNvCxnSpPr/>
              <p:nvPr/>
            </p:nvCxnSpPr>
            <p:spPr>
              <a:xfrm>
                <a:off x="735" y="3493"/>
                <a:ext cx="336" cy="0"/>
              </a:xfrm>
              <a:prstGeom prst="straightConnector1">
                <a:avLst/>
              </a:prstGeom>
              <a:noFill/>
              <a:ln cap="flat" cmpd="sng" w="28575">
                <a:solidFill>
                  <a:schemeClr val="dk1"/>
                </a:solidFill>
                <a:prstDash val="solid"/>
                <a:round/>
                <a:headEnd len="sm" w="sm" type="none"/>
                <a:tailEnd len="sm" w="sm" type="none"/>
              </a:ln>
            </p:spPr>
          </p:cxnSp>
          <p:cxnSp>
            <p:nvCxnSpPr>
              <p:cNvPr id="476" name="Google Shape;476;p25"/>
              <p:cNvCxnSpPr/>
              <p:nvPr/>
            </p:nvCxnSpPr>
            <p:spPr>
              <a:xfrm>
                <a:off x="735" y="3013"/>
                <a:ext cx="336" cy="0"/>
              </a:xfrm>
              <a:prstGeom prst="straightConnector1">
                <a:avLst/>
              </a:prstGeom>
              <a:noFill/>
              <a:ln cap="flat" cmpd="sng" w="28575">
                <a:solidFill>
                  <a:schemeClr val="dk1"/>
                </a:solidFill>
                <a:prstDash val="solid"/>
                <a:round/>
                <a:headEnd len="sm" w="sm" type="none"/>
                <a:tailEnd len="sm" w="sm" type="none"/>
              </a:ln>
            </p:spPr>
          </p:cxnSp>
          <p:cxnSp>
            <p:nvCxnSpPr>
              <p:cNvPr id="477" name="Google Shape;477;p25"/>
              <p:cNvCxnSpPr/>
              <p:nvPr/>
            </p:nvCxnSpPr>
            <p:spPr>
              <a:xfrm>
                <a:off x="735" y="2917"/>
                <a:ext cx="209" cy="0"/>
              </a:xfrm>
              <a:prstGeom prst="straightConnector1">
                <a:avLst/>
              </a:prstGeom>
              <a:noFill/>
              <a:ln cap="flat" cmpd="sng" w="28575">
                <a:solidFill>
                  <a:schemeClr val="dk1"/>
                </a:solidFill>
                <a:prstDash val="solid"/>
                <a:round/>
                <a:headEnd len="sm" w="sm" type="none"/>
                <a:tailEnd len="sm" w="sm" type="none"/>
              </a:ln>
            </p:spPr>
          </p:cxnSp>
          <p:cxnSp>
            <p:nvCxnSpPr>
              <p:cNvPr id="478" name="Google Shape;478;p25"/>
              <p:cNvCxnSpPr/>
              <p:nvPr/>
            </p:nvCxnSpPr>
            <p:spPr>
              <a:xfrm>
                <a:off x="735" y="2869"/>
                <a:ext cx="209" cy="0"/>
              </a:xfrm>
              <a:prstGeom prst="straightConnector1">
                <a:avLst/>
              </a:prstGeom>
              <a:noFill/>
              <a:ln cap="flat" cmpd="sng" w="28575">
                <a:solidFill>
                  <a:schemeClr val="dk1"/>
                </a:solidFill>
                <a:prstDash val="solid"/>
                <a:round/>
                <a:headEnd len="sm" w="sm" type="none"/>
                <a:tailEnd len="sm" w="sm" type="none"/>
              </a:ln>
            </p:spPr>
          </p:cxnSp>
          <p:cxnSp>
            <p:nvCxnSpPr>
              <p:cNvPr id="479" name="Google Shape;479;p25"/>
              <p:cNvCxnSpPr/>
              <p:nvPr/>
            </p:nvCxnSpPr>
            <p:spPr>
              <a:xfrm>
                <a:off x="735" y="2965"/>
                <a:ext cx="209" cy="0"/>
              </a:xfrm>
              <a:prstGeom prst="straightConnector1">
                <a:avLst/>
              </a:prstGeom>
              <a:noFill/>
              <a:ln cap="flat" cmpd="sng" w="28575">
                <a:solidFill>
                  <a:schemeClr val="dk1"/>
                </a:solidFill>
                <a:prstDash val="solid"/>
                <a:round/>
                <a:headEnd len="sm" w="sm" type="none"/>
                <a:tailEnd len="sm" w="sm" type="none"/>
              </a:ln>
            </p:spPr>
          </p:cxnSp>
        </p:grpSp>
        <p:sp>
          <p:nvSpPr>
            <p:cNvPr id="480" name="Google Shape;480;p25"/>
            <p:cNvSpPr txBox="1"/>
            <p:nvPr/>
          </p:nvSpPr>
          <p:spPr>
            <a:xfrm>
              <a:off x="6591300" y="4660900"/>
              <a:ext cx="442913"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onstantia"/>
                  <a:ea typeface="Constantia"/>
                  <a:cs typeface="Constantia"/>
                  <a:sym typeface="Constantia"/>
                </a:rPr>
                <a:t>...</a:t>
              </a:r>
              <a:endParaRPr/>
            </a:p>
          </p:txBody>
        </p:sp>
        <p:grpSp>
          <p:nvGrpSpPr>
            <p:cNvPr id="481" name="Google Shape;481;p25"/>
            <p:cNvGrpSpPr/>
            <p:nvPr/>
          </p:nvGrpSpPr>
          <p:grpSpPr>
            <a:xfrm>
              <a:off x="4632339" y="1778000"/>
              <a:ext cx="681039" cy="801688"/>
              <a:chOff x="7654" y="3380"/>
              <a:chExt cx="554" cy="754"/>
            </a:xfrm>
          </p:grpSpPr>
          <p:sp>
            <p:nvSpPr>
              <p:cNvPr id="482" name="Google Shape;482;p25"/>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83" name="Google Shape;483;p25"/>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484" name="Google Shape;484;p25"/>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485" name="Google Shape;485;p25"/>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486" name="Google Shape;486;p25"/>
            <p:cNvSpPr/>
            <p:nvPr/>
          </p:nvSpPr>
          <p:spPr>
            <a:xfrm>
              <a:off x="6110288" y="1625600"/>
              <a:ext cx="962025" cy="457200"/>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87" name="Google Shape;487;p25"/>
            <p:cNvSpPr/>
            <p:nvPr/>
          </p:nvSpPr>
          <p:spPr>
            <a:xfrm>
              <a:off x="5554663" y="2540000"/>
              <a:ext cx="962025" cy="457200"/>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88" name="Google Shape;488;p25"/>
            <p:cNvCxnSpPr/>
            <p:nvPr/>
          </p:nvCxnSpPr>
          <p:spPr>
            <a:xfrm flipH="1" rot="10800000">
              <a:off x="5445125" y="1854200"/>
              <a:ext cx="665163" cy="304800"/>
            </a:xfrm>
            <a:prstGeom prst="straightConnector1">
              <a:avLst/>
            </a:prstGeom>
            <a:noFill/>
            <a:ln cap="flat" cmpd="sng" w="28575">
              <a:solidFill>
                <a:schemeClr val="dk1"/>
              </a:solidFill>
              <a:prstDash val="solid"/>
              <a:round/>
              <a:headEnd len="sm" w="sm" type="none"/>
              <a:tailEnd len="sm" w="sm" type="none"/>
            </a:ln>
          </p:spPr>
        </p:cxnSp>
        <p:cxnSp>
          <p:nvCxnSpPr>
            <p:cNvPr id="489" name="Google Shape;489;p25"/>
            <p:cNvCxnSpPr/>
            <p:nvPr/>
          </p:nvCxnSpPr>
          <p:spPr>
            <a:xfrm>
              <a:off x="5343525" y="2311400"/>
              <a:ext cx="592138" cy="228600"/>
            </a:xfrm>
            <a:prstGeom prst="straightConnector1">
              <a:avLst/>
            </a:prstGeom>
            <a:noFill/>
            <a:ln cap="flat" cmpd="sng" w="28575">
              <a:solidFill>
                <a:schemeClr val="dk1"/>
              </a:solidFill>
              <a:prstDash val="solid"/>
              <a:round/>
              <a:headEnd len="sm" w="sm" type="none"/>
              <a:tailEnd len="sm" w="sm" type="none"/>
            </a:ln>
          </p:spPr>
        </p:cxnSp>
        <p:sp>
          <p:nvSpPr>
            <p:cNvPr id="490" name="Google Shape;490;p25"/>
            <p:cNvSpPr txBox="1"/>
            <p:nvPr/>
          </p:nvSpPr>
          <p:spPr>
            <a:xfrm>
              <a:off x="5256213" y="1143000"/>
              <a:ext cx="2701925"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CCFF"/>
                  </a:solidFill>
                  <a:latin typeface="Constantia"/>
                  <a:ea typeface="Constantia"/>
                  <a:cs typeface="Constantia"/>
                  <a:sym typeface="Constantia"/>
                </a:rPr>
                <a:t>Mô hình ca sử dụng</a:t>
              </a:r>
              <a:endParaRPr b="1" sz="2000">
                <a:solidFill>
                  <a:srgbClr val="00CCFF"/>
                </a:solidFill>
                <a:latin typeface="Constantia"/>
                <a:ea typeface="Constantia"/>
                <a:cs typeface="Constantia"/>
                <a:sym typeface="Constantia"/>
              </a:endParaRPr>
            </a:p>
          </p:txBody>
        </p:sp>
        <p:sp>
          <p:nvSpPr>
            <p:cNvPr id="491" name="Google Shape;491;p25"/>
            <p:cNvSpPr txBox="1"/>
            <p:nvPr/>
          </p:nvSpPr>
          <p:spPr>
            <a:xfrm>
              <a:off x="4503738" y="2590800"/>
              <a:ext cx="93186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Tác nhân</a:t>
              </a:r>
              <a:endParaRPr b="1" sz="1800">
                <a:solidFill>
                  <a:schemeClr val="dk1"/>
                </a:solidFill>
                <a:latin typeface="Constantia"/>
                <a:ea typeface="Constantia"/>
                <a:cs typeface="Constantia"/>
                <a:sym typeface="Constantia"/>
              </a:endParaRPr>
            </a:p>
          </p:txBody>
        </p:sp>
        <p:sp>
          <p:nvSpPr>
            <p:cNvPr id="492" name="Google Shape;492;p25"/>
            <p:cNvSpPr txBox="1"/>
            <p:nvPr/>
          </p:nvSpPr>
          <p:spPr>
            <a:xfrm>
              <a:off x="5859463" y="3098800"/>
              <a:ext cx="140493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Ca sử dụng</a:t>
              </a:r>
              <a:endParaRPr b="1" sz="1800">
                <a:solidFill>
                  <a:schemeClr val="dk1"/>
                </a:solidFill>
                <a:latin typeface="Constantia"/>
                <a:ea typeface="Constantia"/>
                <a:cs typeface="Constantia"/>
                <a:sym typeface="Constantia"/>
              </a:endParaRPr>
            </a:p>
          </p:txBody>
        </p:sp>
        <p:sp>
          <p:nvSpPr>
            <p:cNvPr id="493" name="Google Shape;493;p25"/>
            <p:cNvSpPr/>
            <p:nvPr/>
          </p:nvSpPr>
          <p:spPr>
            <a:xfrm>
              <a:off x="4778375" y="3632200"/>
              <a:ext cx="3563938" cy="2171700"/>
            </a:xfrm>
            <a:prstGeom prst="roundRect">
              <a:avLst>
                <a:gd fmla="val 16667" name="adj"/>
              </a:avLst>
            </a:prstGeom>
            <a:noFill/>
            <a:ln cap="flat" cmpd="sng" w="28575">
              <a:solidFill>
                <a:srgbClr val="00CC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4" name="Google Shape;494;p25"/>
            <p:cNvSpPr/>
            <p:nvPr/>
          </p:nvSpPr>
          <p:spPr>
            <a:xfrm>
              <a:off x="5486400" y="2436813"/>
              <a:ext cx="1090613" cy="661987"/>
            </a:xfrm>
            <a:prstGeom prst="roundRect">
              <a:avLst>
                <a:gd fmla="val 16667" name="adj"/>
              </a:avLst>
            </a:prstGeom>
            <a:noFill/>
            <a:ln cap="flat" cmpd="sng" w="28575">
              <a:solidFill>
                <a:srgbClr val="00CC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5" name="Google Shape;495;p25"/>
            <p:cNvSpPr/>
            <p:nvPr/>
          </p:nvSpPr>
          <p:spPr>
            <a:xfrm flipH="1">
              <a:off x="6638925" y="2540000"/>
              <a:ext cx="962025" cy="457200"/>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96" name="Google Shape;496;p25"/>
            <p:cNvCxnSpPr/>
            <p:nvPr/>
          </p:nvCxnSpPr>
          <p:spPr>
            <a:xfrm flipH="1">
              <a:off x="7219950" y="2311400"/>
              <a:ext cx="592138" cy="228600"/>
            </a:xfrm>
            <a:prstGeom prst="straightConnector1">
              <a:avLst/>
            </a:prstGeom>
            <a:noFill/>
            <a:ln cap="flat" cmpd="sng" w="28575">
              <a:solidFill>
                <a:schemeClr val="dk1"/>
              </a:solidFill>
              <a:prstDash val="solid"/>
              <a:round/>
              <a:headEnd len="sm" w="sm" type="none"/>
              <a:tailEnd len="sm" w="sm" type="none"/>
            </a:ln>
          </p:spPr>
        </p:cxnSp>
        <p:grpSp>
          <p:nvGrpSpPr>
            <p:cNvPr id="497" name="Google Shape;497;p25"/>
            <p:cNvGrpSpPr/>
            <p:nvPr/>
          </p:nvGrpSpPr>
          <p:grpSpPr>
            <a:xfrm>
              <a:off x="7820039" y="1778000"/>
              <a:ext cx="681039" cy="801688"/>
              <a:chOff x="7654" y="3380"/>
              <a:chExt cx="554" cy="754"/>
            </a:xfrm>
          </p:grpSpPr>
          <p:sp>
            <p:nvSpPr>
              <p:cNvPr id="498" name="Google Shape;498;p25"/>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99" name="Google Shape;499;p25"/>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500" name="Google Shape;500;p25"/>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501" name="Google Shape;501;p25"/>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6"/>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Đặc tả ca sử dụng với biểu đồ hoạt động</a:t>
            </a:r>
            <a:endParaRPr/>
          </a:p>
        </p:txBody>
      </p:sp>
      <p:sp>
        <p:nvSpPr>
          <p:cNvPr id="507" name="Google Shape;507;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508" name="Google Shape;508;p26"/>
          <p:cNvGrpSpPr/>
          <p:nvPr/>
        </p:nvGrpSpPr>
        <p:grpSpPr>
          <a:xfrm>
            <a:off x="482600" y="1338262"/>
            <a:ext cx="8191500" cy="5291138"/>
            <a:chOff x="482600" y="838200"/>
            <a:chExt cx="8191500" cy="5291138"/>
          </a:xfrm>
        </p:grpSpPr>
        <p:sp>
          <p:nvSpPr>
            <p:cNvPr id="509" name="Google Shape;509;p26"/>
            <p:cNvSpPr/>
            <p:nvPr/>
          </p:nvSpPr>
          <p:spPr>
            <a:xfrm>
              <a:off x="3822700" y="1717675"/>
              <a:ext cx="1588" cy="282575"/>
            </a:xfrm>
            <a:custGeom>
              <a:rect b="b" l="l" r="r" t="t"/>
              <a:pathLst>
                <a:path extrusionOk="0" h="178" w="1">
                  <a:moveTo>
                    <a:pt x="0" y="0"/>
                  </a:moveTo>
                  <a:lnTo>
                    <a:pt x="0" y="178"/>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0" name="Google Shape;510;p26"/>
            <p:cNvSpPr/>
            <p:nvPr/>
          </p:nvSpPr>
          <p:spPr>
            <a:xfrm>
              <a:off x="4054475" y="2133600"/>
              <a:ext cx="1498600" cy="1588"/>
            </a:xfrm>
            <a:custGeom>
              <a:rect b="b" l="l" r="r" t="t"/>
              <a:pathLst>
                <a:path extrusionOk="0" h="1" w="944">
                  <a:moveTo>
                    <a:pt x="0" y="0"/>
                  </a:moveTo>
                  <a:lnTo>
                    <a:pt x="944" y="0"/>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1" name="Google Shape;511;p26"/>
            <p:cNvSpPr/>
            <p:nvPr/>
          </p:nvSpPr>
          <p:spPr>
            <a:xfrm flipH="1">
              <a:off x="3303588" y="3338513"/>
              <a:ext cx="325437" cy="334962"/>
            </a:xfrm>
            <a:custGeom>
              <a:rect b="b" l="l" r="r" t="t"/>
              <a:pathLst>
                <a:path extrusionOk="0" h="211" w="316">
                  <a:moveTo>
                    <a:pt x="316" y="0"/>
                  </a:moveTo>
                  <a:lnTo>
                    <a:pt x="0" y="211"/>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2" name="Google Shape;512;p26"/>
            <p:cNvSpPr/>
            <p:nvPr/>
          </p:nvSpPr>
          <p:spPr>
            <a:xfrm>
              <a:off x="3208338" y="5594350"/>
              <a:ext cx="533400" cy="312738"/>
            </a:xfrm>
            <a:custGeom>
              <a:rect b="b" l="l" r="r" t="t"/>
              <a:pathLst>
                <a:path extrusionOk="0" h="178" w="303">
                  <a:moveTo>
                    <a:pt x="0" y="0"/>
                  </a:moveTo>
                  <a:lnTo>
                    <a:pt x="303" y="178"/>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3" name="Google Shape;513;p26"/>
            <p:cNvSpPr/>
            <p:nvPr/>
          </p:nvSpPr>
          <p:spPr>
            <a:xfrm>
              <a:off x="4002088" y="5006975"/>
              <a:ext cx="892175" cy="887413"/>
            </a:xfrm>
            <a:custGeom>
              <a:rect b="b" l="l" r="r" t="t"/>
              <a:pathLst>
                <a:path extrusionOk="0" h="529" w="490">
                  <a:moveTo>
                    <a:pt x="490" y="0"/>
                  </a:moveTo>
                  <a:lnTo>
                    <a:pt x="0" y="529"/>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4" name="Google Shape;514;p26"/>
            <p:cNvSpPr/>
            <p:nvPr/>
          </p:nvSpPr>
          <p:spPr>
            <a:xfrm>
              <a:off x="4035425" y="2324100"/>
              <a:ext cx="2139950" cy="3681413"/>
            </a:xfrm>
            <a:custGeom>
              <a:rect b="b" l="l" r="r" t="t"/>
              <a:pathLst>
                <a:path extrusionOk="0" h="2319" w="1366">
                  <a:moveTo>
                    <a:pt x="1366" y="0"/>
                  </a:moveTo>
                  <a:lnTo>
                    <a:pt x="1366" y="2319"/>
                  </a:lnTo>
                  <a:lnTo>
                    <a:pt x="0" y="2319"/>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5" name="Google Shape;515;p26"/>
            <p:cNvSpPr/>
            <p:nvPr/>
          </p:nvSpPr>
          <p:spPr>
            <a:xfrm>
              <a:off x="4240213" y="4619625"/>
              <a:ext cx="1247775" cy="381000"/>
            </a:xfrm>
            <a:prstGeom prst="flowChartTerminator">
              <a:avLst/>
            </a:prstGeom>
            <a:solidFill>
              <a:srgbClr val="FFFFCC"/>
            </a:solidFill>
            <a:ln cap="flat" cmpd="sng" w="9525">
              <a:solidFill>
                <a:srgbClr val="990033"/>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6" name="Google Shape;516;p26"/>
            <p:cNvSpPr/>
            <p:nvPr/>
          </p:nvSpPr>
          <p:spPr>
            <a:xfrm>
              <a:off x="2320925" y="5238750"/>
              <a:ext cx="1247775" cy="381000"/>
            </a:xfrm>
            <a:prstGeom prst="flowChartTerminator">
              <a:avLst/>
            </a:prstGeom>
            <a:solidFill>
              <a:srgbClr val="FFFFCC"/>
            </a:solidFill>
            <a:ln cap="flat" cmpd="sng" w="9525">
              <a:solidFill>
                <a:srgbClr val="990033"/>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7" name="Google Shape;517;p26"/>
            <p:cNvSpPr/>
            <p:nvPr/>
          </p:nvSpPr>
          <p:spPr>
            <a:xfrm>
              <a:off x="4092575" y="2971800"/>
              <a:ext cx="1247775" cy="381000"/>
            </a:xfrm>
            <a:prstGeom prst="flowChartTerminator">
              <a:avLst/>
            </a:prstGeom>
            <a:solidFill>
              <a:srgbClr val="FFFFCC"/>
            </a:solidFill>
            <a:ln cap="flat" cmpd="sng" w="9525">
              <a:solidFill>
                <a:srgbClr val="990033"/>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8" name="Google Shape;518;p26"/>
            <p:cNvSpPr/>
            <p:nvPr/>
          </p:nvSpPr>
          <p:spPr>
            <a:xfrm>
              <a:off x="2368550" y="2971800"/>
              <a:ext cx="1247775" cy="381000"/>
            </a:xfrm>
            <a:prstGeom prst="flowChartTerminator">
              <a:avLst/>
            </a:prstGeom>
            <a:solidFill>
              <a:srgbClr val="FFFFCC"/>
            </a:solidFill>
            <a:ln cap="flat" cmpd="sng" w="9525">
              <a:solidFill>
                <a:srgbClr val="990033"/>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9" name="Google Shape;519;p26"/>
            <p:cNvSpPr/>
            <p:nvPr/>
          </p:nvSpPr>
          <p:spPr>
            <a:xfrm>
              <a:off x="3178175" y="1343025"/>
              <a:ext cx="1247775" cy="381000"/>
            </a:xfrm>
            <a:prstGeom prst="flowChartTerminator">
              <a:avLst/>
            </a:prstGeom>
            <a:solidFill>
              <a:srgbClr val="FFFFCC"/>
            </a:solidFill>
            <a:ln cap="flat" cmpd="sng" w="9525">
              <a:solidFill>
                <a:srgbClr val="990033"/>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0" name="Google Shape;520;p26"/>
            <p:cNvSpPr/>
            <p:nvPr/>
          </p:nvSpPr>
          <p:spPr>
            <a:xfrm>
              <a:off x="5568950" y="1943100"/>
              <a:ext cx="1247775" cy="381000"/>
            </a:xfrm>
            <a:prstGeom prst="flowChartTerminator">
              <a:avLst/>
            </a:prstGeom>
            <a:solidFill>
              <a:srgbClr val="FFFFCC"/>
            </a:solidFill>
            <a:ln cap="flat" cmpd="sng" w="9525">
              <a:solidFill>
                <a:srgbClr val="990033"/>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1" name="Google Shape;521;p26"/>
            <p:cNvSpPr/>
            <p:nvPr/>
          </p:nvSpPr>
          <p:spPr>
            <a:xfrm>
              <a:off x="2311400" y="4619625"/>
              <a:ext cx="1247775" cy="381000"/>
            </a:xfrm>
            <a:prstGeom prst="flowChartTerminator">
              <a:avLst/>
            </a:prstGeom>
            <a:solidFill>
              <a:srgbClr val="FFFFCC"/>
            </a:solidFill>
            <a:ln cap="flat" cmpd="sng" w="9525">
              <a:solidFill>
                <a:srgbClr val="990033"/>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2" name="Google Shape;522;p26"/>
            <p:cNvSpPr/>
            <p:nvPr/>
          </p:nvSpPr>
          <p:spPr>
            <a:xfrm flipH="1">
              <a:off x="3343275" y="2549525"/>
              <a:ext cx="400050" cy="400050"/>
            </a:xfrm>
            <a:custGeom>
              <a:rect b="b" l="l" r="r" t="t"/>
              <a:pathLst>
                <a:path extrusionOk="0" h="140" w="270">
                  <a:moveTo>
                    <a:pt x="0" y="0"/>
                  </a:moveTo>
                  <a:lnTo>
                    <a:pt x="270" y="140"/>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3" name="Google Shape;523;p26"/>
            <p:cNvSpPr/>
            <p:nvPr/>
          </p:nvSpPr>
          <p:spPr>
            <a:xfrm>
              <a:off x="3916363" y="2562225"/>
              <a:ext cx="395287" cy="387350"/>
            </a:xfrm>
            <a:custGeom>
              <a:rect b="b" l="l" r="r" t="t"/>
              <a:pathLst>
                <a:path extrusionOk="0" h="140" w="270">
                  <a:moveTo>
                    <a:pt x="0" y="0"/>
                  </a:moveTo>
                  <a:lnTo>
                    <a:pt x="270" y="140"/>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4" name="Google Shape;524;p26"/>
            <p:cNvSpPr/>
            <p:nvPr/>
          </p:nvSpPr>
          <p:spPr>
            <a:xfrm>
              <a:off x="3873500" y="3729038"/>
              <a:ext cx="1588" cy="319087"/>
            </a:xfrm>
            <a:custGeom>
              <a:rect b="b" l="l" r="r" t="t"/>
              <a:pathLst>
                <a:path extrusionOk="0" h="201" w="1">
                  <a:moveTo>
                    <a:pt x="0" y="0"/>
                  </a:moveTo>
                  <a:lnTo>
                    <a:pt x="1" y="201"/>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5" name="Google Shape;525;p26"/>
            <p:cNvSpPr/>
            <p:nvPr/>
          </p:nvSpPr>
          <p:spPr>
            <a:xfrm>
              <a:off x="3819525" y="2219325"/>
              <a:ext cx="1588" cy="282575"/>
            </a:xfrm>
            <a:custGeom>
              <a:rect b="b" l="l" r="r" t="t"/>
              <a:pathLst>
                <a:path extrusionOk="0" h="178" w="1">
                  <a:moveTo>
                    <a:pt x="0" y="0"/>
                  </a:moveTo>
                  <a:lnTo>
                    <a:pt x="0" y="178"/>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26" name="Google Shape;526;p26"/>
            <p:cNvCxnSpPr/>
            <p:nvPr/>
          </p:nvCxnSpPr>
          <p:spPr>
            <a:xfrm flipH="1" rot="10800000">
              <a:off x="6832600" y="1454150"/>
              <a:ext cx="584200" cy="584200"/>
            </a:xfrm>
            <a:prstGeom prst="straightConnector1">
              <a:avLst/>
            </a:prstGeom>
            <a:noFill/>
            <a:ln cap="flat" cmpd="sng" w="28575">
              <a:solidFill>
                <a:schemeClr val="hlink"/>
              </a:solidFill>
              <a:prstDash val="solid"/>
              <a:round/>
              <a:headEnd len="med" w="med" type="triangle"/>
              <a:tailEnd len="med" w="med" type="none"/>
            </a:ln>
          </p:spPr>
        </p:cxnSp>
        <p:sp>
          <p:nvSpPr>
            <p:cNvPr id="527" name="Google Shape;527;p26"/>
            <p:cNvSpPr txBox="1"/>
            <p:nvPr/>
          </p:nvSpPr>
          <p:spPr>
            <a:xfrm>
              <a:off x="7350125" y="914400"/>
              <a:ext cx="955675"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Activity State</a:t>
              </a:r>
              <a:endParaRPr sz="1800">
                <a:solidFill>
                  <a:schemeClr val="dk1"/>
                </a:solidFill>
                <a:latin typeface="Constantia"/>
                <a:ea typeface="Constantia"/>
                <a:cs typeface="Constantia"/>
                <a:sym typeface="Constantia"/>
              </a:endParaRPr>
            </a:p>
          </p:txBody>
        </p:sp>
        <p:cxnSp>
          <p:nvCxnSpPr>
            <p:cNvPr id="528" name="Google Shape;528;p26"/>
            <p:cNvCxnSpPr/>
            <p:nvPr/>
          </p:nvCxnSpPr>
          <p:spPr>
            <a:xfrm>
              <a:off x="4425950" y="2541588"/>
              <a:ext cx="2419350" cy="0"/>
            </a:xfrm>
            <a:prstGeom prst="straightConnector1">
              <a:avLst/>
            </a:prstGeom>
            <a:noFill/>
            <a:ln cap="flat" cmpd="sng" w="28575">
              <a:solidFill>
                <a:schemeClr val="hlink"/>
              </a:solidFill>
              <a:prstDash val="solid"/>
              <a:round/>
              <a:headEnd len="med" w="med" type="triangle"/>
              <a:tailEnd len="med" w="med" type="none"/>
            </a:ln>
          </p:spPr>
        </p:cxnSp>
        <p:sp>
          <p:nvSpPr>
            <p:cNvPr id="529" name="Google Shape;529;p26"/>
            <p:cNvSpPr txBox="1"/>
            <p:nvPr/>
          </p:nvSpPr>
          <p:spPr>
            <a:xfrm>
              <a:off x="6800850" y="2366963"/>
              <a:ext cx="1873250"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Synchronization</a:t>
              </a:r>
              <a:endParaRPr sz="1800">
                <a:solidFill>
                  <a:schemeClr val="dk1"/>
                </a:solidFill>
                <a:latin typeface="Constantia"/>
                <a:ea typeface="Constantia"/>
                <a:cs typeface="Constantia"/>
                <a:sym typeface="Constantia"/>
              </a:endParaRPr>
            </a:p>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Bar (Fork)</a:t>
              </a:r>
              <a:endParaRPr/>
            </a:p>
          </p:txBody>
        </p:sp>
        <p:cxnSp>
          <p:nvCxnSpPr>
            <p:cNvPr id="530" name="Google Shape;530;p26"/>
            <p:cNvCxnSpPr/>
            <p:nvPr/>
          </p:nvCxnSpPr>
          <p:spPr>
            <a:xfrm rot="10800000">
              <a:off x="1771650" y="3494088"/>
              <a:ext cx="449263" cy="454025"/>
            </a:xfrm>
            <a:prstGeom prst="straightConnector1">
              <a:avLst/>
            </a:prstGeom>
            <a:noFill/>
            <a:ln cap="flat" cmpd="sng" w="28575">
              <a:solidFill>
                <a:schemeClr val="hlink"/>
              </a:solidFill>
              <a:prstDash val="solid"/>
              <a:round/>
              <a:headEnd len="med" w="med" type="triangle"/>
              <a:tailEnd len="med" w="med" type="none"/>
            </a:ln>
          </p:spPr>
        </p:cxnSp>
        <p:sp>
          <p:nvSpPr>
            <p:cNvPr id="531" name="Google Shape;531;p26"/>
            <p:cNvSpPr txBox="1"/>
            <p:nvPr/>
          </p:nvSpPr>
          <p:spPr>
            <a:xfrm>
              <a:off x="644525" y="2957513"/>
              <a:ext cx="1198563"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Guard</a:t>
              </a:r>
              <a:endParaRPr/>
            </a:p>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Condition</a:t>
              </a:r>
              <a:endParaRPr/>
            </a:p>
          </p:txBody>
        </p:sp>
        <p:sp>
          <p:nvSpPr>
            <p:cNvPr id="532" name="Google Shape;532;p26"/>
            <p:cNvSpPr txBox="1"/>
            <p:nvPr/>
          </p:nvSpPr>
          <p:spPr>
            <a:xfrm>
              <a:off x="6800850" y="3429000"/>
              <a:ext cx="1873250"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Synchronization</a:t>
              </a:r>
              <a:endParaRPr sz="1800">
                <a:solidFill>
                  <a:schemeClr val="dk1"/>
                </a:solidFill>
                <a:latin typeface="Constantia"/>
                <a:ea typeface="Constantia"/>
                <a:cs typeface="Constantia"/>
                <a:sym typeface="Constantia"/>
              </a:endParaRPr>
            </a:p>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Bar (Join)</a:t>
              </a:r>
              <a:endParaRPr/>
            </a:p>
          </p:txBody>
        </p:sp>
        <p:cxnSp>
          <p:nvCxnSpPr>
            <p:cNvPr id="533" name="Google Shape;533;p26"/>
            <p:cNvCxnSpPr/>
            <p:nvPr/>
          </p:nvCxnSpPr>
          <p:spPr>
            <a:xfrm flipH="1" rot="10800000">
              <a:off x="3987800" y="1295400"/>
              <a:ext cx="1079500" cy="762000"/>
            </a:xfrm>
            <a:prstGeom prst="straightConnector1">
              <a:avLst/>
            </a:prstGeom>
            <a:noFill/>
            <a:ln cap="flat" cmpd="sng" w="28575">
              <a:solidFill>
                <a:schemeClr val="hlink"/>
              </a:solidFill>
              <a:prstDash val="solid"/>
              <a:round/>
              <a:headEnd len="med" w="med" type="triangle"/>
              <a:tailEnd len="med" w="med" type="none"/>
            </a:ln>
          </p:spPr>
        </p:cxnSp>
        <p:sp>
          <p:nvSpPr>
            <p:cNvPr id="534" name="Google Shape;534;p26"/>
            <p:cNvSpPr txBox="1"/>
            <p:nvPr/>
          </p:nvSpPr>
          <p:spPr>
            <a:xfrm>
              <a:off x="4914900" y="914400"/>
              <a:ext cx="1111250" cy="382588"/>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Decision</a:t>
              </a:r>
              <a:endParaRPr/>
            </a:p>
          </p:txBody>
        </p:sp>
        <p:sp>
          <p:nvSpPr>
            <p:cNvPr id="535" name="Google Shape;535;p26"/>
            <p:cNvSpPr txBox="1"/>
            <p:nvPr/>
          </p:nvSpPr>
          <p:spPr>
            <a:xfrm>
              <a:off x="482600" y="1476375"/>
              <a:ext cx="1524000" cy="657225"/>
            </a:xfrm>
            <a:prstGeom prst="rect">
              <a:avLst/>
            </a:prstGeom>
            <a:noFill/>
            <a:ln>
              <a:noFill/>
            </a:ln>
          </p:spPr>
          <p:txBody>
            <a:bodyPr anchorCtr="0" anchor="t" bIns="53975" lIns="107950" spcFirstLastPara="1" rIns="107950" wrap="square" tIns="53975">
              <a:spAutoFit/>
            </a:bodyPr>
            <a:lstStyle/>
            <a:p>
              <a:pPr indent="0" lvl="0" marL="0" marR="0" rtl="0" algn="r">
                <a:spcBef>
                  <a:spcPts val="0"/>
                </a:spcBef>
                <a:spcAft>
                  <a:spcPts val="0"/>
                </a:spcAft>
                <a:buNone/>
              </a:pPr>
              <a:r>
                <a:rPr lang="en-US" sz="1800">
                  <a:solidFill>
                    <a:schemeClr val="dk1"/>
                  </a:solidFill>
                  <a:latin typeface="Constantia"/>
                  <a:ea typeface="Constantia"/>
                  <a:cs typeface="Constantia"/>
                  <a:sym typeface="Constantia"/>
                </a:rPr>
                <a:t>Concurrent Threads</a:t>
              </a:r>
              <a:endParaRPr/>
            </a:p>
          </p:txBody>
        </p:sp>
        <p:cxnSp>
          <p:nvCxnSpPr>
            <p:cNvPr id="536" name="Google Shape;536;p26"/>
            <p:cNvCxnSpPr/>
            <p:nvPr/>
          </p:nvCxnSpPr>
          <p:spPr>
            <a:xfrm>
              <a:off x="6197600" y="4768850"/>
              <a:ext cx="1219200" cy="0"/>
            </a:xfrm>
            <a:prstGeom prst="straightConnector1">
              <a:avLst/>
            </a:prstGeom>
            <a:noFill/>
            <a:ln cap="flat" cmpd="sng" w="28575">
              <a:solidFill>
                <a:schemeClr val="hlink"/>
              </a:solidFill>
              <a:prstDash val="solid"/>
              <a:round/>
              <a:headEnd len="med" w="med" type="triangle"/>
              <a:tailEnd len="med" w="med" type="none"/>
            </a:ln>
          </p:spPr>
        </p:cxnSp>
        <p:sp>
          <p:nvSpPr>
            <p:cNvPr id="537" name="Google Shape;537;p26"/>
            <p:cNvSpPr txBox="1"/>
            <p:nvPr/>
          </p:nvSpPr>
          <p:spPr>
            <a:xfrm>
              <a:off x="7378700" y="4572000"/>
              <a:ext cx="1295400" cy="382588"/>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Transition</a:t>
              </a:r>
              <a:endParaRPr/>
            </a:p>
          </p:txBody>
        </p:sp>
        <p:sp>
          <p:nvSpPr>
            <p:cNvPr id="538" name="Google Shape;538;p26"/>
            <p:cNvSpPr/>
            <p:nvPr/>
          </p:nvSpPr>
          <p:spPr>
            <a:xfrm>
              <a:off x="3721100" y="838200"/>
              <a:ext cx="204788" cy="192088"/>
            </a:xfrm>
            <a:prstGeom prst="ellipse">
              <a:avLst/>
            </a:prstGeom>
            <a:solidFill>
              <a:srgbClr val="99003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9" name="Google Shape;539;p26"/>
            <p:cNvSpPr/>
            <p:nvPr/>
          </p:nvSpPr>
          <p:spPr>
            <a:xfrm>
              <a:off x="3822700" y="1030288"/>
              <a:ext cx="52388" cy="303212"/>
            </a:xfrm>
            <a:custGeom>
              <a:rect b="b" l="l" r="r" t="t"/>
              <a:pathLst>
                <a:path extrusionOk="0" h="30" w="5">
                  <a:moveTo>
                    <a:pt x="0" y="0"/>
                  </a:moveTo>
                  <a:lnTo>
                    <a:pt x="0" y="30"/>
                  </a:lnTo>
                  <a:lnTo>
                    <a:pt x="5" y="18"/>
                  </a:lnTo>
                </a:path>
              </a:pathLst>
            </a:custGeom>
            <a:noFill/>
            <a:ln cap="flat"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40" name="Google Shape;540;p26"/>
            <p:cNvCxnSpPr/>
            <p:nvPr/>
          </p:nvCxnSpPr>
          <p:spPr>
            <a:xfrm rot="10800000">
              <a:off x="3771900" y="1212850"/>
              <a:ext cx="50800" cy="120650"/>
            </a:xfrm>
            <a:prstGeom prst="straightConnector1">
              <a:avLst/>
            </a:prstGeom>
            <a:noFill/>
            <a:ln cap="flat" cmpd="sng" w="12700">
              <a:solidFill>
                <a:schemeClr val="dk1"/>
              </a:solidFill>
              <a:prstDash val="solid"/>
              <a:round/>
              <a:headEnd len="med" w="med" type="none"/>
              <a:tailEnd len="med" w="med" type="none"/>
            </a:ln>
          </p:spPr>
        </p:cxnSp>
        <p:sp>
          <p:nvSpPr>
            <p:cNvPr id="541" name="Google Shape;541;p26"/>
            <p:cNvSpPr/>
            <p:nvPr/>
          </p:nvSpPr>
          <p:spPr>
            <a:xfrm>
              <a:off x="3578225" y="2019300"/>
              <a:ext cx="469900" cy="212725"/>
            </a:xfrm>
            <a:custGeom>
              <a:rect b="b" l="l" r="r" t="t"/>
              <a:pathLst>
                <a:path extrusionOk="0" h="149" w="326">
                  <a:moveTo>
                    <a:pt x="0" y="78"/>
                  </a:moveTo>
                  <a:lnTo>
                    <a:pt x="170" y="0"/>
                  </a:lnTo>
                  <a:lnTo>
                    <a:pt x="326" y="78"/>
                  </a:lnTo>
                  <a:lnTo>
                    <a:pt x="170" y="149"/>
                  </a:lnTo>
                  <a:lnTo>
                    <a:pt x="0" y="78"/>
                  </a:lnTo>
                  <a:close/>
                </a:path>
              </a:pathLst>
            </a:custGeom>
            <a:solidFill>
              <a:srgbClr val="FFFFCC"/>
            </a:solidFill>
            <a:ln cap="flat" cmpd="sng" w="12700">
              <a:solidFill>
                <a:srgbClr val="990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2" name="Google Shape;542;p26"/>
            <p:cNvSpPr/>
            <p:nvPr/>
          </p:nvSpPr>
          <p:spPr>
            <a:xfrm>
              <a:off x="3822700" y="1030288"/>
              <a:ext cx="52388" cy="303212"/>
            </a:xfrm>
            <a:custGeom>
              <a:rect b="b" l="l" r="r" t="t"/>
              <a:pathLst>
                <a:path extrusionOk="0" h="30" w="5">
                  <a:moveTo>
                    <a:pt x="0" y="0"/>
                  </a:moveTo>
                  <a:lnTo>
                    <a:pt x="0" y="30"/>
                  </a:lnTo>
                  <a:lnTo>
                    <a:pt x="5" y="18"/>
                  </a:lnTo>
                </a:path>
              </a:pathLst>
            </a:custGeom>
            <a:noFill/>
            <a:ln cap="flat"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43" name="Google Shape;543;p26"/>
            <p:cNvCxnSpPr/>
            <p:nvPr/>
          </p:nvCxnSpPr>
          <p:spPr>
            <a:xfrm rot="10800000">
              <a:off x="3771900" y="1212850"/>
              <a:ext cx="50800" cy="120650"/>
            </a:xfrm>
            <a:prstGeom prst="straightConnector1">
              <a:avLst/>
            </a:prstGeom>
            <a:noFill/>
            <a:ln cap="flat" cmpd="sng" w="12700">
              <a:solidFill>
                <a:schemeClr val="dk1"/>
              </a:solidFill>
              <a:prstDash val="solid"/>
              <a:round/>
              <a:headEnd len="med" w="med" type="none"/>
              <a:tailEnd len="med" w="med" type="none"/>
            </a:ln>
          </p:spPr>
        </p:cxnSp>
        <p:sp>
          <p:nvSpPr>
            <p:cNvPr id="544" name="Google Shape;544;p26"/>
            <p:cNvSpPr/>
            <p:nvPr/>
          </p:nvSpPr>
          <p:spPr>
            <a:xfrm>
              <a:off x="3349625" y="1377950"/>
              <a:ext cx="954088" cy="18256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000000"/>
                  </a:solidFill>
                  <a:latin typeface="Constantia"/>
                  <a:ea typeface="Constantia"/>
                  <a:cs typeface="Constantia"/>
                  <a:sym typeface="Constantia"/>
                </a:rPr>
                <a:t>Select Course</a:t>
              </a:r>
              <a:endParaRPr sz="1800">
                <a:solidFill>
                  <a:schemeClr val="dk1"/>
                </a:solidFill>
                <a:latin typeface="Constantia"/>
                <a:ea typeface="Constantia"/>
                <a:cs typeface="Constantia"/>
                <a:sym typeface="Constantia"/>
              </a:endParaRPr>
            </a:p>
          </p:txBody>
        </p:sp>
        <p:sp>
          <p:nvSpPr>
            <p:cNvPr id="545" name="Google Shape;545;p26"/>
            <p:cNvSpPr/>
            <p:nvPr/>
          </p:nvSpPr>
          <p:spPr>
            <a:xfrm>
              <a:off x="3435350" y="2189163"/>
              <a:ext cx="1008063"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 add  course ] </a:t>
              </a:r>
              <a:endParaRPr sz="1800">
                <a:solidFill>
                  <a:schemeClr val="dk1"/>
                </a:solidFill>
                <a:latin typeface="Constantia"/>
                <a:ea typeface="Constantia"/>
                <a:cs typeface="Constantia"/>
                <a:sym typeface="Constantia"/>
              </a:endParaRPr>
            </a:p>
          </p:txBody>
        </p:sp>
        <p:sp>
          <p:nvSpPr>
            <p:cNvPr id="546" name="Google Shape;546;p26"/>
            <p:cNvSpPr/>
            <p:nvPr/>
          </p:nvSpPr>
          <p:spPr>
            <a:xfrm>
              <a:off x="2781300" y="2973388"/>
              <a:ext cx="47307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Check </a:t>
              </a:r>
              <a:endParaRPr sz="1800">
                <a:solidFill>
                  <a:schemeClr val="dk1"/>
                </a:solidFill>
                <a:latin typeface="Constantia"/>
                <a:ea typeface="Constantia"/>
                <a:cs typeface="Constantia"/>
                <a:sym typeface="Constantia"/>
              </a:endParaRPr>
            </a:p>
          </p:txBody>
        </p:sp>
        <p:sp>
          <p:nvSpPr>
            <p:cNvPr id="547" name="Google Shape;547;p26"/>
            <p:cNvSpPr/>
            <p:nvPr/>
          </p:nvSpPr>
          <p:spPr>
            <a:xfrm>
              <a:off x="2709863" y="3135313"/>
              <a:ext cx="63182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Schedule</a:t>
              </a:r>
              <a:endParaRPr sz="1800">
                <a:solidFill>
                  <a:schemeClr val="dk1"/>
                </a:solidFill>
                <a:latin typeface="Constantia"/>
                <a:ea typeface="Constantia"/>
                <a:cs typeface="Constantia"/>
                <a:sym typeface="Constantia"/>
              </a:endParaRPr>
            </a:p>
          </p:txBody>
        </p:sp>
        <p:sp>
          <p:nvSpPr>
            <p:cNvPr id="548" name="Google Shape;548;p26"/>
            <p:cNvSpPr/>
            <p:nvPr/>
          </p:nvSpPr>
          <p:spPr>
            <a:xfrm>
              <a:off x="4497388" y="2973388"/>
              <a:ext cx="47307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Check </a:t>
              </a:r>
              <a:endParaRPr sz="1800">
                <a:solidFill>
                  <a:schemeClr val="dk1"/>
                </a:solidFill>
                <a:latin typeface="Constantia"/>
                <a:ea typeface="Constantia"/>
                <a:cs typeface="Constantia"/>
                <a:sym typeface="Constantia"/>
              </a:endParaRPr>
            </a:p>
          </p:txBody>
        </p:sp>
        <p:sp>
          <p:nvSpPr>
            <p:cNvPr id="549" name="Google Shape;549;p26"/>
            <p:cNvSpPr/>
            <p:nvPr/>
          </p:nvSpPr>
          <p:spPr>
            <a:xfrm>
              <a:off x="4303713" y="3135313"/>
              <a:ext cx="93662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Pre-requisites</a:t>
              </a:r>
              <a:endParaRPr sz="1800">
                <a:solidFill>
                  <a:schemeClr val="dk1"/>
                </a:solidFill>
                <a:latin typeface="Constantia"/>
                <a:ea typeface="Constantia"/>
                <a:cs typeface="Constantia"/>
                <a:sym typeface="Constantia"/>
              </a:endParaRPr>
            </a:p>
          </p:txBody>
        </p:sp>
        <p:sp>
          <p:nvSpPr>
            <p:cNvPr id="550" name="Google Shape;550;p26"/>
            <p:cNvSpPr/>
            <p:nvPr/>
          </p:nvSpPr>
          <p:spPr>
            <a:xfrm>
              <a:off x="2636838" y="4621213"/>
              <a:ext cx="668337"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Assign to </a:t>
              </a:r>
              <a:endParaRPr sz="1800">
                <a:solidFill>
                  <a:schemeClr val="dk1"/>
                </a:solidFill>
                <a:latin typeface="Constantia"/>
                <a:ea typeface="Constantia"/>
                <a:cs typeface="Constantia"/>
                <a:sym typeface="Constantia"/>
              </a:endParaRPr>
            </a:p>
          </p:txBody>
        </p:sp>
        <p:sp>
          <p:nvSpPr>
            <p:cNvPr id="551" name="Google Shape;551;p26"/>
            <p:cNvSpPr/>
            <p:nvPr/>
          </p:nvSpPr>
          <p:spPr>
            <a:xfrm>
              <a:off x="2719388" y="4784725"/>
              <a:ext cx="488950"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Course</a:t>
              </a:r>
              <a:endParaRPr sz="1800">
                <a:solidFill>
                  <a:schemeClr val="dk1"/>
                </a:solidFill>
                <a:latin typeface="Constantia"/>
                <a:ea typeface="Constantia"/>
                <a:cs typeface="Constantia"/>
                <a:sym typeface="Constantia"/>
              </a:endParaRPr>
            </a:p>
          </p:txBody>
        </p:sp>
        <p:sp>
          <p:nvSpPr>
            <p:cNvPr id="552" name="Google Shape;552;p26"/>
            <p:cNvSpPr/>
            <p:nvPr/>
          </p:nvSpPr>
          <p:spPr>
            <a:xfrm>
              <a:off x="2933700" y="5006975"/>
              <a:ext cx="1588" cy="222250"/>
            </a:xfrm>
            <a:custGeom>
              <a:rect b="b" l="l" r="r" t="t"/>
              <a:pathLst>
                <a:path extrusionOk="0" h="140" w="1">
                  <a:moveTo>
                    <a:pt x="0" y="0"/>
                  </a:moveTo>
                  <a:lnTo>
                    <a:pt x="0" y="140"/>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3" name="Google Shape;553;p26"/>
            <p:cNvSpPr/>
            <p:nvPr/>
          </p:nvSpPr>
          <p:spPr>
            <a:xfrm>
              <a:off x="2943225" y="4187825"/>
              <a:ext cx="687388" cy="423863"/>
            </a:xfrm>
            <a:custGeom>
              <a:rect b="b" l="l" r="r" t="t"/>
              <a:pathLst>
                <a:path extrusionOk="0" h="267" w="433">
                  <a:moveTo>
                    <a:pt x="433" y="0"/>
                  </a:moveTo>
                  <a:lnTo>
                    <a:pt x="0" y="0"/>
                  </a:lnTo>
                  <a:lnTo>
                    <a:pt x="0" y="267"/>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4" name="Google Shape;554;p26"/>
            <p:cNvSpPr/>
            <p:nvPr/>
          </p:nvSpPr>
          <p:spPr>
            <a:xfrm>
              <a:off x="4584700" y="4621213"/>
              <a:ext cx="59055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Resolve </a:t>
              </a:r>
              <a:endParaRPr sz="1800">
                <a:solidFill>
                  <a:schemeClr val="dk1"/>
                </a:solidFill>
                <a:latin typeface="Constantia"/>
                <a:ea typeface="Constantia"/>
                <a:cs typeface="Constantia"/>
                <a:sym typeface="Constantia"/>
              </a:endParaRPr>
            </a:p>
          </p:txBody>
        </p:sp>
        <p:sp>
          <p:nvSpPr>
            <p:cNvPr id="555" name="Google Shape;555;p26"/>
            <p:cNvSpPr/>
            <p:nvPr/>
          </p:nvSpPr>
          <p:spPr>
            <a:xfrm>
              <a:off x="4584700" y="4784725"/>
              <a:ext cx="582613"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Conflicts</a:t>
              </a:r>
              <a:endParaRPr sz="1800">
                <a:solidFill>
                  <a:schemeClr val="dk1"/>
                </a:solidFill>
                <a:latin typeface="Constantia"/>
                <a:ea typeface="Constantia"/>
                <a:cs typeface="Constantia"/>
                <a:sym typeface="Constantia"/>
              </a:endParaRPr>
            </a:p>
          </p:txBody>
        </p:sp>
        <p:sp>
          <p:nvSpPr>
            <p:cNvPr id="556" name="Google Shape;556;p26"/>
            <p:cNvSpPr/>
            <p:nvPr/>
          </p:nvSpPr>
          <p:spPr>
            <a:xfrm>
              <a:off x="4119563" y="4187825"/>
              <a:ext cx="755650" cy="423863"/>
            </a:xfrm>
            <a:custGeom>
              <a:rect b="b" l="l" r="r" t="t"/>
              <a:pathLst>
                <a:path extrusionOk="0" h="267" w="476">
                  <a:moveTo>
                    <a:pt x="0" y="0"/>
                  </a:moveTo>
                  <a:lnTo>
                    <a:pt x="476" y="0"/>
                  </a:lnTo>
                  <a:lnTo>
                    <a:pt x="476" y="267"/>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7" name="Google Shape;557;p26"/>
            <p:cNvSpPr/>
            <p:nvPr/>
          </p:nvSpPr>
          <p:spPr>
            <a:xfrm>
              <a:off x="2709863" y="5249863"/>
              <a:ext cx="531812"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Update </a:t>
              </a:r>
              <a:endParaRPr sz="1800">
                <a:solidFill>
                  <a:schemeClr val="dk1"/>
                </a:solidFill>
                <a:latin typeface="Constantia"/>
                <a:ea typeface="Constantia"/>
                <a:cs typeface="Constantia"/>
                <a:sym typeface="Constantia"/>
              </a:endParaRPr>
            </a:p>
          </p:txBody>
        </p:sp>
        <p:sp>
          <p:nvSpPr>
            <p:cNvPr id="558" name="Google Shape;558;p26"/>
            <p:cNvSpPr/>
            <p:nvPr/>
          </p:nvSpPr>
          <p:spPr>
            <a:xfrm>
              <a:off x="2659063" y="5411788"/>
              <a:ext cx="63182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Schedule</a:t>
              </a:r>
              <a:endParaRPr sz="1800">
                <a:solidFill>
                  <a:schemeClr val="dk1"/>
                </a:solidFill>
                <a:latin typeface="Constantia"/>
                <a:ea typeface="Constantia"/>
                <a:cs typeface="Constantia"/>
                <a:sym typeface="Constantia"/>
              </a:endParaRPr>
            </a:p>
          </p:txBody>
        </p:sp>
        <p:sp>
          <p:nvSpPr>
            <p:cNvPr id="559" name="Google Shape;559;p26"/>
            <p:cNvSpPr/>
            <p:nvPr/>
          </p:nvSpPr>
          <p:spPr>
            <a:xfrm>
              <a:off x="5689600" y="1987550"/>
              <a:ext cx="969963"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Constantia"/>
                  <a:ea typeface="Constantia"/>
                  <a:cs typeface="Constantia"/>
                  <a:sym typeface="Constantia"/>
                </a:rPr>
                <a:t>Delete Course</a:t>
              </a:r>
              <a:endParaRPr sz="1800">
                <a:solidFill>
                  <a:schemeClr val="dk1"/>
                </a:solidFill>
                <a:latin typeface="Constantia"/>
                <a:ea typeface="Constantia"/>
                <a:cs typeface="Constantia"/>
                <a:sym typeface="Constantia"/>
              </a:endParaRPr>
            </a:p>
          </p:txBody>
        </p:sp>
        <p:sp>
          <p:nvSpPr>
            <p:cNvPr id="560" name="Google Shape;560;p26"/>
            <p:cNvSpPr/>
            <p:nvPr/>
          </p:nvSpPr>
          <p:spPr>
            <a:xfrm>
              <a:off x="3741738" y="5867400"/>
              <a:ext cx="265112" cy="261938"/>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1" name="Google Shape;561;p26"/>
            <p:cNvSpPr/>
            <p:nvPr/>
          </p:nvSpPr>
          <p:spPr>
            <a:xfrm>
              <a:off x="3771900" y="5895975"/>
              <a:ext cx="204788" cy="203200"/>
            </a:xfrm>
            <a:prstGeom prst="ellipse">
              <a:avLst/>
            </a:prstGeom>
            <a:solidFill>
              <a:srgbClr val="99003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2" name="Google Shape;562;p26"/>
            <p:cNvSpPr/>
            <p:nvPr/>
          </p:nvSpPr>
          <p:spPr>
            <a:xfrm>
              <a:off x="3630613" y="4065588"/>
              <a:ext cx="468312" cy="223837"/>
            </a:xfrm>
            <a:custGeom>
              <a:rect b="b" l="l" r="r" t="t"/>
              <a:pathLst>
                <a:path extrusionOk="0" h="156" w="326">
                  <a:moveTo>
                    <a:pt x="0" y="85"/>
                  </a:moveTo>
                  <a:lnTo>
                    <a:pt x="170" y="0"/>
                  </a:lnTo>
                  <a:lnTo>
                    <a:pt x="326" y="85"/>
                  </a:lnTo>
                  <a:lnTo>
                    <a:pt x="170" y="156"/>
                  </a:lnTo>
                  <a:lnTo>
                    <a:pt x="0" y="85"/>
                  </a:lnTo>
                  <a:close/>
                </a:path>
              </a:pathLst>
            </a:custGeom>
            <a:solidFill>
              <a:srgbClr val="FFFFCC"/>
            </a:solidFill>
            <a:ln cap="flat" cmpd="sng" w="12700">
              <a:solidFill>
                <a:srgbClr val="990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3" name="Google Shape;563;p26"/>
            <p:cNvSpPr/>
            <p:nvPr/>
          </p:nvSpPr>
          <p:spPr>
            <a:xfrm>
              <a:off x="3343275" y="2517775"/>
              <a:ext cx="981075" cy="60325"/>
            </a:xfrm>
            <a:prstGeom prst="rect">
              <a:avLst/>
            </a:prstGeom>
            <a:solidFill>
              <a:srgbClr val="990033"/>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4" name="Google Shape;564;p26"/>
            <p:cNvSpPr/>
            <p:nvPr/>
          </p:nvSpPr>
          <p:spPr>
            <a:xfrm>
              <a:off x="3382963" y="3692525"/>
              <a:ext cx="981075" cy="58738"/>
            </a:xfrm>
            <a:prstGeom prst="rect">
              <a:avLst/>
            </a:prstGeom>
            <a:solidFill>
              <a:srgbClr val="990033"/>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5" name="Google Shape;565;p26"/>
            <p:cNvSpPr/>
            <p:nvPr/>
          </p:nvSpPr>
          <p:spPr>
            <a:xfrm>
              <a:off x="2268538" y="3957638"/>
              <a:ext cx="1387475"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 checks completed ]</a:t>
              </a:r>
              <a:endParaRPr sz="1800">
                <a:solidFill>
                  <a:schemeClr val="dk1"/>
                </a:solidFill>
                <a:latin typeface="Constantia"/>
                <a:ea typeface="Constantia"/>
                <a:cs typeface="Constantia"/>
                <a:sym typeface="Constantia"/>
              </a:endParaRPr>
            </a:p>
          </p:txBody>
        </p:sp>
        <p:sp>
          <p:nvSpPr>
            <p:cNvPr id="566" name="Google Shape;566;p26"/>
            <p:cNvSpPr/>
            <p:nvPr/>
          </p:nvSpPr>
          <p:spPr>
            <a:xfrm>
              <a:off x="4108450" y="3957638"/>
              <a:ext cx="1049338"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 checks failed ]</a:t>
              </a:r>
              <a:endParaRPr sz="1800">
                <a:solidFill>
                  <a:schemeClr val="dk1"/>
                </a:solidFill>
                <a:latin typeface="Constantia"/>
                <a:ea typeface="Constantia"/>
                <a:cs typeface="Constantia"/>
                <a:sym typeface="Constantia"/>
              </a:endParaRPr>
            </a:p>
          </p:txBody>
        </p:sp>
        <p:sp>
          <p:nvSpPr>
            <p:cNvPr id="567" name="Google Shape;567;p26"/>
            <p:cNvSpPr/>
            <p:nvPr/>
          </p:nvSpPr>
          <p:spPr>
            <a:xfrm>
              <a:off x="4425950" y="1889125"/>
              <a:ext cx="1082675"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 delete course ]</a:t>
              </a:r>
              <a:endParaRPr sz="1800">
                <a:solidFill>
                  <a:schemeClr val="dk1"/>
                </a:solidFill>
                <a:latin typeface="Constantia"/>
                <a:ea typeface="Constantia"/>
                <a:cs typeface="Constantia"/>
                <a:sym typeface="Constantia"/>
              </a:endParaRPr>
            </a:p>
          </p:txBody>
        </p:sp>
        <p:cxnSp>
          <p:nvCxnSpPr>
            <p:cNvPr id="568" name="Google Shape;568;p26"/>
            <p:cNvCxnSpPr/>
            <p:nvPr/>
          </p:nvCxnSpPr>
          <p:spPr>
            <a:xfrm rot="10800000">
              <a:off x="1946275" y="1958975"/>
              <a:ext cx="1589088" cy="808038"/>
            </a:xfrm>
            <a:prstGeom prst="straightConnector1">
              <a:avLst/>
            </a:prstGeom>
            <a:noFill/>
            <a:ln cap="flat" cmpd="sng" w="28575">
              <a:solidFill>
                <a:schemeClr val="hlink"/>
              </a:solidFill>
              <a:prstDash val="solid"/>
              <a:round/>
              <a:headEnd len="med" w="med" type="oval"/>
              <a:tailEnd len="med" w="med" type="none"/>
            </a:ln>
          </p:spPr>
        </p:cxnSp>
        <p:cxnSp>
          <p:nvCxnSpPr>
            <p:cNvPr id="569" name="Google Shape;569;p26"/>
            <p:cNvCxnSpPr/>
            <p:nvPr/>
          </p:nvCxnSpPr>
          <p:spPr>
            <a:xfrm rot="10800000">
              <a:off x="1943100" y="1955800"/>
              <a:ext cx="2149475" cy="792163"/>
            </a:xfrm>
            <a:prstGeom prst="straightConnector1">
              <a:avLst/>
            </a:prstGeom>
            <a:noFill/>
            <a:ln cap="flat" cmpd="sng" w="28575">
              <a:solidFill>
                <a:schemeClr val="hlink"/>
              </a:solidFill>
              <a:prstDash val="solid"/>
              <a:round/>
              <a:headEnd len="med" w="med" type="oval"/>
              <a:tailEnd len="med" w="med" type="none"/>
            </a:ln>
          </p:spPr>
        </p:cxnSp>
        <p:cxnSp>
          <p:nvCxnSpPr>
            <p:cNvPr id="570" name="Google Shape;570;p26"/>
            <p:cNvCxnSpPr/>
            <p:nvPr/>
          </p:nvCxnSpPr>
          <p:spPr>
            <a:xfrm>
              <a:off x="4470400" y="3733800"/>
              <a:ext cx="2352675" cy="3175"/>
            </a:xfrm>
            <a:prstGeom prst="straightConnector1">
              <a:avLst/>
            </a:prstGeom>
            <a:noFill/>
            <a:ln cap="flat" cmpd="sng" w="28575">
              <a:solidFill>
                <a:schemeClr val="hlink"/>
              </a:solidFill>
              <a:prstDash val="solid"/>
              <a:round/>
              <a:headEnd len="med" w="med" type="triangle"/>
              <a:tailEnd len="med" w="med" type="none"/>
            </a:ln>
          </p:spPr>
        </p:cxnSp>
        <p:sp>
          <p:nvSpPr>
            <p:cNvPr id="571" name="Google Shape;571;p26"/>
            <p:cNvSpPr/>
            <p:nvPr/>
          </p:nvSpPr>
          <p:spPr>
            <a:xfrm>
              <a:off x="4117975" y="3338513"/>
              <a:ext cx="325438" cy="334962"/>
            </a:xfrm>
            <a:custGeom>
              <a:rect b="b" l="l" r="r" t="t"/>
              <a:pathLst>
                <a:path extrusionOk="0" h="211" w="316">
                  <a:moveTo>
                    <a:pt x="316" y="0"/>
                  </a:moveTo>
                  <a:lnTo>
                    <a:pt x="0" y="211"/>
                  </a:lnTo>
                </a:path>
              </a:pathLst>
            </a:custGeom>
            <a:noFill/>
            <a:ln cap="flat" cmpd="sng" w="12700">
              <a:solidFill>
                <a:schemeClr val="dk1"/>
              </a:solidFill>
              <a:prstDash val="solid"/>
              <a:round/>
              <a:headEnd len="med" w="med"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27"/>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577" name="Google Shape;577;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