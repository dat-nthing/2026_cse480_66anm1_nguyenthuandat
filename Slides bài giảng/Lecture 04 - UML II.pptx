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 id="2147483650"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Lst>
  <p:sldSz cy="6858000" cx="9144000"/>
  <p:notesSz cx="6858000" cy="9144000"/>
  <p:embeddedFontLst>
    <p:embeddedFont>
      <p:font typeface="Constantia"/>
      <p:regular r:id="rId33"/>
      <p:bold r:id="rId34"/>
      <p:italic r:id="rId35"/>
      <p:boldItalic r:id="rId3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GoogleSlidesCustomDataVersion2">
      <go:slidesCustomData xmlns:go="http://customooxmlschemas.google.com/" r:id="rId37" roundtripDataSignature="AMtx7mg7caqfZRWkHonEDmDMEU+6aZ6QA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2.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font" Target="fonts/Constantia-regular.fntdata"/><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35" Type="http://schemas.openxmlformats.org/officeDocument/2006/relationships/font" Target="fonts/Constantia-italic.fntdata"/><Relationship Id="rId12" Type="http://schemas.openxmlformats.org/officeDocument/2006/relationships/slide" Target="slides/slide6.xml"/><Relationship Id="rId34" Type="http://schemas.openxmlformats.org/officeDocument/2006/relationships/font" Target="fonts/Constantia-bold.fntdata"/><Relationship Id="rId15" Type="http://schemas.openxmlformats.org/officeDocument/2006/relationships/slide" Target="slides/slide9.xml"/><Relationship Id="rId37" Type="http://customschemas.google.com/relationships/presentationmetadata" Target="metadata"/><Relationship Id="rId14" Type="http://schemas.openxmlformats.org/officeDocument/2006/relationships/slide" Target="slides/slide8.xml"/><Relationship Id="rId36" Type="http://schemas.openxmlformats.org/officeDocument/2006/relationships/font" Target="fonts/Constantia-boldItalic.fntdata"/><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p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2" name="Google Shape;112;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p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0" name="Google Shape;120;p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121" name="Google Shape;121;p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p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9" name="Google Shape;129;p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6" name="Google Shape;136;p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4" name="Google Shape;144;p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p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0" name="Google Shape;150;p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7" name="Google Shape;157;p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p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4" name="Google Shape;164;p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p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2" name="Google Shape;172;p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p1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8" name="Google Shape;178;p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p1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5" name="Google Shape;185;p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p1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3" name="Google Shape;193;p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p1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9" name="Google Shape;199;p1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1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6" name="Google Shape;206;p1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p1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2" name="Google Shape;212;p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p1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9" name="Google Shape;219;p1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p1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6" name="Google Shape;226;p1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p1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2" name="Google Shape;232;p1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p1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8" name="Google Shape;238;p1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p2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5" name="Google Shape;245;p2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p2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2" name="Google Shape;252;p2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p2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9" name="Google Shape;259;p2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p2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7" name="Google Shape;267;p2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p2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3" name="Google Shape;273;p2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p2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1" name="Google Shape;281;p2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p2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7" name="Google Shape;287;p2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gradFill>
          <a:gsLst>
            <a:gs pos="0">
              <a:srgbClr val="439FD7"/>
            </a:gs>
            <a:gs pos="25000">
              <a:srgbClr val="4397CA"/>
            </a:gs>
            <a:gs pos="100000">
              <a:srgbClr val="00466A"/>
            </a:gs>
          </a:gsLst>
          <a:path path="circle">
            <a:fillToRect b="50%" l="50%" r="50%" t="50%"/>
          </a:path>
          <a:tileRect/>
        </a:gradFill>
      </p:bgPr>
    </p:bg>
    <p:spTree>
      <p:nvGrpSpPr>
        <p:cNvPr id="20" name="Shape 20"/>
        <p:cNvGrpSpPr/>
        <p:nvPr/>
      </p:nvGrpSpPr>
      <p:grpSpPr>
        <a:xfrm>
          <a:off x="0" y="0"/>
          <a:ext cx="0" cy="0"/>
          <a:chOff x="0" y="0"/>
          <a:chExt cx="0" cy="0"/>
        </a:xfrm>
      </p:grpSpPr>
      <p:sp>
        <p:nvSpPr>
          <p:cNvPr id="21" name="Google Shape;21;p30"/>
          <p:cNvSpPr txBox="1"/>
          <p:nvPr>
            <p:ph type="ctrTitle"/>
          </p:nvPr>
        </p:nvSpPr>
        <p:spPr>
          <a:xfrm>
            <a:off x="533400" y="1371600"/>
            <a:ext cx="7851648" cy="1828800"/>
          </a:xfrm>
          <a:prstGeom prst="rect">
            <a:avLst/>
          </a:prstGeom>
          <a:noFill/>
          <a:ln>
            <a:noFill/>
          </a:ln>
        </p:spPr>
        <p:txBody>
          <a:bodyPr anchorCtr="0" anchor="b" bIns="0" lIns="0" spcFirstLastPara="1" rIns="18275" wrap="square" tIns="0">
            <a:normAutofit/>
          </a:bodyPr>
          <a:lstStyle>
            <a:lvl1pPr lvl="0" algn="r">
              <a:spcBef>
                <a:spcPts val="0"/>
              </a:spcBef>
              <a:spcAft>
                <a:spcPts val="0"/>
              </a:spcAft>
              <a:buClr>
                <a:srgbClr val="4CE0EA"/>
              </a:buClr>
              <a:buSzPts val="5600"/>
              <a:buFont typeface="Calibri"/>
              <a:buNone/>
              <a:defRPr b="1" sz="5600">
                <a:solidFill>
                  <a:srgbClr val="4CE0EA"/>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 name="Google Shape;22;p30"/>
          <p:cNvSpPr txBox="1"/>
          <p:nvPr>
            <p:ph idx="1" type="subTitle"/>
          </p:nvPr>
        </p:nvSpPr>
        <p:spPr>
          <a:xfrm>
            <a:off x="533400" y="3228536"/>
            <a:ext cx="7854696" cy="1752600"/>
          </a:xfrm>
          <a:prstGeom prst="rect">
            <a:avLst/>
          </a:prstGeom>
          <a:noFill/>
          <a:ln>
            <a:noFill/>
          </a:ln>
        </p:spPr>
        <p:txBody>
          <a:bodyPr anchorCtr="0" anchor="t" bIns="45700" lIns="0" spcFirstLastPara="1" rIns="18275" wrap="square" tIns="45700">
            <a:normAutofit/>
          </a:bodyPr>
          <a:lstStyle>
            <a:lvl1pPr lvl="0" marR="45720" algn="r">
              <a:spcBef>
                <a:spcPts val="520"/>
              </a:spcBef>
              <a:spcAft>
                <a:spcPts val="0"/>
              </a:spcAft>
              <a:buSzPts val="2470"/>
              <a:buNone/>
              <a:defRPr>
                <a:solidFill>
                  <a:schemeClr val="lt1"/>
                </a:solidFill>
              </a:defRPr>
            </a:lvl1pPr>
            <a:lvl2pPr lvl="1" algn="ctr">
              <a:spcBef>
                <a:spcPts val="360"/>
              </a:spcBef>
              <a:spcAft>
                <a:spcPts val="0"/>
              </a:spcAft>
              <a:buSzPts val="1530"/>
              <a:buNone/>
              <a:defRPr/>
            </a:lvl2pPr>
            <a:lvl3pPr lvl="2" algn="ctr">
              <a:spcBef>
                <a:spcPts val="360"/>
              </a:spcBef>
              <a:spcAft>
                <a:spcPts val="0"/>
              </a:spcAft>
              <a:buSzPts val="1260"/>
              <a:buNone/>
              <a:defRPr/>
            </a:lvl3pPr>
            <a:lvl4pPr lvl="3" algn="ctr">
              <a:spcBef>
                <a:spcPts val="360"/>
              </a:spcBef>
              <a:spcAft>
                <a:spcPts val="0"/>
              </a:spcAft>
              <a:buSzPts val="1170"/>
              <a:buNone/>
              <a:defRPr/>
            </a:lvl4pPr>
            <a:lvl5pPr lvl="4" algn="ctr">
              <a:spcBef>
                <a:spcPts val="360"/>
              </a:spcBef>
              <a:spcAft>
                <a:spcPts val="0"/>
              </a:spcAft>
              <a:buSzPts val="1170"/>
              <a:buNone/>
              <a:defRPr/>
            </a:lvl5pPr>
            <a:lvl6pPr lvl="5" algn="ctr">
              <a:spcBef>
                <a:spcPts val="360"/>
              </a:spcBef>
              <a:spcAft>
                <a:spcPts val="0"/>
              </a:spcAft>
              <a:buSzPts val="1440"/>
              <a:buNone/>
              <a:defRPr/>
            </a:lvl6pPr>
            <a:lvl7pPr lvl="6" algn="ctr">
              <a:spcBef>
                <a:spcPts val="360"/>
              </a:spcBef>
              <a:spcAft>
                <a:spcPts val="0"/>
              </a:spcAft>
              <a:buSzPts val="1440"/>
              <a:buNone/>
              <a:defRPr/>
            </a:lvl7pPr>
            <a:lvl8pPr lvl="7" algn="ctr">
              <a:spcBef>
                <a:spcPts val="360"/>
              </a:spcBef>
              <a:spcAft>
                <a:spcPts val="0"/>
              </a:spcAft>
              <a:buSzPts val="1800"/>
              <a:buNone/>
              <a:defRPr/>
            </a:lvl8pPr>
            <a:lvl9pPr lvl="8" algn="ctr">
              <a:spcBef>
                <a:spcPts val="360"/>
              </a:spcBef>
              <a:spcAft>
                <a:spcPts val="0"/>
              </a:spcAft>
              <a:buSzPts val="1800"/>
              <a:buNone/>
              <a:defRPr/>
            </a:lvl9pPr>
          </a:lstStyle>
          <a:p/>
        </p:txBody>
      </p:sp>
      <p:sp>
        <p:nvSpPr>
          <p:cNvPr id="23" name="Google Shape;23;p30"/>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 name="Google Shape;24;p30"/>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30"/>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37" name="Shape 37"/>
        <p:cNvGrpSpPr/>
        <p:nvPr/>
      </p:nvGrpSpPr>
      <p:grpSpPr>
        <a:xfrm>
          <a:off x="0" y="0"/>
          <a:ext cx="0" cy="0"/>
          <a:chOff x="0" y="0"/>
          <a:chExt cx="0" cy="0"/>
        </a:xfrm>
      </p:grpSpPr>
      <p:sp>
        <p:nvSpPr>
          <p:cNvPr id="38" name="Google Shape;38;p31"/>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 name="Google Shape;39;p31"/>
          <p:cNvSpPr txBox="1"/>
          <p:nvPr>
            <p:ph idx="1" type="body"/>
          </p:nvPr>
        </p:nvSpPr>
        <p:spPr>
          <a:xfrm>
            <a:off x="457200" y="1935480"/>
            <a:ext cx="8229600" cy="4389120"/>
          </a:xfrm>
          <a:prstGeom prst="rect">
            <a:avLst/>
          </a:prstGeom>
          <a:noFill/>
          <a:ln>
            <a:noFill/>
          </a:ln>
        </p:spPr>
        <p:txBody>
          <a:bodyPr anchorCtr="0" anchor="t" bIns="45700" lIns="91425" spcFirstLastPara="1" rIns="91425" wrap="square" tIns="45700">
            <a:normAutofit/>
          </a:bodyPr>
          <a:lstStyle>
            <a:lvl1pPr indent="-337185" lvl="0" marL="457200" algn="l">
              <a:spcBef>
                <a:spcPts val="360"/>
              </a:spcBef>
              <a:spcAft>
                <a:spcPts val="0"/>
              </a:spcAft>
              <a:buSzPts val="1710"/>
              <a:buChar char="⚫"/>
              <a:defRPr/>
            </a:lvl1pPr>
            <a:lvl2pPr indent="-325755" lvl="1" marL="914400" algn="l">
              <a:spcBef>
                <a:spcPts val="360"/>
              </a:spcBef>
              <a:spcAft>
                <a:spcPts val="0"/>
              </a:spcAft>
              <a:buSzPts val="1530"/>
              <a:buChar char="⚫"/>
              <a:defRPr/>
            </a:lvl2pPr>
            <a:lvl3pPr indent="-308610" lvl="2" marL="1371600" algn="l">
              <a:spcBef>
                <a:spcPts val="360"/>
              </a:spcBef>
              <a:spcAft>
                <a:spcPts val="0"/>
              </a:spcAft>
              <a:buSzPts val="1260"/>
              <a:buChar char="⚫"/>
              <a:defRPr/>
            </a:lvl3pPr>
            <a:lvl4pPr indent="-302894" lvl="3" marL="1828800" algn="l">
              <a:spcBef>
                <a:spcPts val="360"/>
              </a:spcBef>
              <a:spcAft>
                <a:spcPts val="0"/>
              </a:spcAft>
              <a:buSzPts val="1170"/>
              <a:buChar char="⚫"/>
              <a:defRPr/>
            </a:lvl4pPr>
            <a:lvl5pPr indent="-302895" lvl="4" marL="2286000" algn="l">
              <a:spcBef>
                <a:spcPts val="360"/>
              </a:spcBef>
              <a:spcAft>
                <a:spcPts val="0"/>
              </a:spcAft>
              <a:buSzPts val="1170"/>
              <a:buChar char="⚫"/>
              <a:defRPr/>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40" name="Google Shape;40;p31"/>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1" name="Google Shape;41;p31"/>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31"/>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gradFill>
          <a:gsLst>
            <a:gs pos="0">
              <a:srgbClr val="439FD7"/>
            </a:gs>
            <a:gs pos="25000">
              <a:srgbClr val="4397CA"/>
            </a:gs>
            <a:gs pos="100000">
              <a:srgbClr val="00466A"/>
            </a:gs>
          </a:gsLst>
          <a:path path="circle">
            <a:fillToRect b="50%" l="50%" r="50%" t="50%"/>
          </a:path>
          <a:tileRect/>
        </a:gradFill>
      </p:bgPr>
    </p:bg>
    <p:spTree>
      <p:nvGrpSpPr>
        <p:cNvPr id="43" name="Shape 43"/>
        <p:cNvGrpSpPr/>
        <p:nvPr/>
      </p:nvGrpSpPr>
      <p:grpSpPr>
        <a:xfrm>
          <a:off x="0" y="0"/>
          <a:ext cx="0" cy="0"/>
          <a:chOff x="0" y="0"/>
          <a:chExt cx="0" cy="0"/>
        </a:xfrm>
      </p:grpSpPr>
      <p:sp>
        <p:nvSpPr>
          <p:cNvPr id="44" name="Google Shape;44;p29"/>
          <p:cNvSpPr txBox="1"/>
          <p:nvPr>
            <p:ph type="ctrTitle"/>
          </p:nvPr>
        </p:nvSpPr>
        <p:spPr>
          <a:xfrm>
            <a:off x="533400" y="1371600"/>
            <a:ext cx="7851648" cy="1828800"/>
          </a:xfrm>
          <a:prstGeom prst="rect">
            <a:avLst/>
          </a:prstGeom>
          <a:noFill/>
          <a:ln>
            <a:noFill/>
          </a:ln>
        </p:spPr>
        <p:txBody>
          <a:bodyPr anchorCtr="0" anchor="b" bIns="0" lIns="0" spcFirstLastPara="1" rIns="18275" wrap="square" tIns="0">
            <a:normAutofit/>
          </a:bodyPr>
          <a:lstStyle>
            <a:lvl1pPr lvl="0" algn="r">
              <a:spcBef>
                <a:spcPts val="0"/>
              </a:spcBef>
              <a:spcAft>
                <a:spcPts val="0"/>
              </a:spcAft>
              <a:buClr>
                <a:srgbClr val="4CE0EA"/>
              </a:buClr>
              <a:buSzPts val="5600"/>
              <a:buFont typeface="Calibri"/>
              <a:buNone/>
              <a:defRPr b="1" sz="5600">
                <a:solidFill>
                  <a:srgbClr val="4CE0EA"/>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5" name="Google Shape;45;p29"/>
          <p:cNvSpPr txBox="1"/>
          <p:nvPr>
            <p:ph idx="1" type="subTitle"/>
          </p:nvPr>
        </p:nvSpPr>
        <p:spPr>
          <a:xfrm>
            <a:off x="533400" y="3228536"/>
            <a:ext cx="7854696" cy="1752600"/>
          </a:xfrm>
          <a:prstGeom prst="rect">
            <a:avLst/>
          </a:prstGeom>
          <a:noFill/>
          <a:ln>
            <a:noFill/>
          </a:ln>
        </p:spPr>
        <p:txBody>
          <a:bodyPr anchorCtr="0" anchor="t" bIns="45700" lIns="0" spcFirstLastPara="1" rIns="18275" wrap="square" tIns="45700">
            <a:normAutofit/>
          </a:bodyPr>
          <a:lstStyle>
            <a:lvl1pPr lvl="0" marR="45720" algn="r">
              <a:spcBef>
                <a:spcPts val="520"/>
              </a:spcBef>
              <a:spcAft>
                <a:spcPts val="0"/>
              </a:spcAft>
              <a:buSzPts val="2470"/>
              <a:buNone/>
              <a:defRPr>
                <a:solidFill>
                  <a:schemeClr val="lt1"/>
                </a:solidFill>
              </a:defRPr>
            </a:lvl1pPr>
            <a:lvl2pPr lvl="1" algn="ctr">
              <a:spcBef>
                <a:spcPts val="360"/>
              </a:spcBef>
              <a:spcAft>
                <a:spcPts val="0"/>
              </a:spcAft>
              <a:buSzPts val="1530"/>
              <a:buNone/>
              <a:defRPr/>
            </a:lvl2pPr>
            <a:lvl3pPr lvl="2" algn="ctr">
              <a:spcBef>
                <a:spcPts val="360"/>
              </a:spcBef>
              <a:spcAft>
                <a:spcPts val="0"/>
              </a:spcAft>
              <a:buSzPts val="1260"/>
              <a:buNone/>
              <a:defRPr/>
            </a:lvl3pPr>
            <a:lvl4pPr lvl="3" algn="ctr">
              <a:spcBef>
                <a:spcPts val="360"/>
              </a:spcBef>
              <a:spcAft>
                <a:spcPts val="0"/>
              </a:spcAft>
              <a:buSzPts val="1170"/>
              <a:buNone/>
              <a:defRPr/>
            </a:lvl4pPr>
            <a:lvl5pPr lvl="4" algn="ctr">
              <a:spcBef>
                <a:spcPts val="360"/>
              </a:spcBef>
              <a:spcAft>
                <a:spcPts val="0"/>
              </a:spcAft>
              <a:buSzPts val="1170"/>
              <a:buNone/>
              <a:defRPr/>
            </a:lvl5pPr>
            <a:lvl6pPr lvl="5" algn="ctr">
              <a:spcBef>
                <a:spcPts val="360"/>
              </a:spcBef>
              <a:spcAft>
                <a:spcPts val="0"/>
              </a:spcAft>
              <a:buSzPts val="1440"/>
              <a:buNone/>
              <a:defRPr/>
            </a:lvl6pPr>
            <a:lvl7pPr lvl="6" algn="ctr">
              <a:spcBef>
                <a:spcPts val="360"/>
              </a:spcBef>
              <a:spcAft>
                <a:spcPts val="0"/>
              </a:spcAft>
              <a:buSzPts val="1440"/>
              <a:buNone/>
              <a:defRPr/>
            </a:lvl7pPr>
            <a:lvl8pPr lvl="7" algn="ctr">
              <a:spcBef>
                <a:spcPts val="360"/>
              </a:spcBef>
              <a:spcAft>
                <a:spcPts val="0"/>
              </a:spcAft>
              <a:buSzPts val="1800"/>
              <a:buNone/>
              <a:defRPr/>
            </a:lvl8pPr>
            <a:lvl9pPr lvl="8" algn="ctr">
              <a:spcBef>
                <a:spcPts val="360"/>
              </a:spcBef>
              <a:spcAft>
                <a:spcPts val="0"/>
              </a:spcAft>
              <a:buSzPts val="1800"/>
              <a:buNone/>
              <a:defRPr/>
            </a:lvl9pPr>
          </a:lstStyle>
          <a:p/>
        </p:txBody>
      </p:sp>
      <p:sp>
        <p:nvSpPr>
          <p:cNvPr id="46" name="Google Shape;46;p29"/>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29"/>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29"/>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gradFill>
          <a:gsLst>
            <a:gs pos="0">
              <a:srgbClr val="439FD7"/>
            </a:gs>
            <a:gs pos="25000">
              <a:srgbClr val="4397CA"/>
            </a:gs>
            <a:gs pos="100000">
              <a:srgbClr val="00466A"/>
            </a:gs>
          </a:gsLst>
          <a:path path="circle">
            <a:fillToRect b="50%" l="50%" r="50%" t="50%"/>
          </a:path>
          <a:tileRect/>
        </a:gradFill>
      </p:bgPr>
    </p:bg>
    <p:spTree>
      <p:nvGrpSpPr>
        <p:cNvPr id="49" name="Shape 49"/>
        <p:cNvGrpSpPr/>
        <p:nvPr/>
      </p:nvGrpSpPr>
      <p:grpSpPr>
        <a:xfrm>
          <a:off x="0" y="0"/>
          <a:ext cx="0" cy="0"/>
          <a:chOff x="0" y="0"/>
          <a:chExt cx="0" cy="0"/>
        </a:xfrm>
      </p:grpSpPr>
      <p:sp>
        <p:nvSpPr>
          <p:cNvPr id="50" name="Google Shape;50;p32"/>
          <p:cNvSpPr txBox="1"/>
          <p:nvPr>
            <p:ph type="title"/>
          </p:nvPr>
        </p:nvSpPr>
        <p:spPr>
          <a:xfrm>
            <a:off x="530352" y="1316736"/>
            <a:ext cx="7772400" cy="1362456"/>
          </a:xfrm>
          <a:prstGeom prst="rect">
            <a:avLst/>
          </a:prstGeom>
          <a:noFill/>
          <a:ln>
            <a:noFill/>
          </a:ln>
        </p:spPr>
        <p:txBody>
          <a:bodyPr anchorCtr="0" anchor="b" bIns="0" lIns="0" spcFirstLastPara="1" rIns="0" wrap="square" tIns="0">
            <a:noAutofit/>
          </a:bodyPr>
          <a:lstStyle>
            <a:lvl1pPr lvl="0" algn="l">
              <a:spcBef>
                <a:spcPts val="0"/>
              </a:spcBef>
              <a:spcAft>
                <a:spcPts val="0"/>
              </a:spcAft>
              <a:buClr>
                <a:srgbClr val="4AE3AC"/>
              </a:buClr>
              <a:buSzPts val="5600"/>
              <a:buFont typeface="Calibri"/>
              <a:buNone/>
              <a:defRPr b="1" sz="5600" cap="none">
                <a:solidFill>
                  <a:srgbClr val="4AE3AC"/>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32"/>
          <p:cNvSpPr txBox="1"/>
          <p:nvPr>
            <p:ph idx="1" type="body"/>
          </p:nvPr>
        </p:nvSpPr>
        <p:spPr>
          <a:xfrm>
            <a:off x="530352" y="2704664"/>
            <a:ext cx="7772400" cy="1509712"/>
          </a:xfrm>
          <a:prstGeom prst="rect">
            <a:avLst/>
          </a:prstGeom>
          <a:noFill/>
          <a:ln>
            <a:noFill/>
          </a:ln>
        </p:spPr>
        <p:txBody>
          <a:bodyPr anchorCtr="0" anchor="t" bIns="45700" lIns="45700" spcFirstLastPara="1" rIns="45700" wrap="square" tIns="45700">
            <a:normAutofit/>
          </a:bodyPr>
          <a:lstStyle>
            <a:lvl1pPr indent="-228600" lvl="0" marL="457200" algn="l">
              <a:spcBef>
                <a:spcPts val="440"/>
              </a:spcBef>
              <a:spcAft>
                <a:spcPts val="0"/>
              </a:spcAft>
              <a:buSzPts val="2090"/>
              <a:buNone/>
              <a:defRPr sz="2200">
                <a:solidFill>
                  <a:schemeClr val="lt1"/>
                </a:solidFill>
              </a:defRPr>
            </a:lvl1pPr>
            <a:lvl2pPr indent="-228600" lvl="1" marL="914400" algn="l">
              <a:spcBef>
                <a:spcPts val="360"/>
              </a:spcBef>
              <a:spcAft>
                <a:spcPts val="0"/>
              </a:spcAft>
              <a:buSzPts val="1530"/>
              <a:buNone/>
              <a:defRPr sz="1800">
                <a:solidFill>
                  <a:schemeClr val="lt1"/>
                </a:solidFill>
              </a:defRPr>
            </a:lvl2pPr>
            <a:lvl3pPr indent="-228600" lvl="2" marL="1371600" algn="l">
              <a:spcBef>
                <a:spcPts val="320"/>
              </a:spcBef>
              <a:spcAft>
                <a:spcPts val="0"/>
              </a:spcAft>
              <a:buSzPts val="1120"/>
              <a:buNone/>
              <a:defRPr sz="1600">
                <a:solidFill>
                  <a:schemeClr val="lt1"/>
                </a:solidFill>
              </a:defRPr>
            </a:lvl3pPr>
            <a:lvl4pPr indent="-228600" lvl="3" marL="1828800" algn="l">
              <a:spcBef>
                <a:spcPts val="280"/>
              </a:spcBef>
              <a:spcAft>
                <a:spcPts val="0"/>
              </a:spcAft>
              <a:buSzPts val="910"/>
              <a:buNone/>
              <a:defRPr sz="1400">
                <a:solidFill>
                  <a:schemeClr val="lt1"/>
                </a:solidFill>
              </a:defRPr>
            </a:lvl4pPr>
            <a:lvl5pPr indent="-228600" lvl="4" marL="2286000" algn="l">
              <a:spcBef>
                <a:spcPts val="280"/>
              </a:spcBef>
              <a:spcAft>
                <a:spcPts val="0"/>
              </a:spcAft>
              <a:buSzPts val="910"/>
              <a:buNone/>
              <a:defRPr sz="1400">
                <a:solidFill>
                  <a:schemeClr val="lt1"/>
                </a:solidFill>
              </a:defRPr>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52" name="Google Shape;52;p32"/>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32"/>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4" name="Google Shape;54;p32"/>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55" name="Shape 55"/>
        <p:cNvGrpSpPr/>
        <p:nvPr/>
      </p:nvGrpSpPr>
      <p:grpSpPr>
        <a:xfrm>
          <a:off x="0" y="0"/>
          <a:ext cx="0" cy="0"/>
          <a:chOff x="0" y="0"/>
          <a:chExt cx="0" cy="0"/>
        </a:xfrm>
      </p:grpSpPr>
      <p:sp>
        <p:nvSpPr>
          <p:cNvPr id="56" name="Google Shape;56;p33"/>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7" name="Google Shape;57;p33"/>
          <p:cNvSpPr txBox="1"/>
          <p:nvPr>
            <p:ph idx="1" type="body"/>
          </p:nvPr>
        </p:nvSpPr>
        <p:spPr>
          <a:xfrm>
            <a:off x="457200" y="1920085"/>
            <a:ext cx="4038600" cy="4434840"/>
          </a:xfrm>
          <a:prstGeom prst="rect">
            <a:avLst/>
          </a:prstGeom>
          <a:noFill/>
          <a:ln>
            <a:noFill/>
          </a:ln>
        </p:spPr>
        <p:txBody>
          <a:bodyPr anchorCtr="0" anchor="t" bIns="45700" lIns="91425" spcFirstLastPara="1" rIns="91425" wrap="square" tIns="45700">
            <a:normAutofit/>
          </a:bodyPr>
          <a:lstStyle>
            <a:lvl1pPr indent="-385445" lvl="0" marL="457200" algn="l">
              <a:spcBef>
                <a:spcPts val="520"/>
              </a:spcBef>
              <a:spcAft>
                <a:spcPts val="0"/>
              </a:spcAft>
              <a:buSzPts val="2470"/>
              <a:buChar char="⚫"/>
              <a:defRPr sz="2600"/>
            </a:lvl1pPr>
            <a:lvl2pPr indent="-358140" lvl="1" marL="914400" algn="l">
              <a:spcBef>
                <a:spcPts val="480"/>
              </a:spcBef>
              <a:spcAft>
                <a:spcPts val="0"/>
              </a:spcAft>
              <a:buSzPts val="2040"/>
              <a:buChar char="⚫"/>
              <a:defRPr sz="2400"/>
            </a:lvl2pPr>
            <a:lvl3pPr indent="-317500" lvl="2" marL="1371600" algn="l">
              <a:spcBef>
                <a:spcPts val="400"/>
              </a:spcBef>
              <a:spcAft>
                <a:spcPts val="0"/>
              </a:spcAft>
              <a:buSzPts val="1400"/>
              <a:buChar char="⚫"/>
              <a:defRPr sz="2000"/>
            </a:lvl3pPr>
            <a:lvl4pPr indent="-302894" lvl="3" marL="1828800" algn="l">
              <a:spcBef>
                <a:spcPts val="360"/>
              </a:spcBef>
              <a:spcAft>
                <a:spcPts val="0"/>
              </a:spcAft>
              <a:buSzPts val="1170"/>
              <a:buChar char="⚫"/>
              <a:defRPr sz="1800"/>
            </a:lvl4pPr>
            <a:lvl5pPr indent="-302895" lvl="4" marL="2286000" algn="l">
              <a:spcBef>
                <a:spcPts val="360"/>
              </a:spcBef>
              <a:spcAft>
                <a:spcPts val="0"/>
              </a:spcAft>
              <a:buSzPts val="1170"/>
              <a:buChar char="⚫"/>
              <a:defRPr sz="1800"/>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58" name="Google Shape;58;p33"/>
          <p:cNvSpPr txBox="1"/>
          <p:nvPr>
            <p:ph idx="2" type="body"/>
          </p:nvPr>
        </p:nvSpPr>
        <p:spPr>
          <a:xfrm>
            <a:off x="4648200" y="1920085"/>
            <a:ext cx="4038600" cy="4434840"/>
          </a:xfrm>
          <a:prstGeom prst="rect">
            <a:avLst/>
          </a:prstGeom>
          <a:noFill/>
          <a:ln>
            <a:noFill/>
          </a:ln>
        </p:spPr>
        <p:txBody>
          <a:bodyPr anchorCtr="0" anchor="t" bIns="45700" lIns="91425" spcFirstLastPara="1" rIns="91425" wrap="square" tIns="45700">
            <a:normAutofit/>
          </a:bodyPr>
          <a:lstStyle>
            <a:lvl1pPr indent="-385445" lvl="0" marL="457200" algn="l">
              <a:spcBef>
                <a:spcPts val="520"/>
              </a:spcBef>
              <a:spcAft>
                <a:spcPts val="0"/>
              </a:spcAft>
              <a:buSzPts val="2470"/>
              <a:buChar char="⚫"/>
              <a:defRPr sz="2600"/>
            </a:lvl1pPr>
            <a:lvl2pPr indent="-358140" lvl="1" marL="914400" algn="l">
              <a:spcBef>
                <a:spcPts val="480"/>
              </a:spcBef>
              <a:spcAft>
                <a:spcPts val="0"/>
              </a:spcAft>
              <a:buSzPts val="2040"/>
              <a:buChar char="⚫"/>
              <a:defRPr sz="2400"/>
            </a:lvl2pPr>
            <a:lvl3pPr indent="-317500" lvl="2" marL="1371600" algn="l">
              <a:spcBef>
                <a:spcPts val="400"/>
              </a:spcBef>
              <a:spcAft>
                <a:spcPts val="0"/>
              </a:spcAft>
              <a:buSzPts val="1400"/>
              <a:buChar char="⚫"/>
              <a:defRPr sz="2000"/>
            </a:lvl3pPr>
            <a:lvl4pPr indent="-302894" lvl="3" marL="1828800" algn="l">
              <a:spcBef>
                <a:spcPts val="360"/>
              </a:spcBef>
              <a:spcAft>
                <a:spcPts val="0"/>
              </a:spcAft>
              <a:buSzPts val="1170"/>
              <a:buChar char="⚫"/>
              <a:defRPr sz="1800"/>
            </a:lvl4pPr>
            <a:lvl5pPr indent="-302895" lvl="4" marL="2286000" algn="l">
              <a:spcBef>
                <a:spcPts val="360"/>
              </a:spcBef>
              <a:spcAft>
                <a:spcPts val="0"/>
              </a:spcAft>
              <a:buSzPts val="1170"/>
              <a:buChar char="⚫"/>
              <a:defRPr sz="1800"/>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59" name="Google Shape;59;p33"/>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33"/>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1" name="Google Shape;61;p33"/>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62" name="Shape 62"/>
        <p:cNvGrpSpPr/>
        <p:nvPr/>
      </p:nvGrpSpPr>
      <p:grpSpPr>
        <a:xfrm>
          <a:off x="0" y="0"/>
          <a:ext cx="0" cy="0"/>
          <a:chOff x="0" y="0"/>
          <a:chExt cx="0" cy="0"/>
        </a:xfrm>
      </p:grpSpPr>
      <p:sp>
        <p:nvSpPr>
          <p:cNvPr id="63" name="Google Shape;63;p34"/>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lvl1pPr lvl="0" algn="l">
              <a:spcBef>
                <a:spcPts val="0"/>
              </a:spcBef>
              <a:spcAft>
                <a:spcPts val="0"/>
              </a:spcAft>
              <a:buClr>
                <a:schemeClr val="dk2"/>
              </a:buClr>
              <a:buSzPts val="50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4" name="Google Shape;64;p34"/>
          <p:cNvSpPr txBox="1"/>
          <p:nvPr>
            <p:ph idx="1" type="body"/>
          </p:nvPr>
        </p:nvSpPr>
        <p:spPr>
          <a:xfrm>
            <a:off x="457200" y="1855248"/>
            <a:ext cx="4040188" cy="659352"/>
          </a:xfrm>
          <a:prstGeom prst="rect">
            <a:avLst/>
          </a:prstGeom>
          <a:noFill/>
          <a:ln>
            <a:noFill/>
          </a:ln>
        </p:spPr>
        <p:txBody>
          <a:bodyPr anchorCtr="0" anchor="ctr" bIns="0" lIns="45700" spcFirstLastPara="1" rIns="45700" wrap="square" tIns="0">
            <a:noAutofit/>
          </a:bodyPr>
          <a:lstStyle>
            <a:lvl1pPr indent="-228600" lvl="0" marL="457200" algn="l">
              <a:spcBef>
                <a:spcPts val="480"/>
              </a:spcBef>
              <a:spcAft>
                <a:spcPts val="0"/>
              </a:spcAft>
              <a:buSzPts val="2280"/>
              <a:buNone/>
              <a:defRPr b="1" sz="2400" cap="none">
                <a:solidFill>
                  <a:schemeClr val="dk2"/>
                </a:solidFill>
              </a:defRPr>
            </a:lvl1pPr>
            <a:lvl2pPr indent="-228600" lvl="1" marL="914400" algn="l">
              <a:spcBef>
                <a:spcPts val="400"/>
              </a:spcBef>
              <a:spcAft>
                <a:spcPts val="0"/>
              </a:spcAft>
              <a:buSzPts val="1700"/>
              <a:buNone/>
              <a:defRPr b="1" sz="2000"/>
            </a:lvl2pPr>
            <a:lvl3pPr indent="-228600" lvl="2" marL="1371600" algn="l">
              <a:spcBef>
                <a:spcPts val="360"/>
              </a:spcBef>
              <a:spcAft>
                <a:spcPts val="0"/>
              </a:spcAft>
              <a:buSzPts val="1260"/>
              <a:buNone/>
              <a:defRPr b="1" sz="1800"/>
            </a:lvl3pPr>
            <a:lvl4pPr indent="-228600" lvl="3" marL="1828800" algn="l">
              <a:spcBef>
                <a:spcPts val="320"/>
              </a:spcBef>
              <a:spcAft>
                <a:spcPts val="0"/>
              </a:spcAft>
              <a:buSzPts val="1040"/>
              <a:buNone/>
              <a:defRPr b="1" sz="1600"/>
            </a:lvl4pPr>
            <a:lvl5pPr indent="-228600" lvl="4" marL="2286000" algn="l">
              <a:spcBef>
                <a:spcPts val="320"/>
              </a:spcBef>
              <a:spcAft>
                <a:spcPts val="0"/>
              </a:spcAft>
              <a:buSzPts val="1040"/>
              <a:buNone/>
              <a:defRPr b="1" sz="1600"/>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65" name="Google Shape;65;p34"/>
          <p:cNvSpPr txBox="1"/>
          <p:nvPr>
            <p:ph idx="2" type="body"/>
          </p:nvPr>
        </p:nvSpPr>
        <p:spPr>
          <a:xfrm>
            <a:off x="4645025" y="1859757"/>
            <a:ext cx="4041775" cy="654843"/>
          </a:xfrm>
          <a:prstGeom prst="rect">
            <a:avLst/>
          </a:prstGeom>
          <a:noFill/>
          <a:ln>
            <a:noFill/>
          </a:ln>
        </p:spPr>
        <p:txBody>
          <a:bodyPr anchorCtr="0" anchor="ctr" bIns="0" lIns="45700" spcFirstLastPara="1" rIns="45700" wrap="square" tIns="0">
            <a:normAutofit/>
          </a:bodyPr>
          <a:lstStyle>
            <a:lvl1pPr indent="-228600" lvl="0" marL="457200" algn="l">
              <a:spcBef>
                <a:spcPts val="480"/>
              </a:spcBef>
              <a:spcAft>
                <a:spcPts val="0"/>
              </a:spcAft>
              <a:buSzPts val="2280"/>
              <a:buNone/>
              <a:defRPr b="1" sz="2400" cap="none">
                <a:solidFill>
                  <a:schemeClr val="dk2"/>
                </a:solidFill>
              </a:defRPr>
            </a:lvl1pPr>
            <a:lvl2pPr indent="-228600" lvl="1" marL="914400" algn="l">
              <a:spcBef>
                <a:spcPts val="400"/>
              </a:spcBef>
              <a:spcAft>
                <a:spcPts val="0"/>
              </a:spcAft>
              <a:buSzPts val="1700"/>
              <a:buNone/>
              <a:defRPr b="1" sz="2000"/>
            </a:lvl2pPr>
            <a:lvl3pPr indent="-228600" lvl="2" marL="1371600" algn="l">
              <a:spcBef>
                <a:spcPts val="360"/>
              </a:spcBef>
              <a:spcAft>
                <a:spcPts val="0"/>
              </a:spcAft>
              <a:buSzPts val="1260"/>
              <a:buNone/>
              <a:defRPr b="1" sz="1800"/>
            </a:lvl3pPr>
            <a:lvl4pPr indent="-228600" lvl="3" marL="1828800" algn="l">
              <a:spcBef>
                <a:spcPts val="320"/>
              </a:spcBef>
              <a:spcAft>
                <a:spcPts val="0"/>
              </a:spcAft>
              <a:buSzPts val="1040"/>
              <a:buNone/>
              <a:defRPr b="1" sz="1600"/>
            </a:lvl4pPr>
            <a:lvl5pPr indent="-228600" lvl="4" marL="2286000" algn="l">
              <a:spcBef>
                <a:spcPts val="320"/>
              </a:spcBef>
              <a:spcAft>
                <a:spcPts val="0"/>
              </a:spcAft>
              <a:buSzPts val="1040"/>
              <a:buNone/>
              <a:defRPr b="1" sz="1600"/>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66" name="Google Shape;66;p34"/>
          <p:cNvSpPr txBox="1"/>
          <p:nvPr>
            <p:ph idx="3" type="body"/>
          </p:nvPr>
        </p:nvSpPr>
        <p:spPr>
          <a:xfrm>
            <a:off x="457200" y="2514600"/>
            <a:ext cx="4040188" cy="3845720"/>
          </a:xfrm>
          <a:prstGeom prst="rect">
            <a:avLst/>
          </a:prstGeom>
          <a:noFill/>
          <a:ln>
            <a:noFill/>
          </a:ln>
        </p:spPr>
        <p:txBody>
          <a:bodyPr anchorCtr="0" anchor="t" bIns="45700" lIns="91425" spcFirstLastPara="1" rIns="91425" wrap="square" tIns="0">
            <a:normAutofit/>
          </a:bodyPr>
          <a:lstStyle>
            <a:lvl1pPr indent="-361315" lvl="0" marL="457200" algn="l">
              <a:spcBef>
                <a:spcPts val="440"/>
              </a:spcBef>
              <a:spcAft>
                <a:spcPts val="0"/>
              </a:spcAft>
              <a:buSzPts val="2090"/>
              <a:buChar char="⚫"/>
              <a:defRPr sz="2200"/>
            </a:lvl1pPr>
            <a:lvl2pPr indent="-336550" lvl="1" marL="914400" algn="l">
              <a:spcBef>
                <a:spcPts val="400"/>
              </a:spcBef>
              <a:spcAft>
                <a:spcPts val="0"/>
              </a:spcAft>
              <a:buSzPts val="1700"/>
              <a:buChar char="⚫"/>
              <a:defRPr sz="2000"/>
            </a:lvl2pPr>
            <a:lvl3pPr indent="-308610" lvl="2" marL="1371600" algn="l">
              <a:spcBef>
                <a:spcPts val="360"/>
              </a:spcBef>
              <a:spcAft>
                <a:spcPts val="0"/>
              </a:spcAft>
              <a:buSzPts val="1260"/>
              <a:buChar char="⚫"/>
              <a:defRPr sz="1800"/>
            </a:lvl3pPr>
            <a:lvl4pPr indent="-294639" lvl="3" marL="1828800" algn="l">
              <a:spcBef>
                <a:spcPts val="320"/>
              </a:spcBef>
              <a:spcAft>
                <a:spcPts val="0"/>
              </a:spcAft>
              <a:buSzPts val="1040"/>
              <a:buChar char="⚫"/>
              <a:defRPr sz="1600"/>
            </a:lvl4pPr>
            <a:lvl5pPr indent="-294639" lvl="4" marL="2286000" algn="l">
              <a:spcBef>
                <a:spcPts val="320"/>
              </a:spcBef>
              <a:spcAft>
                <a:spcPts val="0"/>
              </a:spcAft>
              <a:buSzPts val="1040"/>
              <a:buChar char="⚫"/>
              <a:defRPr sz="1600"/>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67" name="Google Shape;67;p34"/>
          <p:cNvSpPr txBox="1"/>
          <p:nvPr>
            <p:ph idx="4" type="body"/>
          </p:nvPr>
        </p:nvSpPr>
        <p:spPr>
          <a:xfrm>
            <a:off x="4645025" y="2514600"/>
            <a:ext cx="4041775" cy="3845720"/>
          </a:xfrm>
          <a:prstGeom prst="rect">
            <a:avLst/>
          </a:prstGeom>
          <a:noFill/>
          <a:ln>
            <a:noFill/>
          </a:ln>
        </p:spPr>
        <p:txBody>
          <a:bodyPr anchorCtr="0" anchor="t" bIns="45700" lIns="91425" spcFirstLastPara="1" rIns="91425" wrap="square" tIns="0">
            <a:normAutofit/>
          </a:bodyPr>
          <a:lstStyle>
            <a:lvl1pPr indent="-361315" lvl="0" marL="457200" algn="l">
              <a:spcBef>
                <a:spcPts val="440"/>
              </a:spcBef>
              <a:spcAft>
                <a:spcPts val="0"/>
              </a:spcAft>
              <a:buSzPts val="2090"/>
              <a:buChar char="⚫"/>
              <a:defRPr sz="2200"/>
            </a:lvl1pPr>
            <a:lvl2pPr indent="-336550" lvl="1" marL="914400" algn="l">
              <a:spcBef>
                <a:spcPts val="400"/>
              </a:spcBef>
              <a:spcAft>
                <a:spcPts val="0"/>
              </a:spcAft>
              <a:buSzPts val="1700"/>
              <a:buChar char="⚫"/>
              <a:defRPr sz="2000"/>
            </a:lvl2pPr>
            <a:lvl3pPr indent="-308610" lvl="2" marL="1371600" algn="l">
              <a:spcBef>
                <a:spcPts val="360"/>
              </a:spcBef>
              <a:spcAft>
                <a:spcPts val="0"/>
              </a:spcAft>
              <a:buSzPts val="1260"/>
              <a:buChar char="⚫"/>
              <a:defRPr sz="1800"/>
            </a:lvl3pPr>
            <a:lvl4pPr indent="-294639" lvl="3" marL="1828800" algn="l">
              <a:spcBef>
                <a:spcPts val="320"/>
              </a:spcBef>
              <a:spcAft>
                <a:spcPts val="0"/>
              </a:spcAft>
              <a:buSzPts val="1040"/>
              <a:buChar char="⚫"/>
              <a:defRPr sz="1600"/>
            </a:lvl4pPr>
            <a:lvl5pPr indent="-294639" lvl="4" marL="2286000" algn="l">
              <a:spcBef>
                <a:spcPts val="320"/>
              </a:spcBef>
              <a:spcAft>
                <a:spcPts val="0"/>
              </a:spcAft>
              <a:buSzPts val="1040"/>
              <a:buChar char="⚫"/>
              <a:defRPr sz="1600"/>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68" name="Google Shape;68;p34"/>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9" name="Google Shape;69;p34"/>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34"/>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1" name="Shape 71"/>
        <p:cNvGrpSpPr/>
        <p:nvPr/>
      </p:nvGrpSpPr>
      <p:grpSpPr>
        <a:xfrm>
          <a:off x="0" y="0"/>
          <a:ext cx="0" cy="0"/>
          <a:chOff x="0" y="0"/>
          <a:chExt cx="0" cy="0"/>
        </a:xfrm>
      </p:grpSpPr>
      <p:sp>
        <p:nvSpPr>
          <p:cNvPr id="72" name="Google Shape;72;p35"/>
          <p:cNvSpPr txBox="1"/>
          <p:nvPr>
            <p:ph type="title"/>
          </p:nvPr>
        </p:nvSpPr>
        <p:spPr>
          <a:xfrm>
            <a:off x="457200" y="704088"/>
            <a:ext cx="8305800" cy="1143000"/>
          </a:xfrm>
          <a:prstGeom prst="rect">
            <a:avLst/>
          </a:prstGeom>
          <a:noFill/>
          <a:ln>
            <a:noFill/>
          </a:ln>
        </p:spPr>
        <p:txBody>
          <a:bodyPr anchorCtr="0" anchor="b" bIns="0" lIns="0" spcFirstLastPara="1" rIns="0" wrap="square" tIns="45700">
            <a:normAutofit/>
          </a:bodyPr>
          <a:lstStyle>
            <a:lvl1pPr lvl="0" algn="l">
              <a:spcBef>
                <a:spcPts val="0"/>
              </a:spcBef>
              <a:spcAft>
                <a:spcPts val="0"/>
              </a:spcAft>
              <a:buClr>
                <a:schemeClr val="dk2"/>
              </a:buClr>
              <a:buSzPts val="5000"/>
              <a:buFont typeface="Calibri"/>
              <a:buNone/>
              <a:defRPr b="0" sz="5000">
                <a:solidFill>
                  <a:schemeClr val="dk2"/>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3" name="Google Shape;73;p35"/>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4" name="Google Shape;74;p35"/>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5" name="Google Shape;75;p35"/>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76" name="Shape 76"/>
        <p:cNvGrpSpPr/>
        <p:nvPr/>
      </p:nvGrpSpPr>
      <p:grpSpPr>
        <a:xfrm>
          <a:off x="0" y="0"/>
          <a:ext cx="0" cy="0"/>
          <a:chOff x="0" y="0"/>
          <a:chExt cx="0" cy="0"/>
        </a:xfrm>
      </p:grpSpPr>
      <p:sp>
        <p:nvSpPr>
          <p:cNvPr id="77" name="Google Shape;77;p36"/>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36"/>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36"/>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80" name="Shape 80"/>
        <p:cNvGrpSpPr/>
        <p:nvPr/>
      </p:nvGrpSpPr>
      <p:grpSpPr>
        <a:xfrm>
          <a:off x="0" y="0"/>
          <a:ext cx="0" cy="0"/>
          <a:chOff x="0" y="0"/>
          <a:chExt cx="0" cy="0"/>
        </a:xfrm>
      </p:grpSpPr>
      <p:sp>
        <p:nvSpPr>
          <p:cNvPr id="81" name="Google Shape;81;p37"/>
          <p:cNvSpPr txBox="1"/>
          <p:nvPr>
            <p:ph type="title"/>
          </p:nvPr>
        </p:nvSpPr>
        <p:spPr>
          <a:xfrm>
            <a:off x="685800" y="514352"/>
            <a:ext cx="2743200" cy="1162050"/>
          </a:xfrm>
          <a:prstGeom prst="rect">
            <a:avLst/>
          </a:prstGeom>
          <a:noFill/>
          <a:ln>
            <a:noFill/>
          </a:ln>
        </p:spPr>
        <p:txBody>
          <a:bodyPr anchorCtr="0" anchor="b" bIns="0" lIns="0" spcFirstLastPara="1" rIns="0" wrap="square" tIns="45700">
            <a:noAutofit/>
          </a:bodyPr>
          <a:lstStyle>
            <a:lvl1pPr lvl="0" algn="l">
              <a:spcBef>
                <a:spcPts val="0"/>
              </a:spcBef>
              <a:spcAft>
                <a:spcPts val="0"/>
              </a:spcAft>
              <a:buClr>
                <a:schemeClr val="dk2"/>
              </a:buClr>
              <a:buSzPts val="2600"/>
              <a:buFont typeface="Calibri"/>
              <a:buNone/>
              <a:defRPr b="0" sz="2600">
                <a:solidFill>
                  <a:schemeClr val="dk2"/>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2" name="Google Shape;82;p37"/>
          <p:cNvSpPr txBox="1"/>
          <p:nvPr>
            <p:ph idx="1" type="body"/>
          </p:nvPr>
        </p:nvSpPr>
        <p:spPr>
          <a:xfrm>
            <a:off x="685800" y="1676400"/>
            <a:ext cx="2743200" cy="4572000"/>
          </a:xfrm>
          <a:prstGeom prst="rect">
            <a:avLst/>
          </a:prstGeom>
          <a:noFill/>
          <a:ln>
            <a:noFill/>
          </a:ln>
        </p:spPr>
        <p:txBody>
          <a:bodyPr anchorCtr="0" anchor="t" bIns="45700" lIns="18275" spcFirstLastPara="1" rIns="18275" wrap="square" tIns="45700">
            <a:normAutofit/>
          </a:bodyPr>
          <a:lstStyle>
            <a:lvl1pPr indent="-228600" lvl="0" marL="457200" algn="l">
              <a:spcBef>
                <a:spcPts val="280"/>
              </a:spcBef>
              <a:spcAft>
                <a:spcPts val="0"/>
              </a:spcAft>
              <a:buSzPts val="1330"/>
              <a:buNone/>
              <a:defRPr sz="1400"/>
            </a:lvl1pPr>
            <a:lvl2pPr indent="-228600" lvl="1" marL="914400" algn="l">
              <a:spcBef>
                <a:spcPts val="240"/>
              </a:spcBef>
              <a:spcAft>
                <a:spcPts val="0"/>
              </a:spcAft>
              <a:buSzPts val="1020"/>
              <a:buNone/>
              <a:defRPr sz="1200"/>
            </a:lvl2pPr>
            <a:lvl3pPr indent="-228600" lvl="2" marL="1371600" algn="l">
              <a:spcBef>
                <a:spcPts val="200"/>
              </a:spcBef>
              <a:spcAft>
                <a:spcPts val="0"/>
              </a:spcAft>
              <a:buSzPts val="700"/>
              <a:buNone/>
              <a:defRPr sz="1000"/>
            </a:lvl3pPr>
            <a:lvl4pPr indent="-228600" lvl="3" marL="1828800" algn="l">
              <a:spcBef>
                <a:spcPts val="180"/>
              </a:spcBef>
              <a:spcAft>
                <a:spcPts val="0"/>
              </a:spcAft>
              <a:buSzPts val="585"/>
              <a:buNone/>
              <a:defRPr sz="900"/>
            </a:lvl4pPr>
            <a:lvl5pPr indent="-228600" lvl="4" marL="2286000" algn="l">
              <a:spcBef>
                <a:spcPts val="180"/>
              </a:spcBef>
              <a:spcAft>
                <a:spcPts val="0"/>
              </a:spcAft>
              <a:buSzPts val="585"/>
              <a:buNone/>
              <a:defRPr sz="900"/>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83" name="Google Shape;83;p37"/>
          <p:cNvSpPr txBox="1"/>
          <p:nvPr>
            <p:ph idx="2" type="body"/>
          </p:nvPr>
        </p:nvSpPr>
        <p:spPr>
          <a:xfrm>
            <a:off x="3575050" y="1676400"/>
            <a:ext cx="5111750" cy="4572000"/>
          </a:xfrm>
          <a:prstGeom prst="rect">
            <a:avLst/>
          </a:prstGeom>
          <a:noFill/>
          <a:ln>
            <a:noFill/>
          </a:ln>
        </p:spPr>
        <p:txBody>
          <a:bodyPr anchorCtr="0" anchor="t" bIns="45700" lIns="91425" spcFirstLastPara="1" rIns="91425" wrap="square" tIns="0">
            <a:normAutofit/>
          </a:bodyPr>
          <a:lstStyle>
            <a:lvl1pPr indent="-397510" lvl="0" marL="457200" algn="l">
              <a:spcBef>
                <a:spcPts val="560"/>
              </a:spcBef>
              <a:spcAft>
                <a:spcPts val="0"/>
              </a:spcAft>
              <a:buSzPts val="2660"/>
              <a:buChar char="⚫"/>
              <a:defRPr sz="2800"/>
            </a:lvl1pPr>
            <a:lvl2pPr indent="-368935" lvl="1" marL="914400" algn="l">
              <a:spcBef>
                <a:spcPts val="520"/>
              </a:spcBef>
              <a:spcAft>
                <a:spcPts val="0"/>
              </a:spcAft>
              <a:buSzPts val="2210"/>
              <a:buChar char="⚫"/>
              <a:defRPr sz="2600"/>
            </a:lvl2pPr>
            <a:lvl3pPr indent="-335280" lvl="2" marL="1371600" algn="l">
              <a:spcBef>
                <a:spcPts val="480"/>
              </a:spcBef>
              <a:spcAft>
                <a:spcPts val="0"/>
              </a:spcAft>
              <a:buSzPts val="1680"/>
              <a:buChar char="⚫"/>
              <a:defRPr sz="2400"/>
            </a:lvl3pPr>
            <a:lvl4pPr indent="-311150" lvl="3" marL="1828800" algn="l">
              <a:spcBef>
                <a:spcPts val="400"/>
              </a:spcBef>
              <a:spcAft>
                <a:spcPts val="0"/>
              </a:spcAft>
              <a:buSzPts val="1300"/>
              <a:buChar char="⚫"/>
              <a:defRPr sz="2000"/>
            </a:lvl4pPr>
            <a:lvl5pPr indent="-302895" lvl="4" marL="2286000" algn="l">
              <a:spcBef>
                <a:spcPts val="360"/>
              </a:spcBef>
              <a:spcAft>
                <a:spcPts val="0"/>
              </a:spcAft>
              <a:buSzPts val="1170"/>
              <a:buChar char="⚫"/>
              <a:defRPr sz="1800"/>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84" name="Google Shape;84;p37"/>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5" name="Google Shape;85;p37"/>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6" name="Google Shape;86;p37"/>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showMasterSp="0" type="picTx">
  <p:cSld name="PICTURE_WITH_CAPTION_TEXT">
    <p:spTree>
      <p:nvGrpSpPr>
        <p:cNvPr id="87" name="Shape 87"/>
        <p:cNvGrpSpPr/>
        <p:nvPr/>
      </p:nvGrpSpPr>
      <p:grpSpPr>
        <a:xfrm>
          <a:off x="0" y="0"/>
          <a:ext cx="0" cy="0"/>
          <a:chOff x="0" y="0"/>
          <a:chExt cx="0" cy="0"/>
        </a:xfrm>
      </p:grpSpPr>
      <p:sp>
        <p:nvSpPr>
          <p:cNvPr id="88" name="Google Shape;88;p38"/>
          <p:cNvSpPr/>
          <p:nvPr/>
        </p:nvSpPr>
        <p:spPr>
          <a:xfrm flipH="1" rot="-10380000">
            <a:off x="3165753" y="1108077"/>
            <a:ext cx="5257800" cy="4114800"/>
          </a:xfrm>
          <a:prstGeom prst="snipRoundRect">
            <a:avLst>
              <a:gd fmla="val 0" name="adj1"/>
              <a:gd fmla="val 3646" name="adj2"/>
            </a:avLst>
          </a:prstGeom>
          <a:solidFill>
            <a:srgbClr val="FFFFFF"/>
          </a:solidFill>
          <a:ln cap="rnd" cmpd="sng" w="9525">
            <a:solidFill>
              <a:srgbClr val="C0C0C0"/>
            </a:solidFill>
            <a:prstDash val="solid"/>
            <a:round/>
            <a:headEnd len="sm" w="sm" type="none"/>
            <a:tailEnd len="sm" w="sm" type="none"/>
          </a:ln>
          <a:effectLst>
            <a:outerShdw blurRad="63500" sx="98500" kx="100000" rotWithShape="0" algn="tl" dir="7500000" dist="38500" sy="100080">
              <a:srgbClr val="000000">
                <a:alpha val="24705"/>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onstantia"/>
              <a:ea typeface="Constantia"/>
              <a:cs typeface="Constantia"/>
              <a:sym typeface="Constantia"/>
            </a:endParaRPr>
          </a:p>
        </p:txBody>
      </p:sp>
      <p:sp>
        <p:nvSpPr>
          <p:cNvPr id="89" name="Google Shape;89;p38"/>
          <p:cNvSpPr/>
          <p:nvPr/>
        </p:nvSpPr>
        <p:spPr>
          <a:xfrm flipH="1" rot="-10380000">
            <a:off x="8004134" y="5359769"/>
            <a:ext cx="155448" cy="155448"/>
          </a:xfrm>
          <a:prstGeom prst="rtTriangle">
            <a:avLst/>
          </a:prstGeom>
          <a:solidFill>
            <a:srgbClr val="FFFFFF"/>
          </a:solidFill>
          <a:ln cap="flat" cmpd="sng" w="12700">
            <a:solidFill>
              <a:srgbClr val="FFFFFF"/>
            </a:solidFill>
            <a:prstDash val="solid"/>
            <a:bevel/>
            <a:headEnd len="sm" w="sm" type="none"/>
            <a:tailEnd len="sm" w="sm" type="none"/>
          </a:ln>
          <a:effectLst>
            <a:outerShdw blurRad="19685" rotWithShape="0" algn="tl" dir="12900000" dist="6350">
              <a:srgbClr val="000000">
                <a:alpha val="46666"/>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onstantia"/>
              <a:ea typeface="Constantia"/>
              <a:cs typeface="Constantia"/>
              <a:sym typeface="Constantia"/>
            </a:endParaRPr>
          </a:p>
        </p:txBody>
      </p:sp>
      <p:sp>
        <p:nvSpPr>
          <p:cNvPr id="90" name="Google Shape;90;p38"/>
          <p:cNvSpPr txBox="1"/>
          <p:nvPr>
            <p:ph type="title"/>
          </p:nvPr>
        </p:nvSpPr>
        <p:spPr>
          <a:xfrm>
            <a:off x="609600" y="1176996"/>
            <a:ext cx="2212848" cy="1582621"/>
          </a:xfrm>
          <a:prstGeom prst="rect">
            <a:avLst/>
          </a:prstGeom>
          <a:noFill/>
          <a:ln>
            <a:noFill/>
          </a:ln>
        </p:spPr>
        <p:txBody>
          <a:bodyPr anchorCtr="0" anchor="b" bIns="45700" lIns="45700" spcFirstLastPara="1" rIns="45700" wrap="square" tIns="45700">
            <a:normAutofit/>
          </a:bodyPr>
          <a:lstStyle>
            <a:lvl1pPr lvl="0" algn="l">
              <a:spcBef>
                <a:spcPts val="0"/>
              </a:spcBef>
              <a:spcAft>
                <a:spcPts val="0"/>
              </a:spcAft>
              <a:buClr>
                <a:schemeClr val="dk2"/>
              </a:buClr>
              <a:buSzPts val="2000"/>
              <a:buFont typeface="Calibri"/>
              <a:buNone/>
              <a:defRPr b="1" sz="2000">
                <a:solidFill>
                  <a:schemeClr val="dk2"/>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1" name="Google Shape;91;p38"/>
          <p:cNvSpPr txBox="1"/>
          <p:nvPr>
            <p:ph idx="1" type="body"/>
          </p:nvPr>
        </p:nvSpPr>
        <p:spPr>
          <a:xfrm>
            <a:off x="609600" y="2828785"/>
            <a:ext cx="2209800" cy="2179320"/>
          </a:xfrm>
          <a:prstGeom prst="rect">
            <a:avLst/>
          </a:prstGeom>
          <a:noFill/>
          <a:ln>
            <a:noFill/>
          </a:ln>
        </p:spPr>
        <p:txBody>
          <a:bodyPr anchorCtr="0" anchor="t" bIns="45700" lIns="64000" spcFirstLastPara="1" rIns="45700" wrap="square" tIns="45700">
            <a:normAutofit/>
          </a:bodyPr>
          <a:lstStyle>
            <a:lvl1pPr indent="-228600" lvl="0" marL="457200" algn="l">
              <a:spcBef>
                <a:spcPts val="250"/>
              </a:spcBef>
              <a:spcAft>
                <a:spcPts val="0"/>
              </a:spcAft>
              <a:buSzPts val="1235"/>
              <a:buFont typeface="Constantia"/>
              <a:buNone/>
              <a:defRPr sz="1300"/>
            </a:lvl1pPr>
            <a:lvl2pPr indent="-293369" lvl="1" marL="914400" algn="l">
              <a:spcBef>
                <a:spcPts val="240"/>
              </a:spcBef>
              <a:spcAft>
                <a:spcPts val="0"/>
              </a:spcAft>
              <a:buSzPts val="1020"/>
              <a:buChar char="⚫"/>
              <a:defRPr sz="1200"/>
            </a:lvl2pPr>
            <a:lvl3pPr indent="-273050" lvl="2" marL="1371600" algn="l">
              <a:spcBef>
                <a:spcPts val="200"/>
              </a:spcBef>
              <a:spcAft>
                <a:spcPts val="0"/>
              </a:spcAft>
              <a:buSzPts val="700"/>
              <a:buChar char="⚫"/>
              <a:defRPr sz="1000"/>
            </a:lvl3pPr>
            <a:lvl4pPr indent="-265747" lvl="3" marL="1828800" algn="l">
              <a:spcBef>
                <a:spcPts val="180"/>
              </a:spcBef>
              <a:spcAft>
                <a:spcPts val="0"/>
              </a:spcAft>
              <a:buSzPts val="585"/>
              <a:buChar char="⚫"/>
              <a:defRPr sz="900"/>
            </a:lvl4pPr>
            <a:lvl5pPr indent="-265747" lvl="4" marL="2286000" algn="l">
              <a:spcBef>
                <a:spcPts val="180"/>
              </a:spcBef>
              <a:spcAft>
                <a:spcPts val="0"/>
              </a:spcAft>
              <a:buSzPts val="585"/>
              <a:buChar char="⚫"/>
              <a:defRPr sz="900"/>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92" name="Google Shape;92;p38"/>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3" name="Google Shape;93;p38"/>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4" name="Google Shape;94;p38"/>
          <p:cNvSpPr txBox="1"/>
          <p:nvPr>
            <p:ph idx="12" type="sldNum"/>
          </p:nvPr>
        </p:nvSpPr>
        <p:spPr>
          <a:xfrm>
            <a:off x="8077200" y="6356350"/>
            <a:ext cx="609600" cy="365125"/>
          </a:xfrm>
          <a:prstGeom prst="rect">
            <a:avLst/>
          </a:prstGeom>
          <a:noFill/>
          <a:ln>
            <a:noFill/>
          </a:ln>
        </p:spPr>
        <p:txBody>
          <a:bodyPr anchorCtr="0" anchor="b"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95" name="Google Shape;95;p38"/>
          <p:cNvSpPr/>
          <p:nvPr>
            <p:ph idx="2" type="pic"/>
          </p:nvPr>
        </p:nvSpPr>
        <p:spPr>
          <a:xfrm rot="420000">
            <a:off x="3485793" y="1199517"/>
            <a:ext cx="4617720" cy="3931920"/>
          </a:xfrm>
          <a:prstGeom prst="rect">
            <a:avLst/>
          </a:prstGeom>
          <a:solidFill>
            <a:schemeClr val="lt2"/>
          </a:solidFill>
          <a:ln cap="rnd" cmpd="sng" w="9525">
            <a:solidFill>
              <a:srgbClr val="C0C0C0"/>
            </a:solidFill>
            <a:prstDash val="solid"/>
            <a:round/>
            <a:headEnd len="sm" w="sm" type="none"/>
            <a:tailEnd len="sm" w="sm" type="none"/>
          </a:ln>
        </p:spPr>
        <p:txBody>
          <a:bodyPr anchorCtr="0" anchor="t" bIns="45700" lIns="91425" spcFirstLastPara="1" rIns="91425" wrap="square" tIns="45700">
            <a:normAutofit/>
          </a:bodyPr>
          <a:lstStyle>
            <a:lvl1pPr lvl="0" marR="0" rtl="0" algn="l">
              <a:spcBef>
                <a:spcPts val="640"/>
              </a:spcBef>
              <a:spcAft>
                <a:spcPts val="0"/>
              </a:spcAft>
              <a:buClr>
                <a:schemeClr val="accent3"/>
              </a:buClr>
              <a:buSzPts val="3040"/>
              <a:buFont typeface="Noto Sans Symbols"/>
              <a:buNone/>
              <a:defRPr b="0" i="0" sz="3200" u="none" cap="none" strike="noStrike">
                <a:solidFill>
                  <a:schemeClr val="dk1"/>
                </a:solidFill>
                <a:latin typeface="Constantia"/>
                <a:ea typeface="Constantia"/>
                <a:cs typeface="Constantia"/>
                <a:sym typeface="Constantia"/>
              </a:defRPr>
            </a:lvl1pPr>
            <a:lvl2pPr lvl="1" marR="0" rtl="0" algn="l">
              <a:spcBef>
                <a:spcPts val="480"/>
              </a:spcBef>
              <a:spcAft>
                <a:spcPts val="0"/>
              </a:spcAft>
              <a:buClr>
                <a:schemeClr val="accent1"/>
              </a:buClr>
              <a:buSzPts val="2040"/>
              <a:buFont typeface="Noto Sans Symbols"/>
              <a:buChar char="⚫"/>
              <a:defRPr b="0" i="0" sz="2400" u="none" cap="none" strike="noStrike">
                <a:solidFill>
                  <a:schemeClr val="dk1"/>
                </a:solidFill>
                <a:latin typeface="Constantia"/>
                <a:ea typeface="Constantia"/>
                <a:cs typeface="Constantia"/>
                <a:sym typeface="Constantia"/>
              </a:defRPr>
            </a:lvl2pPr>
            <a:lvl3pPr lvl="2" marR="0" rtl="0" algn="l">
              <a:spcBef>
                <a:spcPts val="420"/>
              </a:spcBef>
              <a:spcAft>
                <a:spcPts val="0"/>
              </a:spcAft>
              <a:buClr>
                <a:schemeClr val="accent2"/>
              </a:buClr>
              <a:buSzPts val="1470"/>
              <a:buFont typeface="Noto Sans Symbols"/>
              <a:buChar char="⚫"/>
              <a:defRPr b="0" i="0" sz="2100" u="none" cap="none" strike="noStrike">
                <a:solidFill>
                  <a:schemeClr val="dk1"/>
                </a:solidFill>
                <a:latin typeface="Constantia"/>
                <a:ea typeface="Constantia"/>
                <a:cs typeface="Constantia"/>
                <a:sym typeface="Constantia"/>
              </a:defRPr>
            </a:lvl3pPr>
            <a:lvl4pPr lvl="3" marR="0" rtl="0" algn="l">
              <a:spcBef>
                <a:spcPts val="400"/>
              </a:spcBef>
              <a:spcAft>
                <a:spcPts val="0"/>
              </a:spcAft>
              <a:buClr>
                <a:schemeClr val="accent3"/>
              </a:buClr>
              <a:buSzPts val="1300"/>
              <a:buFont typeface="Noto Sans Symbols"/>
              <a:buChar char="⚫"/>
              <a:defRPr b="0" i="0" sz="2000" u="none" cap="none" strike="noStrike">
                <a:solidFill>
                  <a:schemeClr val="dk1"/>
                </a:solidFill>
                <a:latin typeface="Constantia"/>
                <a:ea typeface="Constantia"/>
                <a:cs typeface="Constantia"/>
                <a:sym typeface="Constantia"/>
              </a:defRPr>
            </a:lvl4pPr>
            <a:lvl5pPr lvl="4" marR="0" rtl="0" algn="l">
              <a:spcBef>
                <a:spcPts val="400"/>
              </a:spcBef>
              <a:spcAft>
                <a:spcPts val="0"/>
              </a:spcAft>
              <a:buClr>
                <a:schemeClr val="accent4"/>
              </a:buClr>
              <a:buSzPts val="1300"/>
              <a:buFont typeface="Noto Sans Symbols"/>
              <a:buChar char="⚫"/>
              <a:defRPr b="0" i="0" sz="2000" u="none" cap="none" strike="noStrike">
                <a:solidFill>
                  <a:schemeClr val="dk1"/>
                </a:solidFill>
                <a:latin typeface="Constantia"/>
                <a:ea typeface="Constantia"/>
                <a:cs typeface="Constantia"/>
                <a:sym typeface="Constantia"/>
              </a:defRPr>
            </a:lvl5pPr>
            <a:lvl6pPr lvl="5" marR="0" rtl="0" algn="l">
              <a:spcBef>
                <a:spcPts val="360"/>
              </a:spcBef>
              <a:spcAft>
                <a:spcPts val="0"/>
              </a:spcAft>
              <a:buClr>
                <a:schemeClr val="accent5"/>
              </a:buClr>
              <a:buSzPts val="1440"/>
              <a:buFont typeface="Noto Sans Symbols"/>
              <a:buChar char="⚫"/>
              <a:defRPr b="0" i="0" sz="1800" u="none" cap="none" strike="noStrike">
                <a:solidFill>
                  <a:schemeClr val="dk1"/>
                </a:solidFill>
                <a:latin typeface="Constantia"/>
                <a:ea typeface="Constantia"/>
                <a:cs typeface="Constantia"/>
                <a:sym typeface="Constantia"/>
              </a:defRPr>
            </a:lvl6pPr>
            <a:lvl7pPr lvl="6" marR="0" rtl="0" algn="l">
              <a:spcBef>
                <a:spcPts val="320"/>
              </a:spcBef>
              <a:spcAft>
                <a:spcPts val="0"/>
              </a:spcAft>
              <a:buClr>
                <a:schemeClr val="accent6"/>
              </a:buClr>
              <a:buSzPts val="1280"/>
              <a:buFont typeface="Noto Sans Symbols"/>
              <a:buChar char="⚫"/>
              <a:defRPr b="0" i="0" sz="1600" u="none" cap="none" strike="noStrike">
                <a:solidFill>
                  <a:schemeClr val="dk1"/>
                </a:solidFill>
                <a:latin typeface="Constantia"/>
                <a:ea typeface="Constantia"/>
                <a:cs typeface="Constantia"/>
                <a:sym typeface="Constantia"/>
              </a:defRPr>
            </a:lvl7pPr>
            <a:lvl8pPr lvl="7" marR="0" rtl="0" algn="l">
              <a:spcBef>
                <a:spcPts val="320"/>
              </a:spcBef>
              <a:spcAft>
                <a:spcPts val="0"/>
              </a:spcAft>
              <a:buClr>
                <a:schemeClr val="dk2"/>
              </a:buClr>
              <a:buSzPts val="1600"/>
              <a:buFont typeface="Constantia"/>
              <a:buChar char="•"/>
              <a:defRPr b="0" i="0" sz="1600" u="none" cap="none" strike="noStrike">
                <a:solidFill>
                  <a:schemeClr val="dk1"/>
                </a:solidFill>
                <a:latin typeface="Constantia"/>
                <a:ea typeface="Constantia"/>
                <a:cs typeface="Constantia"/>
                <a:sym typeface="Constantia"/>
              </a:defRPr>
            </a:lvl8pPr>
            <a:lvl9pPr lvl="8" marR="0" rtl="0" algn="l">
              <a:spcBef>
                <a:spcPts val="280"/>
              </a:spcBef>
              <a:spcAft>
                <a:spcPts val="0"/>
              </a:spcAft>
              <a:buClr>
                <a:schemeClr val="dk2"/>
              </a:buClr>
              <a:buSzPts val="1400"/>
              <a:buFont typeface="Constantia"/>
              <a:buChar char="•"/>
              <a:defRPr b="0" i="0" sz="1400" u="none" cap="none" strike="noStrike">
                <a:solidFill>
                  <a:schemeClr val="dk1"/>
                </a:solidFill>
                <a:latin typeface="Constantia"/>
                <a:ea typeface="Constantia"/>
                <a:cs typeface="Constantia"/>
                <a:sym typeface="Constantia"/>
              </a:defRPr>
            </a:lvl9pPr>
          </a:lstStyle>
          <a:p/>
        </p:txBody>
      </p:sp>
      <p:sp>
        <p:nvSpPr>
          <p:cNvPr id="96" name="Google Shape;96;p38"/>
          <p:cNvSpPr/>
          <p:nvPr/>
        </p:nvSpPr>
        <p:spPr>
          <a:xfrm flipH="1" rot="10800000">
            <a:off x="-9525" y="5816600"/>
            <a:ext cx="9163050" cy="1041400"/>
          </a:xfrm>
          <a:custGeom>
            <a:rect b="b" l="l" r="r" t="t"/>
            <a:pathLst>
              <a:path extrusionOk="0" h="656" w="5772">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rgbClr val="0079AD">
                  <a:alpha val="44705"/>
                </a:srgbClr>
              </a:gs>
              <a:gs pos="100000">
                <a:srgbClr val="00E9F7">
                  <a:alpha val="54901"/>
                </a:srgbClr>
              </a:gs>
            </a:gsLst>
            <a:lin ang="54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97" name="Google Shape;97;p38"/>
          <p:cNvSpPr/>
          <p:nvPr/>
        </p:nvSpPr>
        <p:spPr>
          <a:xfrm flipH="1" rot="10800000">
            <a:off x="4381500" y="6219825"/>
            <a:ext cx="4762500" cy="638175"/>
          </a:xfrm>
          <a:custGeom>
            <a:rect b="b" l="l" r="r" t="t"/>
            <a:pathLst>
              <a:path extrusionOk="0" h="595" w="3000">
                <a:moveTo>
                  <a:pt x="0" y="0"/>
                </a:moveTo>
                <a:cubicBezTo>
                  <a:pt x="174" y="102"/>
                  <a:pt x="1168" y="533"/>
                  <a:pt x="1668" y="564"/>
                </a:cubicBezTo>
                <a:cubicBezTo>
                  <a:pt x="2168" y="595"/>
                  <a:pt x="2778" y="279"/>
                  <a:pt x="3000" y="186"/>
                </a:cubicBezTo>
                <a:lnTo>
                  <a:pt x="3000" y="6"/>
                </a:lnTo>
                <a:lnTo>
                  <a:pt x="0" y="0"/>
                </a:lnTo>
                <a:close/>
              </a:path>
            </a:pathLst>
          </a:custGeom>
          <a:gradFill>
            <a:gsLst>
              <a:gs pos="0">
                <a:srgbClr val="00ABB4">
                  <a:alpha val="29803"/>
                </a:srgbClr>
              </a:gs>
              <a:gs pos="80000">
                <a:srgbClr val="0099E4">
                  <a:alpha val="44705"/>
                </a:srgbClr>
              </a:gs>
              <a:gs pos="100000">
                <a:srgbClr val="0099E4">
                  <a:alpha val="44705"/>
                </a:srgbClr>
              </a:gs>
            </a:gsLst>
            <a:lin ang="54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98" name="Shape 98"/>
        <p:cNvGrpSpPr/>
        <p:nvPr/>
      </p:nvGrpSpPr>
      <p:grpSpPr>
        <a:xfrm>
          <a:off x="0" y="0"/>
          <a:ext cx="0" cy="0"/>
          <a:chOff x="0" y="0"/>
          <a:chExt cx="0" cy="0"/>
        </a:xfrm>
      </p:grpSpPr>
      <p:sp>
        <p:nvSpPr>
          <p:cNvPr id="99" name="Google Shape;99;p39"/>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0" name="Google Shape;100;p39"/>
          <p:cNvSpPr txBox="1"/>
          <p:nvPr>
            <p:ph idx="1" type="body"/>
          </p:nvPr>
        </p:nvSpPr>
        <p:spPr>
          <a:xfrm rot="5400000">
            <a:off x="2377440" y="15240"/>
            <a:ext cx="4389120" cy="8229600"/>
          </a:xfrm>
          <a:prstGeom prst="rect">
            <a:avLst/>
          </a:prstGeom>
          <a:noFill/>
          <a:ln>
            <a:noFill/>
          </a:ln>
        </p:spPr>
        <p:txBody>
          <a:bodyPr anchorCtr="0" anchor="t" bIns="45700" lIns="91425" spcFirstLastPara="1" rIns="91425" wrap="square" tIns="45700">
            <a:normAutofit/>
          </a:bodyPr>
          <a:lstStyle>
            <a:lvl1pPr indent="-337185" lvl="0" marL="457200" algn="l">
              <a:spcBef>
                <a:spcPts val="360"/>
              </a:spcBef>
              <a:spcAft>
                <a:spcPts val="0"/>
              </a:spcAft>
              <a:buSzPts val="1710"/>
              <a:buChar char="⚫"/>
              <a:defRPr/>
            </a:lvl1pPr>
            <a:lvl2pPr indent="-325755" lvl="1" marL="914400" algn="l">
              <a:spcBef>
                <a:spcPts val="360"/>
              </a:spcBef>
              <a:spcAft>
                <a:spcPts val="0"/>
              </a:spcAft>
              <a:buSzPts val="1530"/>
              <a:buChar char="⚫"/>
              <a:defRPr/>
            </a:lvl2pPr>
            <a:lvl3pPr indent="-308610" lvl="2" marL="1371600" algn="l">
              <a:spcBef>
                <a:spcPts val="360"/>
              </a:spcBef>
              <a:spcAft>
                <a:spcPts val="0"/>
              </a:spcAft>
              <a:buSzPts val="1260"/>
              <a:buChar char="⚫"/>
              <a:defRPr/>
            </a:lvl3pPr>
            <a:lvl4pPr indent="-302894" lvl="3" marL="1828800" algn="l">
              <a:spcBef>
                <a:spcPts val="360"/>
              </a:spcBef>
              <a:spcAft>
                <a:spcPts val="0"/>
              </a:spcAft>
              <a:buSzPts val="1170"/>
              <a:buChar char="⚫"/>
              <a:defRPr/>
            </a:lvl4pPr>
            <a:lvl5pPr indent="-302895" lvl="4" marL="2286000" algn="l">
              <a:spcBef>
                <a:spcPts val="360"/>
              </a:spcBef>
              <a:spcAft>
                <a:spcPts val="0"/>
              </a:spcAft>
              <a:buSzPts val="1170"/>
              <a:buChar char="⚫"/>
              <a:defRPr/>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101" name="Google Shape;101;p39"/>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2" name="Google Shape;102;p39"/>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3" name="Google Shape;103;p39"/>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04" name="Shape 104"/>
        <p:cNvGrpSpPr/>
        <p:nvPr/>
      </p:nvGrpSpPr>
      <p:grpSpPr>
        <a:xfrm>
          <a:off x="0" y="0"/>
          <a:ext cx="0" cy="0"/>
          <a:chOff x="0" y="0"/>
          <a:chExt cx="0" cy="0"/>
        </a:xfrm>
      </p:grpSpPr>
      <p:sp>
        <p:nvSpPr>
          <p:cNvPr id="105" name="Google Shape;105;p40"/>
          <p:cNvSpPr txBox="1"/>
          <p:nvPr>
            <p:ph type="title"/>
          </p:nvPr>
        </p:nvSpPr>
        <p:spPr>
          <a:xfrm rot="5400000">
            <a:off x="5052218" y="2491583"/>
            <a:ext cx="5211763" cy="2057400"/>
          </a:xfrm>
          <a:prstGeom prst="rect">
            <a:avLst/>
          </a:prstGeom>
          <a:noFill/>
          <a:ln>
            <a:noFill/>
          </a:ln>
        </p:spPr>
        <p:txBody>
          <a:bodyPr anchorCtr="0" anchor="b" bIns="0" lIns="0" spcFirstLastPara="1" rIns="0" wrap="square" tIns="45700">
            <a:normAutofit/>
          </a:bodyPr>
          <a:lstStyle>
            <a:lvl1pPr lvl="0" algn="l">
              <a:spcBef>
                <a:spcPts val="0"/>
              </a:spcBef>
              <a:spcAft>
                <a:spcPts val="0"/>
              </a:spcAft>
              <a:buClr>
                <a:schemeClr val="dk2"/>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6" name="Google Shape;106;p40"/>
          <p:cNvSpPr txBox="1"/>
          <p:nvPr>
            <p:ph idx="1" type="body"/>
          </p:nvPr>
        </p:nvSpPr>
        <p:spPr>
          <a:xfrm rot="5400000">
            <a:off x="861219" y="510383"/>
            <a:ext cx="5211763" cy="6019800"/>
          </a:xfrm>
          <a:prstGeom prst="rect">
            <a:avLst/>
          </a:prstGeom>
          <a:noFill/>
          <a:ln>
            <a:noFill/>
          </a:ln>
        </p:spPr>
        <p:txBody>
          <a:bodyPr anchorCtr="0" anchor="t" bIns="45700" lIns="91425" spcFirstLastPara="1" rIns="91425" wrap="square" tIns="45700">
            <a:normAutofit/>
          </a:bodyPr>
          <a:lstStyle>
            <a:lvl1pPr indent="-337185" lvl="0" marL="457200" algn="l">
              <a:spcBef>
                <a:spcPts val="360"/>
              </a:spcBef>
              <a:spcAft>
                <a:spcPts val="0"/>
              </a:spcAft>
              <a:buSzPts val="1710"/>
              <a:buChar char="⚫"/>
              <a:defRPr/>
            </a:lvl1pPr>
            <a:lvl2pPr indent="-325755" lvl="1" marL="914400" algn="l">
              <a:spcBef>
                <a:spcPts val="360"/>
              </a:spcBef>
              <a:spcAft>
                <a:spcPts val="0"/>
              </a:spcAft>
              <a:buSzPts val="1530"/>
              <a:buChar char="⚫"/>
              <a:defRPr/>
            </a:lvl2pPr>
            <a:lvl3pPr indent="-308610" lvl="2" marL="1371600" algn="l">
              <a:spcBef>
                <a:spcPts val="360"/>
              </a:spcBef>
              <a:spcAft>
                <a:spcPts val="0"/>
              </a:spcAft>
              <a:buSzPts val="1260"/>
              <a:buChar char="⚫"/>
              <a:defRPr/>
            </a:lvl3pPr>
            <a:lvl4pPr indent="-302894" lvl="3" marL="1828800" algn="l">
              <a:spcBef>
                <a:spcPts val="360"/>
              </a:spcBef>
              <a:spcAft>
                <a:spcPts val="0"/>
              </a:spcAft>
              <a:buSzPts val="1170"/>
              <a:buChar char="⚫"/>
              <a:defRPr/>
            </a:lvl4pPr>
            <a:lvl5pPr indent="-302895" lvl="4" marL="2286000" algn="l">
              <a:spcBef>
                <a:spcPts val="360"/>
              </a:spcBef>
              <a:spcAft>
                <a:spcPts val="0"/>
              </a:spcAft>
              <a:buSzPts val="1170"/>
              <a:buChar char="⚫"/>
              <a:defRPr/>
            </a:lvl5pPr>
            <a:lvl6pPr indent="-320039" lvl="5" marL="2743200" algn="l">
              <a:spcBef>
                <a:spcPts val="360"/>
              </a:spcBef>
              <a:spcAft>
                <a:spcPts val="0"/>
              </a:spcAft>
              <a:buSzPts val="1440"/>
              <a:buChar char="⚫"/>
              <a:defRPr/>
            </a:lvl6pPr>
            <a:lvl7pPr indent="-320039" lvl="6" marL="3200400" algn="l">
              <a:spcBef>
                <a:spcPts val="360"/>
              </a:spcBef>
              <a:spcAft>
                <a:spcPts val="0"/>
              </a:spcAft>
              <a:buSzPts val="1440"/>
              <a:buChar char="⚫"/>
              <a:defRPr/>
            </a:lvl7pPr>
            <a:lvl8pPr indent="-342900" lvl="7" marL="3657600" algn="l">
              <a:spcBef>
                <a:spcPts val="360"/>
              </a:spcBef>
              <a:spcAft>
                <a:spcPts val="0"/>
              </a:spcAft>
              <a:buSzPts val="1800"/>
              <a:buChar char="•"/>
              <a:defRPr/>
            </a:lvl8pPr>
            <a:lvl9pPr indent="-342900" lvl="8" marL="4114800" algn="l">
              <a:spcBef>
                <a:spcPts val="360"/>
              </a:spcBef>
              <a:spcAft>
                <a:spcPts val="0"/>
              </a:spcAft>
              <a:buSzPts val="1800"/>
              <a:buChar char="•"/>
              <a:defRPr/>
            </a:lvl9pPr>
          </a:lstStyle>
          <a:p/>
        </p:txBody>
      </p:sp>
      <p:sp>
        <p:nvSpPr>
          <p:cNvPr id="107" name="Google Shape;107;p40"/>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8" name="Google Shape;108;p40"/>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9" name="Google Shape;109;p40"/>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1.xml"/><Relationship Id="rId3"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3.xml"/><Relationship Id="rId12" Type="http://schemas.openxmlformats.org/officeDocument/2006/relationships/slideLayout" Target="../slideLayouts/slideLayout12.xml"/><Relationship Id="rId1" Type="http://schemas.openxmlformats.org/officeDocument/2006/relationships/image" Target="../media/image1.png"/><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rotWithShape="1">
          <a:blip r:embed="rId1">
            <a:alphaModFix/>
          </a:blip>
          <a:tile algn="tl" flip="none" tx="0" sx="65000" ty="0" sy="65000"/>
        </a:blipFill>
      </p:bgPr>
    </p:bg>
    <p:spTree>
      <p:nvGrpSpPr>
        <p:cNvPr id="9" name="Shape 9"/>
        <p:cNvGrpSpPr/>
        <p:nvPr/>
      </p:nvGrpSpPr>
      <p:grpSpPr>
        <a:xfrm>
          <a:off x="0" y="0"/>
          <a:ext cx="0" cy="0"/>
          <a:chOff x="0" y="0"/>
          <a:chExt cx="0" cy="0"/>
        </a:xfrm>
      </p:grpSpPr>
      <p:sp>
        <p:nvSpPr>
          <p:cNvPr id="10" name="Google Shape;10;p28"/>
          <p:cNvSpPr/>
          <p:nvPr/>
        </p:nvSpPr>
        <p:spPr>
          <a:xfrm>
            <a:off x="-9525" y="-7144"/>
            <a:ext cx="9163050" cy="1041400"/>
          </a:xfrm>
          <a:custGeom>
            <a:rect b="b" l="l" r="r" t="t"/>
            <a:pathLst>
              <a:path extrusionOk="0" h="656" w="5772">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rgbClr val="0079AD">
                  <a:alpha val="44705"/>
                </a:srgbClr>
              </a:gs>
              <a:gs pos="100000">
                <a:srgbClr val="00E9F7">
                  <a:alpha val="54901"/>
                </a:srgbClr>
              </a:gs>
            </a:gsLst>
            <a:lin ang="54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lt1"/>
              </a:solidFill>
              <a:latin typeface="Constantia"/>
              <a:ea typeface="Constantia"/>
              <a:cs typeface="Constantia"/>
              <a:sym typeface="Constantia"/>
            </a:endParaRPr>
          </a:p>
        </p:txBody>
      </p:sp>
      <p:sp>
        <p:nvSpPr>
          <p:cNvPr id="11" name="Google Shape;11;p28"/>
          <p:cNvSpPr/>
          <p:nvPr/>
        </p:nvSpPr>
        <p:spPr>
          <a:xfrm>
            <a:off x="4381500" y="-7144"/>
            <a:ext cx="4762500" cy="638175"/>
          </a:xfrm>
          <a:custGeom>
            <a:rect b="b" l="l" r="r" t="t"/>
            <a:pathLst>
              <a:path extrusionOk="0" h="595" w="3000">
                <a:moveTo>
                  <a:pt x="0" y="0"/>
                </a:moveTo>
                <a:cubicBezTo>
                  <a:pt x="174" y="102"/>
                  <a:pt x="1168" y="533"/>
                  <a:pt x="1668" y="564"/>
                </a:cubicBezTo>
                <a:cubicBezTo>
                  <a:pt x="2168" y="595"/>
                  <a:pt x="2778" y="279"/>
                  <a:pt x="3000" y="186"/>
                </a:cubicBezTo>
                <a:lnTo>
                  <a:pt x="3000" y="6"/>
                </a:lnTo>
                <a:lnTo>
                  <a:pt x="0" y="0"/>
                </a:lnTo>
                <a:close/>
              </a:path>
            </a:pathLst>
          </a:custGeom>
          <a:gradFill>
            <a:gsLst>
              <a:gs pos="0">
                <a:srgbClr val="00ABB4">
                  <a:alpha val="29803"/>
                </a:srgbClr>
              </a:gs>
              <a:gs pos="80000">
                <a:srgbClr val="0099E4">
                  <a:alpha val="44705"/>
                </a:srgbClr>
              </a:gs>
              <a:gs pos="100000">
                <a:srgbClr val="0099E4">
                  <a:alpha val="44705"/>
                </a:srgbClr>
              </a:gs>
            </a:gsLst>
            <a:lin ang="54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800" u="none" cap="none" strike="noStrike">
              <a:solidFill>
                <a:schemeClr val="lt1"/>
              </a:solidFill>
              <a:latin typeface="Constantia"/>
              <a:ea typeface="Constantia"/>
              <a:cs typeface="Constantia"/>
              <a:sym typeface="Constantia"/>
            </a:endParaRPr>
          </a:p>
        </p:txBody>
      </p:sp>
      <p:sp>
        <p:nvSpPr>
          <p:cNvPr id="12" name="Google Shape;12;p28"/>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lvl1pPr lvl="0" marR="0" rtl="0" algn="l">
              <a:spcBef>
                <a:spcPts val="0"/>
              </a:spcBef>
              <a:spcAft>
                <a:spcPts val="0"/>
              </a:spcAft>
              <a:buClr>
                <a:schemeClr val="lt2"/>
              </a:buClr>
              <a:buSzPts val="5000"/>
              <a:buFont typeface="Calibri"/>
              <a:buNone/>
              <a:defRPr b="0" i="0" sz="5000" u="none" cap="none" strike="noStrike">
                <a:solidFill>
                  <a:schemeClr val="lt2"/>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3" name="Google Shape;13;p28"/>
          <p:cNvSpPr txBox="1"/>
          <p:nvPr>
            <p:ph idx="1" type="body"/>
          </p:nvPr>
        </p:nvSpPr>
        <p:spPr>
          <a:xfrm>
            <a:off x="457200" y="1935480"/>
            <a:ext cx="8229600" cy="4389120"/>
          </a:xfrm>
          <a:prstGeom prst="rect">
            <a:avLst/>
          </a:prstGeom>
          <a:noFill/>
          <a:ln>
            <a:noFill/>
          </a:ln>
        </p:spPr>
        <p:txBody>
          <a:bodyPr anchorCtr="0" anchor="t" bIns="45700" lIns="91425" spcFirstLastPara="1" rIns="91425" wrap="square" tIns="45700">
            <a:normAutofit/>
          </a:bodyPr>
          <a:lstStyle>
            <a:lvl1pPr indent="-385445" lvl="0" marL="457200" marR="0" rtl="0" algn="l">
              <a:spcBef>
                <a:spcPts val="520"/>
              </a:spcBef>
              <a:spcAft>
                <a:spcPts val="0"/>
              </a:spcAft>
              <a:buClr>
                <a:schemeClr val="accent3"/>
              </a:buClr>
              <a:buSzPts val="2470"/>
              <a:buFont typeface="Noto Sans Symbols"/>
              <a:buChar char="⚫"/>
              <a:defRPr b="0" i="0" sz="2600" u="none" cap="none" strike="noStrike">
                <a:solidFill>
                  <a:schemeClr val="lt1"/>
                </a:solidFill>
                <a:latin typeface="Constantia"/>
                <a:ea typeface="Constantia"/>
                <a:cs typeface="Constantia"/>
                <a:sym typeface="Constantia"/>
              </a:defRPr>
            </a:lvl1pPr>
            <a:lvl2pPr indent="-358140" lvl="1" marL="914400" marR="0" rtl="0" algn="l">
              <a:spcBef>
                <a:spcPts val="480"/>
              </a:spcBef>
              <a:spcAft>
                <a:spcPts val="0"/>
              </a:spcAft>
              <a:buClr>
                <a:schemeClr val="accent1"/>
              </a:buClr>
              <a:buSzPts val="2040"/>
              <a:buFont typeface="Noto Sans Symbols"/>
              <a:buChar char="⚫"/>
              <a:defRPr b="0" i="0" sz="2400" u="none" cap="none" strike="noStrike">
                <a:solidFill>
                  <a:schemeClr val="lt1"/>
                </a:solidFill>
                <a:latin typeface="Constantia"/>
                <a:ea typeface="Constantia"/>
                <a:cs typeface="Constantia"/>
                <a:sym typeface="Constantia"/>
              </a:defRPr>
            </a:lvl2pPr>
            <a:lvl3pPr indent="-321944" lvl="2" marL="1371600" marR="0" rtl="0" algn="l">
              <a:spcBef>
                <a:spcPts val="420"/>
              </a:spcBef>
              <a:spcAft>
                <a:spcPts val="0"/>
              </a:spcAft>
              <a:buClr>
                <a:schemeClr val="accent2"/>
              </a:buClr>
              <a:buSzPts val="1470"/>
              <a:buFont typeface="Noto Sans Symbols"/>
              <a:buChar char="⚫"/>
              <a:defRPr b="0" i="0" sz="2100" u="none" cap="none" strike="noStrike">
                <a:solidFill>
                  <a:schemeClr val="lt1"/>
                </a:solidFill>
                <a:latin typeface="Constantia"/>
                <a:ea typeface="Constantia"/>
                <a:cs typeface="Constantia"/>
                <a:sym typeface="Constantia"/>
              </a:defRPr>
            </a:lvl3pPr>
            <a:lvl4pPr indent="-311150" lvl="3" marL="1828800" marR="0" rtl="0" algn="l">
              <a:spcBef>
                <a:spcPts val="400"/>
              </a:spcBef>
              <a:spcAft>
                <a:spcPts val="0"/>
              </a:spcAft>
              <a:buClr>
                <a:schemeClr val="accent3"/>
              </a:buClr>
              <a:buSzPts val="1300"/>
              <a:buFont typeface="Noto Sans Symbols"/>
              <a:buChar char="⚫"/>
              <a:defRPr b="0" i="0" sz="2000" u="none" cap="none" strike="noStrike">
                <a:solidFill>
                  <a:schemeClr val="lt1"/>
                </a:solidFill>
                <a:latin typeface="Constantia"/>
                <a:ea typeface="Constantia"/>
                <a:cs typeface="Constantia"/>
                <a:sym typeface="Constantia"/>
              </a:defRPr>
            </a:lvl4pPr>
            <a:lvl5pPr indent="-311150" lvl="4" marL="2286000" marR="0" rtl="0" algn="l">
              <a:spcBef>
                <a:spcPts val="400"/>
              </a:spcBef>
              <a:spcAft>
                <a:spcPts val="0"/>
              </a:spcAft>
              <a:buClr>
                <a:schemeClr val="accent4"/>
              </a:buClr>
              <a:buSzPts val="1300"/>
              <a:buFont typeface="Noto Sans Symbols"/>
              <a:buChar char="⚫"/>
              <a:defRPr b="0" i="0" sz="2000" u="none" cap="none" strike="noStrike">
                <a:solidFill>
                  <a:schemeClr val="lt1"/>
                </a:solidFill>
                <a:latin typeface="Constantia"/>
                <a:ea typeface="Constantia"/>
                <a:cs typeface="Constantia"/>
                <a:sym typeface="Constantia"/>
              </a:defRPr>
            </a:lvl5pPr>
            <a:lvl6pPr indent="-320039" lvl="5" marL="2743200" marR="0" rtl="0" algn="l">
              <a:spcBef>
                <a:spcPts val="360"/>
              </a:spcBef>
              <a:spcAft>
                <a:spcPts val="0"/>
              </a:spcAft>
              <a:buClr>
                <a:schemeClr val="accent5"/>
              </a:buClr>
              <a:buSzPts val="1440"/>
              <a:buFont typeface="Noto Sans Symbols"/>
              <a:buChar char="⚫"/>
              <a:defRPr b="0" i="0" sz="1800" u="none" cap="none" strike="noStrike">
                <a:solidFill>
                  <a:schemeClr val="lt1"/>
                </a:solidFill>
                <a:latin typeface="Constantia"/>
                <a:ea typeface="Constantia"/>
                <a:cs typeface="Constantia"/>
                <a:sym typeface="Constantia"/>
              </a:defRPr>
            </a:lvl6pPr>
            <a:lvl7pPr indent="-309879" lvl="6" marL="3200400" marR="0" rtl="0" algn="l">
              <a:spcBef>
                <a:spcPts val="320"/>
              </a:spcBef>
              <a:spcAft>
                <a:spcPts val="0"/>
              </a:spcAft>
              <a:buClr>
                <a:schemeClr val="accent6"/>
              </a:buClr>
              <a:buSzPts val="1280"/>
              <a:buFont typeface="Noto Sans Symbols"/>
              <a:buChar char="⚫"/>
              <a:defRPr b="0" i="0" sz="1600" u="none" cap="none" strike="noStrike">
                <a:solidFill>
                  <a:schemeClr val="lt1"/>
                </a:solidFill>
                <a:latin typeface="Constantia"/>
                <a:ea typeface="Constantia"/>
                <a:cs typeface="Constantia"/>
                <a:sym typeface="Constantia"/>
              </a:defRPr>
            </a:lvl7pPr>
            <a:lvl8pPr indent="-330200" lvl="7" marL="3657600" marR="0" rtl="0" algn="l">
              <a:spcBef>
                <a:spcPts val="320"/>
              </a:spcBef>
              <a:spcAft>
                <a:spcPts val="0"/>
              </a:spcAft>
              <a:buClr>
                <a:schemeClr val="lt2"/>
              </a:buClr>
              <a:buSzPts val="1600"/>
              <a:buFont typeface="Constantia"/>
              <a:buChar char="•"/>
              <a:defRPr b="0" i="0" sz="1600" u="none" cap="none" strike="noStrike">
                <a:solidFill>
                  <a:schemeClr val="lt1"/>
                </a:solidFill>
                <a:latin typeface="Constantia"/>
                <a:ea typeface="Constantia"/>
                <a:cs typeface="Constantia"/>
                <a:sym typeface="Constantia"/>
              </a:defRPr>
            </a:lvl8pPr>
            <a:lvl9pPr indent="-317500" lvl="8" marL="4114800" marR="0" rtl="0" algn="l">
              <a:spcBef>
                <a:spcPts val="280"/>
              </a:spcBef>
              <a:spcAft>
                <a:spcPts val="0"/>
              </a:spcAft>
              <a:buClr>
                <a:schemeClr val="lt2"/>
              </a:buClr>
              <a:buSzPts val="1400"/>
              <a:buFont typeface="Constantia"/>
              <a:buChar char="•"/>
              <a:defRPr b="0" i="0" sz="1400" u="none" cap="none" strike="noStrike">
                <a:solidFill>
                  <a:schemeClr val="lt1"/>
                </a:solidFill>
                <a:latin typeface="Constantia"/>
                <a:ea typeface="Constantia"/>
                <a:cs typeface="Constantia"/>
                <a:sym typeface="Constantia"/>
              </a:defRPr>
            </a:lvl9pPr>
          </a:lstStyle>
          <a:p/>
        </p:txBody>
      </p:sp>
      <p:sp>
        <p:nvSpPr>
          <p:cNvPr id="14" name="Google Shape;14;p28"/>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marR="0" rtl="0" algn="l">
              <a:spcBef>
                <a:spcPts val="0"/>
              </a:spcBef>
              <a:spcAft>
                <a:spcPts val="0"/>
              </a:spcAft>
              <a:buSzPts val="1400"/>
              <a:buNone/>
              <a:defRPr b="0" i="0" sz="1200" u="none" cap="none" strike="noStrike">
                <a:solidFill>
                  <a:srgbClr val="D0E9ED"/>
                </a:solidFill>
                <a:latin typeface="Constantia"/>
                <a:ea typeface="Constantia"/>
                <a:cs typeface="Constantia"/>
                <a:sym typeface="Constantia"/>
              </a:defRPr>
            </a:lvl1pPr>
            <a:lvl2pPr lvl="1" marR="0" rtl="0" algn="l">
              <a:spcBef>
                <a:spcPts val="0"/>
              </a:spcBef>
              <a:spcAft>
                <a:spcPts val="0"/>
              </a:spcAft>
              <a:buSzPts val="1400"/>
              <a:buNone/>
              <a:defRPr b="0" i="0" sz="1800" u="none" cap="none" strike="noStrike">
                <a:solidFill>
                  <a:schemeClr val="lt1"/>
                </a:solidFill>
                <a:latin typeface="Constantia"/>
                <a:ea typeface="Constantia"/>
                <a:cs typeface="Constantia"/>
                <a:sym typeface="Constantia"/>
              </a:defRPr>
            </a:lvl2pPr>
            <a:lvl3pPr lvl="2" marR="0" rtl="0" algn="l">
              <a:spcBef>
                <a:spcPts val="0"/>
              </a:spcBef>
              <a:spcAft>
                <a:spcPts val="0"/>
              </a:spcAft>
              <a:buSzPts val="1400"/>
              <a:buNone/>
              <a:defRPr b="0" i="0" sz="1800" u="none" cap="none" strike="noStrike">
                <a:solidFill>
                  <a:schemeClr val="lt1"/>
                </a:solidFill>
                <a:latin typeface="Constantia"/>
                <a:ea typeface="Constantia"/>
                <a:cs typeface="Constantia"/>
                <a:sym typeface="Constantia"/>
              </a:defRPr>
            </a:lvl3pPr>
            <a:lvl4pPr lvl="3" marR="0" rtl="0" algn="l">
              <a:spcBef>
                <a:spcPts val="0"/>
              </a:spcBef>
              <a:spcAft>
                <a:spcPts val="0"/>
              </a:spcAft>
              <a:buSzPts val="1400"/>
              <a:buNone/>
              <a:defRPr b="0" i="0" sz="1800" u="none" cap="none" strike="noStrike">
                <a:solidFill>
                  <a:schemeClr val="lt1"/>
                </a:solidFill>
                <a:latin typeface="Constantia"/>
                <a:ea typeface="Constantia"/>
                <a:cs typeface="Constantia"/>
                <a:sym typeface="Constantia"/>
              </a:defRPr>
            </a:lvl4pPr>
            <a:lvl5pPr lvl="4" marR="0" rtl="0" algn="l">
              <a:spcBef>
                <a:spcPts val="0"/>
              </a:spcBef>
              <a:spcAft>
                <a:spcPts val="0"/>
              </a:spcAft>
              <a:buSzPts val="1400"/>
              <a:buNone/>
              <a:defRPr b="0" i="0" sz="1800" u="none" cap="none" strike="noStrike">
                <a:solidFill>
                  <a:schemeClr val="lt1"/>
                </a:solidFill>
                <a:latin typeface="Constantia"/>
                <a:ea typeface="Constantia"/>
                <a:cs typeface="Constantia"/>
                <a:sym typeface="Constantia"/>
              </a:defRPr>
            </a:lvl5pPr>
            <a:lvl6pPr lvl="5" marR="0" rtl="0" algn="l">
              <a:spcBef>
                <a:spcPts val="0"/>
              </a:spcBef>
              <a:spcAft>
                <a:spcPts val="0"/>
              </a:spcAft>
              <a:buSzPts val="1400"/>
              <a:buNone/>
              <a:defRPr b="0" i="0" sz="1800" u="none" cap="none" strike="noStrike">
                <a:solidFill>
                  <a:schemeClr val="lt1"/>
                </a:solidFill>
                <a:latin typeface="Constantia"/>
                <a:ea typeface="Constantia"/>
                <a:cs typeface="Constantia"/>
                <a:sym typeface="Constantia"/>
              </a:defRPr>
            </a:lvl6pPr>
            <a:lvl7pPr lvl="6" marR="0" rtl="0" algn="l">
              <a:spcBef>
                <a:spcPts val="0"/>
              </a:spcBef>
              <a:spcAft>
                <a:spcPts val="0"/>
              </a:spcAft>
              <a:buSzPts val="1400"/>
              <a:buNone/>
              <a:defRPr b="0" i="0" sz="1800" u="none" cap="none" strike="noStrike">
                <a:solidFill>
                  <a:schemeClr val="lt1"/>
                </a:solidFill>
                <a:latin typeface="Constantia"/>
                <a:ea typeface="Constantia"/>
                <a:cs typeface="Constantia"/>
                <a:sym typeface="Constantia"/>
              </a:defRPr>
            </a:lvl7pPr>
            <a:lvl8pPr lvl="7" marR="0" rtl="0" algn="l">
              <a:spcBef>
                <a:spcPts val="0"/>
              </a:spcBef>
              <a:spcAft>
                <a:spcPts val="0"/>
              </a:spcAft>
              <a:buSzPts val="1400"/>
              <a:buNone/>
              <a:defRPr b="0" i="0" sz="1800" u="none" cap="none" strike="noStrike">
                <a:solidFill>
                  <a:schemeClr val="lt1"/>
                </a:solidFill>
                <a:latin typeface="Constantia"/>
                <a:ea typeface="Constantia"/>
                <a:cs typeface="Constantia"/>
                <a:sym typeface="Constantia"/>
              </a:defRPr>
            </a:lvl8pPr>
            <a:lvl9pPr lvl="8" marR="0" rtl="0" algn="l">
              <a:spcBef>
                <a:spcPts val="0"/>
              </a:spcBef>
              <a:spcAft>
                <a:spcPts val="0"/>
              </a:spcAft>
              <a:buSzPts val="1400"/>
              <a:buNone/>
              <a:defRPr b="0" i="0" sz="1800" u="none" cap="none" strike="noStrike">
                <a:solidFill>
                  <a:schemeClr val="lt1"/>
                </a:solidFill>
                <a:latin typeface="Constantia"/>
                <a:ea typeface="Constantia"/>
                <a:cs typeface="Constantia"/>
                <a:sym typeface="Constantia"/>
              </a:defRPr>
            </a:lvl9pPr>
          </a:lstStyle>
          <a:p/>
        </p:txBody>
      </p:sp>
      <p:sp>
        <p:nvSpPr>
          <p:cNvPr id="15" name="Google Shape;15;p28"/>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marR="0" rtl="0" algn="l">
              <a:spcBef>
                <a:spcPts val="0"/>
              </a:spcBef>
              <a:spcAft>
                <a:spcPts val="0"/>
              </a:spcAft>
              <a:buSzPts val="1400"/>
              <a:buNone/>
              <a:defRPr b="0" i="0" sz="1200" u="none" cap="none" strike="noStrike">
                <a:solidFill>
                  <a:srgbClr val="D0E9ED"/>
                </a:solidFill>
                <a:latin typeface="Constantia"/>
                <a:ea typeface="Constantia"/>
                <a:cs typeface="Constantia"/>
                <a:sym typeface="Constantia"/>
              </a:defRPr>
            </a:lvl1pPr>
            <a:lvl2pPr lvl="1" marR="0" rtl="0" algn="l">
              <a:spcBef>
                <a:spcPts val="0"/>
              </a:spcBef>
              <a:spcAft>
                <a:spcPts val="0"/>
              </a:spcAft>
              <a:buSzPts val="1400"/>
              <a:buNone/>
              <a:defRPr b="0" i="0" sz="1800" u="none" cap="none" strike="noStrike">
                <a:solidFill>
                  <a:schemeClr val="lt1"/>
                </a:solidFill>
                <a:latin typeface="Constantia"/>
                <a:ea typeface="Constantia"/>
                <a:cs typeface="Constantia"/>
                <a:sym typeface="Constantia"/>
              </a:defRPr>
            </a:lvl2pPr>
            <a:lvl3pPr lvl="2" marR="0" rtl="0" algn="l">
              <a:spcBef>
                <a:spcPts val="0"/>
              </a:spcBef>
              <a:spcAft>
                <a:spcPts val="0"/>
              </a:spcAft>
              <a:buSzPts val="1400"/>
              <a:buNone/>
              <a:defRPr b="0" i="0" sz="1800" u="none" cap="none" strike="noStrike">
                <a:solidFill>
                  <a:schemeClr val="lt1"/>
                </a:solidFill>
                <a:latin typeface="Constantia"/>
                <a:ea typeface="Constantia"/>
                <a:cs typeface="Constantia"/>
                <a:sym typeface="Constantia"/>
              </a:defRPr>
            </a:lvl3pPr>
            <a:lvl4pPr lvl="3" marR="0" rtl="0" algn="l">
              <a:spcBef>
                <a:spcPts val="0"/>
              </a:spcBef>
              <a:spcAft>
                <a:spcPts val="0"/>
              </a:spcAft>
              <a:buSzPts val="1400"/>
              <a:buNone/>
              <a:defRPr b="0" i="0" sz="1800" u="none" cap="none" strike="noStrike">
                <a:solidFill>
                  <a:schemeClr val="lt1"/>
                </a:solidFill>
                <a:latin typeface="Constantia"/>
                <a:ea typeface="Constantia"/>
                <a:cs typeface="Constantia"/>
                <a:sym typeface="Constantia"/>
              </a:defRPr>
            </a:lvl4pPr>
            <a:lvl5pPr lvl="4" marR="0" rtl="0" algn="l">
              <a:spcBef>
                <a:spcPts val="0"/>
              </a:spcBef>
              <a:spcAft>
                <a:spcPts val="0"/>
              </a:spcAft>
              <a:buSzPts val="1400"/>
              <a:buNone/>
              <a:defRPr b="0" i="0" sz="1800" u="none" cap="none" strike="noStrike">
                <a:solidFill>
                  <a:schemeClr val="lt1"/>
                </a:solidFill>
                <a:latin typeface="Constantia"/>
                <a:ea typeface="Constantia"/>
                <a:cs typeface="Constantia"/>
                <a:sym typeface="Constantia"/>
              </a:defRPr>
            </a:lvl5pPr>
            <a:lvl6pPr lvl="5" marR="0" rtl="0" algn="l">
              <a:spcBef>
                <a:spcPts val="0"/>
              </a:spcBef>
              <a:spcAft>
                <a:spcPts val="0"/>
              </a:spcAft>
              <a:buSzPts val="1400"/>
              <a:buNone/>
              <a:defRPr b="0" i="0" sz="1800" u="none" cap="none" strike="noStrike">
                <a:solidFill>
                  <a:schemeClr val="lt1"/>
                </a:solidFill>
                <a:latin typeface="Constantia"/>
                <a:ea typeface="Constantia"/>
                <a:cs typeface="Constantia"/>
                <a:sym typeface="Constantia"/>
              </a:defRPr>
            </a:lvl6pPr>
            <a:lvl7pPr lvl="6" marR="0" rtl="0" algn="l">
              <a:spcBef>
                <a:spcPts val="0"/>
              </a:spcBef>
              <a:spcAft>
                <a:spcPts val="0"/>
              </a:spcAft>
              <a:buSzPts val="1400"/>
              <a:buNone/>
              <a:defRPr b="0" i="0" sz="1800" u="none" cap="none" strike="noStrike">
                <a:solidFill>
                  <a:schemeClr val="lt1"/>
                </a:solidFill>
                <a:latin typeface="Constantia"/>
                <a:ea typeface="Constantia"/>
                <a:cs typeface="Constantia"/>
                <a:sym typeface="Constantia"/>
              </a:defRPr>
            </a:lvl7pPr>
            <a:lvl8pPr lvl="7" marR="0" rtl="0" algn="l">
              <a:spcBef>
                <a:spcPts val="0"/>
              </a:spcBef>
              <a:spcAft>
                <a:spcPts val="0"/>
              </a:spcAft>
              <a:buSzPts val="1400"/>
              <a:buNone/>
              <a:defRPr b="0" i="0" sz="1800" u="none" cap="none" strike="noStrike">
                <a:solidFill>
                  <a:schemeClr val="lt1"/>
                </a:solidFill>
                <a:latin typeface="Constantia"/>
                <a:ea typeface="Constantia"/>
                <a:cs typeface="Constantia"/>
                <a:sym typeface="Constantia"/>
              </a:defRPr>
            </a:lvl8pPr>
            <a:lvl9pPr lvl="8" marR="0" rtl="0" algn="l">
              <a:spcBef>
                <a:spcPts val="0"/>
              </a:spcBef>
              <a:spcAft>
                <a:spcPts val="0"/>
              </a:spcAft>
              <a:buSzPts val="1400"/>
              <a:buNone/>
              <a:defRPr b="0" i="0" sz="1800" u="none" cap="none" strike="noStrike">
                <a:solidFill>
                  <a:schemeClr val="lt1"/>
                </a:solidFill>
                <a:latin typeface="Constantia"/>
                <a:ea typeface="Constantia"/>
                <a:cs typeface="Constantia"/>
                <a:sym typeface="Constantia"/>
              </a:defRPr>
            </a:lvl9pPr>
          </a:lstStyle>
          <a:p/>
        </p:txBody>
      </p:sp>
      <p:sp>
        <p:nvSpPr>
          <p:cNvPr id="16" name="Google Shape;16;p28"/>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marR="0" rtl="0" algn="r">
              <a:spcBef>
                <a:spcPts val="0"/>
              </a:spcBef>
              <a:buNone/>
              <a:defRPr b="0" i="0" sz="1200" u="none" cap="none" strike="noStrike">
                <a:solidFill>
                  <a:srgbClr val="D0E9ED"/>
                </a:solidFill>
                <a:latin typeface="Constantia"/>
                <a:ea typeface="Constantia"/>
                <a:cs typeface="Constantia"/>
                <a:sym typeface="Constantia"/>
              </a:defRPr>
            </a:lvl1pPr>
            <a:lvl2pPr indent="0" lvl="1" marL="0" marR="0" rtl="0" algn="r">
              <a:spcBef>
                <a:spcPts val="0"/>
              </a:spcBef>
              <a:buNone/>
              <a:defRPr b="0" i="0" sz="1200" u="none" cap="none" strike="noStrike">
                <a:solidFill>
                  <a:srgbClr val="D0E9ED"/>
                </a:solidFill>
                <a:latin typeface="Constantia"/>
                <a:ea typeface="Constantia"/>
                <a:cs typeface="Constantia"/>
                <a:sym typeface="Constantia"/>
              </a:defRPr>
            </a:lvl2pPr>
            <a:lvl3pPr indent="0" lvl="2" marL="0" marR="0" rtl="0" algn="r">
              <a:spcBef>
                <a:spcPts val="0"/>
              </a:spcBef>
              <a:buNone/>
              <a:defRPr b="0" i="0" sz="1200" u="none" cap="none" strike="noStrike">
                <a:solidFill>
                  <a:srgbClr val="D0E9ED"/>
                </a:solidFill>
                <a:latin typeface="Constantia"/>
                <a:ea typeface="Constantia"/>
                <a:cs typeface="Constantia"/>
                <a:sym typeface="Constantia"/>
              </a:defRPr>
            </a:lvl3pPr>
            <a:lvl4pPr indent="0" lvl="3" marL="0" marR="0" rtl="0" algn="r">
              <a:spcBef>
                <a:spcPts val="0"/>
              </a:spcBef>
              <a:buNone/>
              <a:defRPr b="0" i="0" sz="1200" u="none" cap="none" strike="noStrike">
                <a:solidFill>
                  <a:srgbClr val="D0E9ED"/>
                </a:solidFill>
                <a:latin typeface="Constantia"/>
                <a:ea typeface="Constantia"/>
                <a:cs typeface="Constantia"/>
                <a:sym typeface="Constantia"/>
              </a:defRPr>
            </a:lvl4pPr>
            <a:lvl5pPr indent="0" lvl="4" marL="0" marR="0" rtl="0" algn="r">
              <a:spcBef>
                <a:spcPts val="0"/>
              </a:spcBef>
              <a:buNone/>
              <a:defRPr b="0" i="0" sz="1200" u="none" cap="none" strike="noStrike">
                <a:solidFill>
                  <a:srgbClr val="D0E9ED"/>
                </a:solidFill>
                <a:latin typeface="Constantia"/>
                <a:ea typeface="Constantia"/>
                <a:cs typeface="Constantia"/>
                <a:sym typeface="Constantia"/>
              </a:defRPr>
            </a:lvl5pPr>
            <a:lvl6pPr indent="0" lvl="5" marL="0" marR="0" rtl="0" algn="r">
              <a:spcBef>
                <a:spcPts val="0"/>
              </a:spcBef>
              <a:buNone/>
              <a:defRPr b="0" i="0" sz="1200" u="none" cap="none" strike="noStrike">
                <a:solidFill>
                  <a:srgbClr val="D0E9ED"/>
                </a:solidFill>
                <a:latin typeface="Constantia"/>
                <a:ea typeface="Constantia"/>
                <a:cs typeface="Constantia"/>
                <a:sym typeface="Constantia"/>
              </a:defRPr>
            </a:lvl6pPr>
            <a:lvl7pPr indent="0" lvl="6" marL="0" marR="0" rtl="0" algn="r">
              <a:spcBef>
                <a:spcPts val="0"/>
              </a:spcBef>
              <a:buNone/>
              <a:defRPr b="0" i="0" sz="1200" u="none" cap="none" strike="noStrike">
                <a:solidFill>
                  <a:srgbClr val="D0E9ED"/>
                </a:solidFill>
                <a:latin typeface="Constantia"/>
                <a:ea typeface="Constantia"/>
                <a:cs typeface="Constantia"/>
                <a:sym typeface="Constantia"/>
              </a:defRPr>
            </a:lvl7pPr>
            <a:lvl8pPr indent="0" lvl="7" marL="0" marR="0" rtl="0" algn="r">
              <a:spcBef>
                <a:spcPts val="0"/>
              </a:spcBef>
              <a:buNone/>
              <a:defRPr b="0" i="0" sz="1200" u="none" cap="none" strike="noStrike">
                <a:solidFill>
                  <a:srgbClr val="D0E9ED"/>
                </a:solidFill>
                <a:latin typeface="Constantia"/>
                <a:ea typeface="Constantia"/>
                <a:cs typeface="Constantia"/>
                <a:sym typeface="Constantia"/>
              </a:defRPr>
            </a:lvl8pPr>
            <a:lvl9pPr indent="0" lvl="8" marL="0" marR="0" rtl="0" algn="r">
              <a:spcBef>
                <a:spcPts val="0"/>
              </a:spcBef>
              <a:buNone/>
              <a:defRPr b="0" i="0" sz="1200" u="none" cap="none" strike="noStrike">
                <a:solidFill>
                  <a:srgbClr val="D0E9ED"/>
                </a:solidFill>
                <a:latin typeface="Constantia"/>
                <a:ea typeface="Constantia"/>
                <a:cs typeface="Constantia"/>
                <a:sym typeface="Constantia"/>
              </a:defRPr>
            </a:lvl9pPr>
          </a:lstStyle>
          <a:p>
            <a:pPr indent="0" lvl="0" marL="0" rtl="0" algn="r">
              <a:spcBef>
                <a:spcPts val="0"/>
              </a:spcBef>
              <a:spcAft>
                <a:spcPts val="0"/>
              </a:spcAft>
              <a:buNone/>
            </a:pPr>
            <a:fld id="{00000000-1234-1234-1234-123412341234}" type="slidenum">
              <a:rPr lang="en-US"/>
              <a:t>‹#›</a:t>
            </a:fld>
            <a:endParaRPr/>
          </a:p>
        </p:txBody>
      </p:sp>
      <p:grpSp>
        <p:nvGrpSpPr>
          <p:cNvPr id="17" name="Google Shape;17;p28"/>
          <p:cNvGrpSpPr/>
          <p:nvPr/>
        </p:nvGrpSpPr>
        <p:grpSpPr>
          <a:xfrm>
            <a:off x="-29294" y="-16113"/>
            <a:ext cx="9198255" cy="1086266"/>
            <a:chOff x="-29322" y="-1971"/>
            <a:chExt cx="9198255" cy="1086266"/>
          </a:xfrm>
        </p:grpSpPr>
        <p:sp>
          <p:nvSpPr>
            <p:cNvPr id="18" name="Google Shape;18;p28"/>
            <p:cNvSpPr/>
            <p:nvPr/>
          </p:nvSpPr>
          <p:spPr>
            <a:xfrm rot="-164308">
              <a:off x="-19045" y="216550"/>
              <a:ext cx="9163050" cy="649224"/>
            </a:xfrm>
            <a:custGeom>
              <a:rect b="b" l="l" r="r" t="t"/>
              <a:pathLst>
                <a:path extrusionOk="0" h="1055" w="5772">
                  <a:moveTo>
                    <a:pt x="0" y="966"/>
                  </a:moveTo>
                  <a:cubicBezTo>
                    <a:pt x="282" y="738"/>
                    <a:pt x="923" y="275"/>
                    <a:pt x="1608" y="282"/>
                  </a:cubicBezTo>
                  <a:cubicBezTo>
                    <a:pt x="2293" y="289"/>
                    <a:pt x="3416" y="1055"/>
                    <a:pt x="4110" y="1008"/>
                  </a:cubicBezTo>
                  <a:cubicBezTo>
                    <a:pt x="4804" y="961"/>
                    <a:pt x="5426" y="210"/>
                    <a:pt x="5772" y="0"/>
                  </a:cubicBezTo>
                </a:path>
              </a:pathLst>
            </a:custGeom>
            <a:noFill/>
            <a:ln cap="flat" cmpd="sng" w="10775">
              <a:solidFill>
                <a:srgbClr val="09B6B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onstantia"/>
                <a:ea typeface="Constantia"/>
                <a:cs typeface="Constantia"/>
                <a:sym typeface="Constantia"/>
              </a:endParaRPr>
            </a:p>
          </p:txBody>
        </p:sp>
        <p:sp>
          <p:nvSpPr>
            <p:cNvPr id="19" name="Google Shape;19;p28"/>
            <p:cNvSpPr/>
            <p:nvPr/>
          </p:nvSpPr>
          <p:spPr>
            <a:xfrm rot="-164308">
              <a:off x="-14309" y="290003"/>
              <a:ext cx="9175812" cy="530352"/>
            </a:xfrm>
            <a:custGeom>
              <a:rect b="b" l="l" r="r" t="t"/>
              <a:pathLst>
                <a:path extrusionOk="0" h="854" w="5766">
                  <a:moveTo>
                    <a:pt x="0" y="732"/>
                  </a:moveTo>
                  <a:cubicBezTo>
                    <a:pt x="273" y="647"/>
                    <a:pt x="951" y="214"/>
                    <a:pt x="1638" y="228"/>
                  </a:cubicBezTo>
                  <a:cubicBezTo>
                    <a:pt x="2325" y="242"/>
                    <a:pt x="3434" y="854"/>
                    <a:pt x="4122" y="816"/>
                  </a:cubicBezTo>
                  <a:cubicBezTo>
                    <a:pt x="4810" y="778"/>
                    <a:pt x="5424" y="170"/>
                    <a:pt x="5766" y="0"/>
                  </a:cubicBezTo>
                </a:path>
              </a:pathLst>
            </a:custGeom>
            <a:noFill/>
            <a:ln cap="flat" cmpd="sng" w="9525">
              <a:solidFill>
                <a:schemeClr val="accent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lt1"/>
                </a:solidFill>
                <a:latin typeface="Constantia"/>
                <a:ea typeface="Constantia"/>
                <a:cs typeface="Constantia"/>
                <a:sym typeface="Constantia"/>
              </a:endParaRPr>
            </a:p>
          </p:txBody>
        </p:sp>
      </p:grpSp>
    </p:spTree>
  </p:cSld>
  <p:clrMap accent1="accent1" accent2="accent2" accent3="accent3" accent4="accent4" accent5="accent5" accent6="accent6" bg1="lt1" bg2="dk2" tx1="dk1" tx2="lt2" folHlink="folHlink" hlink="hlink"/>
  <p:sldLayoutIdLst>
    <p:sldLayoutId id="2147483649" r:id="rId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rotWithShape="1">
          <a:blip r:embed="rId1">
            <a:alphaModFix/>
          </a:blip>
          <a:tile algn="tl" flip="none" tx="0" sx="65000" ty="0" sy="65000"/>
        </a:blipFill>
      </p:bgPr>
    </p:bg>
    <p:spTree>
      <p:nvGrpSpPr>
        <p:cNvPr id="26" name="Shape 26"/>
        <p:cNvGrpSpPr/>
        <p:nvPr/>
      </p:nvGrpSpPr>
      <p:grpSpPr>
        <a:xfrm>
          <a:off x="0" y="0"/>
          <a:ext cx="0" cy="0"/>
          <a:chOff x="0" y="0"/>
          <a:chExt cx="0" cy="0"/>
        </a:xfrm>
      </p:grpSpPr>
      <p:sp>
        <p:nvSpPr>
          <p:cNvPr id="27" name="Google Shape;27;p27"/>
          <p:cNvSpPr/>
          <p:nvPr/>
        </p:nvSpPr>
        <p:spPr>
          <a:xfrm>
            <a:off x="-9525" y="-7144"/>
            <a:ext cx="9163050" cy="1041400"/>
          </a:xfrm>
          <a:custGeom>
            <a:rect b="b" l="l" r="r" t="t"/>
            <a:pathLst>
              <a:path extrusionOk="0" h="656" w="5772">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rgbClr val="0079AD">
                  <a:alpha val="44705"/>
                </a:srgbClr>
              </a:gs>
              <a:gs pos="100000">
                <a:srgbClr val="00E9F7">
                  <a:alpha val="54901"/>
                </a:srgbClr>
              </a:gs>
            </a:gsLst>
            <a:lin ang="54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28" name="Google Shape;28;p27"/>
          <p:cNvSpPr/>
          <p:nvPr/>
        </p:nvSpPr>
        <p:spPr>
          <a:xfrm>
            <a:off x="4381500" y="-7144"/>
            <a:ext cx="4762500" cy="638175"/>
          </a:xfrm>
          <a:custGeom>
            <a:rect b="b" l="l" r="r" t="t"/>
            <a:pathLst>
              <a:path extrusionOk="0" h="595" w="3000">
                <a:moveTo>
                  <a:pt x="0" y="0"/>
                </a:moveTo>
                <a:cubicBezTo>
                  <a:pt x="174" y="102"/>
                  <a:pt x="1168" y="533"/>
                  <a:pt x="1668" y="564"/>
                </a:cubicBezTo>
                <a:cubicBezTo>
                  <a:pt x="2168" y="595"/>
                  <a:pt x="2778" y="279"/>
                  <a:pt x="3000" y="186"/>
                </a:cubicBezTo>
                <a:lnTo>
                  <a:pt x="3000" y="6"/>
                </a:lnTo>
                <a:lnTo>
                  <a:pt x="0" y="0"/>
                </a:lnTo>
                <a:close/>
              </a:path>
            </a:pathLst>
          </a:custGeom>
          <a:gradFill>
            <a:gsLst>
              <a:gs pos="0">
                <a:srgbClr val="00ABB4">
                  <a:alpha val="29803"/>
                </a:srgbClr>
              </a:gs>
              <a:gs pos="80000">
                <a:srgbClr val="0099E4">
                  <a:alpha val="44705"/>
                </a:srgbClr>
              </a:gs>
              <a:gs pos="100000">
                <a:srgbClr val="0099E4">
                  <a:alpha val="44705"/>
                </a:srgbClr>
              </a:gs>
            </a:gsLst>
            <a:lin ang="5400000" scaled="0"/>
          </a:gra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29" name="Google Shape;29;p27"/>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lvl1pPr lvl="0" marR="0" rtl="0" algn="l">
              <a:spcBef>
                <a:spcPts val="0"/>
              </a:spcBef>
              <a:spcAft>
                <a:spcPts val="0"/>
              </a:spcAft>
              <a:buClr>
                <a:schemeClr val="dk2"/>
              </a:buClr>
              <a:buSzPts val="5000"/>
              <a:buFont typeface="Calibri"/>
              <a:buNone/>
              <a:defRPr b="0" i="0" sz="5000" u="none" cap="none" strike="noStrike">
                <a:solidFill>
                  <a:schemeClr val="dk2"/>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30" name="Google Shape;30;p27"/>
          <p:cNvSpPr txBox="1"/>
          <p:nvPr>
            <p:ph idx="1" type="body"/>
          </p:nvPr>
        </p:nvSpPr>
        <p:spPr>
          <a:xfrm>
            <a:off x="457200" y="1935480"/>
            <a:ext cx="8229600" cy="4389120"/>
          </a:xfrm>
          <a:prstGeom prst="rect">
            <a:avLst/>
          </a:prstGeom>
          <a:noFill/>
          <a:ln>
            <a:noFill/>
          </a:ln>
        </p:spPr>
        <p:txBody>
          <a:bodyPr anchorCtr="0" anchor="t" bIns="45700" lIns="91425" spcFirstLastPara="1" rIns="91425" wrap="square" tIns="45700">
            <a:normAutofit/>
          </a:bodyPr>
          <a:lstStyle>
            <a:lvl1pPr indent="-385445" lvl="0" marL="457200" marR="0" rtl="0" algn="l">
              <a:spcBef>
                <a:spcPts val="520"/>
              </a:spcBef>
              <a:spcAft>
                <a:spcPts val="0"/>
              </a:spcAft>
              <a:buClr>
                <a:schemeClr val="accent3"/>
              </a:buClr>
              <a:buSzPts val="2470"/>
              <a:buFont typeface="Noto Sans Symbols"/>
              <a:buChar char="⚫"/>
              <a:defRPr b="0" i="0" sz="2600" u="none" cap="none" strike="noStrike">
                <a:solidFill>
                  <a:schemeClr val="dk1"/>
                </a:solidFill>
                <a:latin typeface="Constantia"/>
                <a:ea typeface="Constantia"/>
                <a:cs typeface="Constantia"/>
                <a:sym typeface="Constantia"/>
              </a:defRPr>
            </a:lvl1pPr>
            <a:lvl2pPr indent="-358140" lvl="1" marL="914400" marR="0" rtl="0" algn="l">
              <a:spcBef>
                <a:spcPts val="480"/>
              </a:spcBef>
              <a:spcAft>
                <a:spcPts val="0"/>
              </a:spcAft>
              <a:buClr>
                <a:schemeClr val="accent1"/>
              </a:buClr>
              <a:buSzPts val="2040"/>
              <a:buFont typeface="Noto Sans Symbols"/>
              <a:buChar char="⚫"/>
              <a:defRPr b="0" i="0" sz="2400" u="none" cap="none" strike="noStrike">
                <a:solidFill>
                  <a:schemeClr val="dk1"/>
                </a:solidFill>
                <a:latin typeface="Constantia"/>
                <a:ea typeface="Constantia"/>
                <a:cs typeface="Constantia"/>
                <a:sym typeface="Constantia"/>
              </a:defRPr>
            </a:lvl2pPr>
            <a:lvl3pPr indent="-321944" lvl="2" marL="1371600" marR="0" rtl="0" algn="l">
              <a:spcBef>
                <a:spcPts val="420"/>
              </a:spcBef>
              <a:spcAft>
                <a:spcPts val="0"/>
              </a:spcAft>
              <a:buClr>
                <a:schemeClr val="accent2"/>
              </a:buClr>
              <a:buSzPts val="1470"/>
              <a:buFont typeface="Noto Sans Symbols"/>
              <a:buChar char="⚫"/>
              <a:defRPr b="0" i="0" sz="2100" u="none" cap="none" strike="noStrike">
                <a:solidFill>
                  <a:schemeClr val="dk1"/>
                </a:solidFill>
                <a:latin typeface="Constantia"/>
                <a:ea typeface="Constantia"/>
                <a:cs typeface="Constantia"/>
                <a:sym typeface="Constantia"/>
              </a:defRPr>
            </a:lvl3pPr>
            <a:lvl4pPr indent="-311150" lvl="3" marL="1828800" marR="0" rtl="0" algn="l">
              <a:spcBef>
                <a:spcPts val="400"/>
              </a:spcBef>
              <a:spcAft>
                <a:spcPts val="0"/>
              </a:spcAft>
              <a:buClr>
                <a:schemeClr val="accent3"/>
              </a:buClr>
              <a:buSzPts val="1300"/>
              <a:buFont typeface="Noto Sans Symbols"/>
              <a:buChar char="⚫"/>
              <a:defRPr b="0" i="0" sz="2000" u="none" cap="none" strike="noStrike">
                <a:solidFill>
                  <a:schemeClr val="dk1"/>
                </a:solidFill>
                <a:latin typeface="Constantia"/>
                <a:ea typeface="Constantia"/>
                <a:cs typeface="Constantia"/>
                <a:sym typeface="Constantia"/>
              </a:defRPr>
            </a:lvl4pPr>
            <a:lvl5pPr indent="-311150" lvl="4" marL="2286000" marR="0" rtl="0" algn="l">
              <a:spcBef>
                <a:spcPts val="400"/>
              </a:spcBef>
              <a:spcAft>
                <a:spcPts val="0"/>
              </a:spcAft>
              <a:buClr>
                <a:schemeClr val="accent4"/>
              </a:buClr>
              <a:buSzPts val="1300"/>
              <a:buFont typeface="Noto Sans Symbols"/>
              <a:buChar char="⚫"/>
              <a:defRPr b="0" i="0" sz="2000" u="none" cap="none" strike="noStrike">
                <a:solidFill>
                  <a:schemeClr val="dk1"/>
                </a:solidFill>
                <a:latin typeface="Constantia"/>
                <a:ea typeface="Constantia"/>
                <a:cs typeface="Constantia"/>
                <a:sym typeface="Constantia"/>
              </a:defRPr>
            </a:lvl5pPr>
            <a:lvl6pPr indent="-320039" lvl="5" marL="2743200" marR="0" rtl="0" algn="l">
              <a:spcBef>
                <a:spcPts val="360"/>
              </a:spcBef>
              <a:spcAft>
                <a:spcPts val="0"/>
              </a:spcAft>
              <a:buClr>
                <a:schemeClr val="accent5"/>
              </a:buClr>
              <a:buSzPts val="1440"/>
              <a:buFont typeface="Noto Sans Symbols"/>
              <a:buChar char="⚫"/>
              <a:defRPr b="0" i="0" sz="1800" u="none" cap="none" strike="noStrike">
                <a:solidFill>
                  <a:schemeClr val="dk1"/>
                </a:solidFill>
                <a:latin typeface="Constantia"/>
                <a:ea typeface="Constantia"/>
                <a:cs typeface="Constantia"/>
                <a:sym typeface="Constantia"/>
              </a:defRPr>
            </a:lvl6pPr>
            <a:lvl7pPr indent="-309879" lvl="6" marL="3200400" marR="0" rtl="0" algn="l">
              <a:spcBef>
                <a:spcPts val="320"/>
              </a:spcBef>
              <a:spcAft>
                <a:spcPts val="0"/>
              </a:spcAft>
              <a:buClr>
                <a:schemeClr val="accent6"/>
              </a:buClr>
              <a:buSzPts val="1280"/>
              <a:buFont typeface="Noto Sans Symbols"/>
              <a:buChar char="⚫"/>
              <a:defRPr b="0" i="0" sz="1600" u="none" cap="none" strike="noStrike">
                <a:solidFill>
                  <a:schemeClr val="dk1"/>
                </a:solidFill>
                <a:latin typeface="Constantia"/>
                <a:ea typeface="Constantia"/>
                <a:cs typeface="Constantia"/>
                <a:sym typeface="Constantia"/>
              </a:defRPr>
            </a:lvl7pPr>
            <a:lvl8pPr indent="-330200" lvl="7" marL="3657600" marR="0" rtl="0" algn="l">
              <a:spcBef>
                <a:spcPts val="320"/>
              </a:spcBef>
              <a:spcAft>
                <a:spcPts val="0"/>
              </a:spcAft>
              <a:buClr>
                <a:schemeClr val="dk2"/>
              </a:buClr>
              <a:buSzPts val="1600"/>
              <a:buFont typeface="Constantia"/>
              <a:buChar char="•"/>
              <a:defRPr b="0" i="0" sz="1600" u="none" cap="none" strike="noStrike">
                <a:solidFill>
                  <a:schemeClr val="dk1"/>
                </a:solidFill>
                <a:latin typeface="Constantia"/>
                <a:ea typeface="Constantia"/>
                <a:cs typeface="Constantia"/>
                <a:sym typeface="Constantia"/>
              </a:defRPr>
            </a:lvl8pPr>
            <a:lvl9pPr indent="-317500" lvl="8" marL="4114800" marR="0" rtl="0" algn="l">
              <a:spcBef>
                <a:spcPts val="280"/>
              </a:spcBef>
              <a:spcAft>
                <a:spcPts val="0"/>
              </a:spcAft>
              <a:buClr>
                <a:schemeClr val="dk2"/>
              </a:buClr>
              <a:buSzPts val="1400"/>
              <a:buFont typeface="Constantia"/>
              <a:buChar char="•"/>
              <a:defRPr b="0" i="0" sz="1400" u="none" cap="none" strike="noStrike">
                <a:solidFill>
                  <a:schemeClr val="dk1"/>
                </a:solidFill>
                <a:latin typeface="Constantia"/>
                <a:ea typeface="Constantia"/>
                <a:cs typeface="Constantia"/>
                <a:sym typeface="Constantia"/>
              </a:defRPr>
            </a:lvl9pPr>
          </a:lstStyle>
          <a:p/>
        </p:txBody>
      </p:sp>
      <p:sp>
        <p:nvSpPr>
          <p:cNvPr id="31" name="Google Shape;31;p27"/>
          <p:cNvSpPr txBox="1"/>
          <p:nvPr>
            <p:ph idx="10" type="dt"/>
          </p:nvPr>
        </p:nvSpPr>
        <p:spPr>
          <a:xfrm>
            <a:off x="457200" y="6356350"/>
            <a:ext cx="2133600" cy="365125"/>
          </a:xfrm>
          <a:prstGeom prst="rect">
            <a:avLst/>
          </a:prstGeom>
          <a:noFill/>
          <a:ln>
            <a:noFill/>
          </a:ln>
        </p:spPr>
        <p:txBody>
          <a:bodyPr anchorCtr="0" anchor="b" bIns="0" lIns="0" spcFirstLastPara="1" rIns="0" wrap="square" tIns="0">
            <a:noAutofit/>
          </a:bodyPr>
          <a:lstStyle>
            <a:lvl1pPr lvl="0" marR="0" rtl="0" algn="l">
              <a:spcBef>
                <a:spcPts val="0"/>
              </a:spcBef>
              <a:spcAft>
                <a:spcPts val="0"/>
              </a:spcAft>
              <a:buSzPts val="1400"/>
              <a:buNone/>
              <a:defRPr sz="1200">
                <a:solidFill>
                  <a:srgbClr val="035C75"/>
                </a:solidFill>
                <a:latin typeface="Constantia"/>
                <a:ea typeface="Constantia"/>
                <a:cs typeface="Constantia"/>
                <a:sym typeface="Constantia"/>
              </a:defRPr>
            </a:lvl1pPr>
            <a:lvl2pPr lvl="1" marR="0" rtl="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2pPr>
            <a:lvl3pPr lvl="2" marR="0" rtl="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3pPr>
            <a:lvl4pPr lvl="3" marR="0" rtl="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4pPr>
            <a:lvl5pPr lvl="4" marR="0" rtl="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5pPr>
            <a:lvl6pPr lvl="5" marR="0" rtl="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6pPr>
            <a:lvl7pPr lvl="6" marR="0" rtl="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7pPr>
            <a:lvl8pPr lvl="7" marR="0" rtl="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8pPr>
            <a:lvl9pPr lvl="8" marR="0" rtl="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9pPr>
          </a:lstStyle>
          <a:p/>
        </p:txBody>
      </p:sp>
      <p:sp>
        <p:nvSpPr>
          <p:cNvPr id="32" name="Google Shape;32;p27"/>
          <p:cNvSpPr txBox="1"/>
          <p:nvPr>
            <p:ph idx="11" type="ftr"/>
          </p:nvPr>
        </p:nvSpPr>
        <p:spPr>
          <a:xfrm>
            <a:off x="2667000" y="6356350"/>
            <a:ext cx="3352800" cy="365125"/>
          </a:xfrm>
          <a:prstGeom prst="rect">
            <a:avLst/>
          </a:prstGeom>
          <a:noFill/>
          <a:ln>
            <a:noFill/>
          </a:ln>
        </p:spPr>
        <p:txBody>
          <a:bodyPr anchorCtr="0" anchor="b" bIns="0" lIns="0" spcFirstLastPara="1" rIns="0" wrap="square" tIns="0">
            <a:noAutofit/>
          </a:bodyPr>
          <a:lstStyle>
            <a:lvl1pPr lvl="0" marR="0" rtl="0" algn="l">
              <a:spcBef>
                <a:spcPts val="0"/>
              </a:spcBef>
              <a:spcAft>
                <a:spcPts val="0"/>
              </a:spcAft>
              <a:buSzPts val="1400"/>
              <a:buNone/>
              <a:defRPr sz="1200">
                <a:solidFill>
                  <a:srgbClr val="035C75"/>
                </a:solidFill>
                <a:latin typeface="Constantia"/>
                <a:ea typeface="Constantia"/>
                <a:cs typeface="Constantia"/>
                <a:sym typeface="Constantia"/>
              </a:defRPr>
            </a:lvl1pPr>
            <a:lvl2pPr lvl="1" marR="0" rtl="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2pPr>
            <a:lvl3pPr lvl="2" marR="0" rtl="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3pPr>
            <a:lvl4pPr lvl="3" marR="0" rtl="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4pPr>
            <a:lvl5pPr lvl="4" marR="0" rtl="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5pPr>
            <a:lvl6pPr lvl="5" marR="0" rtl="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6pPr>
            <a:lvl7pPr lvl="6" marR="0" rtl="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7pPr>
            <a:lvl8pPr lvl="7" marR="0" rtl="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8pPr>
            <a:lvl9pPr lvl="8" marR="0" rtl="0" algn="l">
              <a:spcBef>
                <a:spcPts val="0"/>
              </a:spcBef>
              <a:spcAft>
                <a:spcPts val="0"/>
              </a:spcAft>
              <a:buSzPts val="1400"/>
              <a:buNone/>
              <a:defRPr b="0" i="0" sz="1800" u="none" cap="none" strike="noStrike">
                <a:solidFill>
                  <a:schemeClr val="dk1"/>
                </a:solidFill>
                <a:latin typeface="Constantia"/>
                <a:ea typeface="Constantia"/>
                <a:cs typeface="Constantia"/>
                <a:sym typeface="Constantia"/>
              </a:defRPr>
            </a:lvl9pPr>
          </a:lstStyle>
          <a:p/>
        </p:txBody>
      </p:sp>
      <p:sp>
        <p:nvSpPr>
          <p:cNvPr id="33" name="Google Shape;33;p27"/>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lvl1pPr indent="0" lvl="0" marL="0" marR="0" rtl="0" algn="r">
              <a:spcBef>
                <a:spcPts val="0"/>
              </a:spcBef>
              <a:buNone/>
              <a:defRPr b="0" sz="1200" u="none">
                <a:solidFill>
                  <a:srgbClr val="035C75"/>
                </a:solidFill>
                <a:latin typeface="Constantia"/>
                <a:ea typeface="Constantia"/>
                <a:cs typeface="Constantia"/>
                <a:sym typeface="Constantia"/>
              </a:defRPr>
            </a:lvl1pPr>
            <a:lvl2pPr indent="0" lvl="1" marL="0" marR="0" rtl="0" algn="r">
              <a:spcBef>
                <a:spcPts val="0"/>
              </a:spcBef>
              <a:buNone/>
              <a:defRPr b="0" sz="1200" u="none">
                <a:solidFill>
                  <a:srgbClr val="035C75"/>
                </a:solidFill>
                <a:latin typeface="Constantia"/>
                <a:ea typeface="Constantia"/>
                <a:cs typeface="Constantia"/>
                <a:sym typeface="Constantia"/>
              </a:defRPr>
            </a:lvl2pPr>
            <a:lvl3pPr indent="0" lvl="2" marL="0" marR="0" rtl="0" algn="r">
              <a:spcBef>
                <a:spcPts val="0"/>
              </a:spcBef>
              <a:buNone/>
              <a:defRPr b="0" sz="1200" u="none">
                <a:solidFill>
                  <a:srgbClr val="035C75"/>
                </a:solidFill>
                <a:latin typeface="Constantia"/>
                <a:ea typeface="Constantia"/>
                <a:cs typeface="Constantia"/>
                <a:sym typeface="Constantia"/>
              </a:defRPr>
            </a:lvl3pPr>
            <a:lvl4pPr indent="0" lvl="3" marL="0" marR="0" rtl="0" algn="r">
              <a:spcBef>
                <a:spcPts val="0"/>
              </a:spcBef>
              <a:buNone/>
              <a:defRPr b="0" sz="1200" u="none">
                <a:solidFill>
                  <a:srgbClr val="035C75"/>
                </a:solidFill>
                <a:latin typeface="Constantia"/>
                <a:ea typeface="Constantia"/>
                <a:cs typeface="Constantia"/>
                <a:sym typeface="Constantia"/>
              </a:defRPr>
            </a:lvl4pPr>
            <a:lvl5pPr indent="0" lvl="4" marL="0" marR="0" rtl="0" algn="r">
              <a:spcBef>
                <a:spcPts val="0"/>
              </a:spcBef>
              <a:buNone/>
              <a:defRPr b="0" sz="1200" u="none">
                <a:solidFill>
                  <a:srgbClr val="035C75"/>
                </a:solidFill>
                <a:latin typeface="Constantia"/>
                <a:ea typeface="Constantia"/>
                <a:cs typeface="Constantia"/>
                <a:sym typeface="Constantia"/>
              </a:defRPr>
            </a:lvl5pPr>
            <a:lvl6pPr indent="0" lvl="5" marL="0" marR="0" rtl="0" algn="r">
              <a:spcBef>
                <a:spcPts val="0"/>
              </a:spcBef>
              <a:buNone/>
              <a:defRPr b="0" sz="1200" u="none">
                <a:solidFill>
                  <a:srgbClr val="035C75"/>
                </a:solidFill>
                <a:latin typeface="Constantia"/>
                <a:ea typeface="Constantia"/>
                <a:cs typeface="Constantia"/>
                <a:sym typeface="Constantia"/>
              </a:defRPr>
            </a:lvl6pPr>
            <a:lvl7pPr indent="0" lvl="6" marL="0" marR="0" rtl="0" algn="r">
              <a:spcBef>
                <a:spcPts val="0"/>
              </a:spcBef>
              <a:buNone/>
              <a:defRPr b="0" sz="1200" u="none">
                <a:solidFill>
                  <a:srgbClr val="035C75"/>
                </a:solidFill>
                <a:latin typeface="Constantia"/>
                <a:ea typeface="Constantia"/>
                <a:cs typeface="Constantia"/>
                <a:sym typeface="Constantia"/>
              </a:defRPr>
            </a:lvl7pPr>
            <a:lvl8pPr indent="0" lvl="7" marL="0" marR="0" rtl="0" algn="r">
              <a:spcBef>
                <a:spcPts val="0"/>
              </a:spcBef>
              <a:buNone/>
              <a:defRPr b="0" sz="1200" u="none">
                <a:solidFill>
                  <a:srgbClr val="035C75"/>
                </a:solidFill>
                <a:latin typeface="Constantia"/>
                <a:ea typeface="Constantia"/>
                <a:cs typeface="Constantia"/>
                <a:sym typeface="Constantia"/>
              </a:defRPr>
            </a:lvl8pPr>
            <a:lvl9pPr indent="0" lvl="8" marL="0" marR="0" rtl="0" algn="r">
              <a:spcBef>
                <a:spcPts val="0"/>
              </a:spcBef>
              <a:buNone/>
              <a:defRPr b="0" sz="1200" u="none">
                <a:solidFill>
                  <a:srgbClr val="035C75"/>
                </a:solidFill>
                <a:latin typeface="Constantia"/>
                <a:ea typeface="Constantia"/>
                <a:cs typeface="Constantia"/>
                <a:sym typeface="Constantia"/>
              </a:defRPr>
            </a:lvl9pPr>
          </a:lstStyle>
          <a:p>
            <a:pPr indent="0" lvl="0" marL="0" rtl="0" algn="r">
              <a:spcBef>
                <a:spcPts val="0"/>
              </a:spcBef>
              <a:spcAft>
                <a:spcPts val="0"/>
              </a:spcAft>
              <a:buNone/>
            </a:pPr>
            <a:fld id="{00000000-1234-1234-1234-123412341234}" type="slidenum">
              <a:rPr lang="en-US"/>
              <a:t>‹#›</a:t>
            </a:fld>
            <a:endParaRPr/>
          </a:p>
        </p:txBody>
      </p:sp>
      <p:grpSp>
        <p:nvGrpSpPr>
          <p:cNvPr id="34" name="Google Shape;34;p27"/>
          <p:cNvGrpSpPr/>
          <p:nvPr/>
        </p:nvGrpSpPr>
        <p:grpSpPr>
          <a:xfrm>
            <a:off x="-29294" y="-16113"/>
            <a:ext cx="9198255" cy="1086266"/>
            <a:chOff x="-29322" y="-1971"/>
            <a:chExt cx="9198255" cy="1086266"/>
          </a:xfrm>
        </p:grpSpPr>
        <p:sp>
          <p:nvSpPr>
            <p:cNvPr id="35" name="Google Shape;35;p27"/>
            <p:cNvSpPr/>
            <p:nvPr/>
          </p:nvSpPr>
          <p:spPr>
            <a:xfrm rot="-164308">
              <a:off x="-19045" y="216550"/>
              <a:ext cx="9163050" cy="649224"/>
            </a:xfrm>
            <a:custGeom>
              <a:rect b="b" l="l" r="r" t="t"/>
              <a:pathLst>
                <a:path extrusionOk="0" h="1055" w="5772">
                  <a:moveTo>
                    <a:pt x="0" y="966"/>
                  </a:moveTo>
                  <a:cubicBezTo>
                    <a:pt x="282" y="738"/>
                    <a:pt x="923" y="275"/>
                    <a:pt x="1608" y="282"/>
                  </a:cubicBezTo>
                  <a:cubicBezTo>
                    <a:pt x="2293" y="289"/>
                    <a:pt x="3416" y="1055"/>
                    <a:pt x="4110" y="1008"/>
                  </a:cubicBezTo>
                  <a:cubicBezTo>
                    <a:pt x="4804" y="961"/>
                    <a:pt x="5426" y="210"/>
                    <a:pt x="5772" y="0"/>
                  </a:cubicBezTo>
                </a:path>
              </a:pathLst>
            </a:custGeom>
            <a:noFill/>
            <a:ln cap="flat" cmpd="sng" w="10775">
              <a:solidFill>
                <a:srgbClr val="09B6BE"/>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sp>
          <p:nvSpPr>
            <p:cNvPr id="36" name="Google Shape;36;p27"/>
            <p:cNvSpPr/>
            <p:nvPr/>
          </p:nvSpPr>
          <p:spPr>
            <a:xfrm rot="-164308">
              <a:off x="-14309" y="290003"/>
              <a:ext cx="9175812" cy="530352"/>
            </a:xfrm>
            <a:custGeom>
              <a:rect b="b" l="l" r="r" t="t"/>
              <a:pathLst>
                <a:path extrusionOk="0" h="854" w="5766">
                  <a:moveTo>
                    <a:pt x="0" y="732"/>
                  </a:moveTo>
                  <a:cubicBezTo>
                    <a:pt x="273" y="647"/>
                    <a:pt x="951" y="214"/>
                    <a:pt x="1638" y="228"/>
                  </a:cubicBezTo>
                  <a:cubicBezTo>
                    <a:pt x="2325" y="242"/>
                    <a:pt x="3434" y="854"/>
                    <a:pt x="4122" y="816"/>
                  </a:cubicBezTo>
                  <a:cubicBezTo>
                    <a:pt x="4810" y="778"/>
                    <a:pt x="5424" y="170"/>
                    <a:pt x="5766" y="0"/>
                  </a:cubicBezTo>
                </a:path>
              </a:pathLst>
            </a:custGeom>
            <a:noFill/>
            <a:ln cap="flat" cmpd="sng" w="9525">
              <a:solidFill>
                <a:schemeClr val="accent4"/>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onstantia"/>
                <a:ea typeface="Constantia"/>
                <a:cs typeface="Constantia"/>
                <a:sym typeface="Constantia"/>
              </a:endParaRPr>
            </a:p>
          </p:txBody>
        </p:sp>
      </p:grpSp>
    </p:spTree>
  </p:cSld>
  <p:clrMap accent1="accent1" accent2="accent2" accent3="accent3" accent4="accent4" accent5="accent5" accent6="accent6" bg1="lt1" bg2="dk2" tx1="dk1" tx2="lt2" folHlink="folHlink" hlink="hlink"/>
  <p:sldLayoutIdLst>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 id="2147483661" r:id="rId1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hyperlink" Target="mailto:namnv@tlu.edu.vn"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10.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5.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9.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1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1"/>
          <p:cNvSpPr txBox="1"/>
          <p:nvPr>
            <p:ph type="ctrTitle"/>
          </p:nvPr>
        </p:nvSpPr>
        <p:spPr>
          <a:xfrm>
            <a:off x="533400" y="1371600"/>
            <a:ext cx="7851648" cy="1828800"/>
          </a:xfrm>
          <a:prstGeom prst="rect">
            <a:avLst/>
          </a:prstGeom>
          <a:noFill/>
          <a:ln>
            <a:noFill/>
          </a:ln>
        </p:spPr>
        <p:txBody>
          <a:bodyPr anchorCtr="0" anchor="b" bIns="0" lIns="0" spcFirstLastPara="1" rIns="18275" wrap="square" tIns="0">
            <a:normAutofit/>
          </a:bodyPr>
          <a:lstStyle/>
          <a:p>
            <a:pPr indent="0" lvl="0" marL="0" rtl="0" algn="r">
              <a:spcBef>
                <a:spcPts val="0"/>
              </a:spcBef>
              <a:spcAft>
                <a:spcPts val="0"/>
              </a:spcAft>
              <a:buClr>
                <a:srgbClr val="4CE0EA"/>
              </a:buClr>
              <a:buSzPts val="5600"/>
              <a:buFont typeface="Calibri"/>
              <a:buNone/>
            </a:pPr>
            <a:r>
              <a:rPr lang="en-US"/>
              <a:t>Phân tích Thiết kế HTTT</a:t>
            </a:r>
            <a:endParaRPr/>
          </a:p>
        </p:txBody>
      </p:sp>
      <p:sp>
        <p:nvSpPr>
          <p:cNvPr id="115" name="Google Shape;115;p1"/>
          <p:cNvSpPr txBox="1"/>
          <p:nvPr>
            <p:ph idx="1" type="subTitle"/>
          </p:nvPr>
        </p:nvSpPr>
        <p:spPr>
          <a:xfrm>
            <a:off x="533400" y="4191000"/>
            <a:ext cx="7854696" cy="1905000"/>
          </a:xfrm>
          <a:prstGeom prst="rect">
            <a:avLst/>
          </a:prstGeom>
          <a:noFill/>
          <a:ln>
            <a:noFill/>
          </a:ln>
        </p:spPr>
        <p:txBody>
          <a:bodyPr anchorCtr="0" anchor="t" bIns="45700" lIns="0" spcFirstLastPara="1" rIns="18275" wrap="square" tIns="45700">
            <a:normAutofit/>
          </a:bodyPr>
          <a:lstStyle/>
          <a:p>
            <a:pPr indent="0" lvl="0" marL="0" marR="45720" rtl="0" algn="r">
              <a:spcBef>
                <a:spcPts val="0"/>
              </a:spcBef>
              <a:spcAft>
                <a:spcPts val="0"/>
              </a:spcAft>
              <a:buSzPts val="2470"/>
              <a:buNone/>
            </a:pPr>
            <a:r>
              <a:rPr lang="en-US"/>
              <a:t>Ths. Nguyễn Văn Nam</a:t>
            </a:r>
            <a:endParaRPr/>
          </a:p>
          <a:p>
            <a:pPr indent="0" lvl="0" marL="0" marR="45720" rtl="0" algn="r">
              <a:spcBef>
                <a:spcPts val="520"/>
              </a:spcBef>
              <a:spcAft>
                <a:spcPts val="0"/>
              </a:spcAft>
              <a:buSzPts val="2470"/>
              <a:buNone/>
            </a:pPr>
            <a:r>
              <a:rPr lang="en-US"/>
              <a:t>Email: </a:t>
            </a:r>
            <a:r>
              <a:rPr lang="en-US" u="sng">
                <a:solidFill>
                  <a:schemeClr val="hlink"/>
                </a:solidFill>
                <a:hlinkClick r:id="rId3"/>
              </a:rPr>
              <a:t>namnv@tlu.edu.vn</a:t>
            </a:r>
            <a:endParaRPr/>
          </a:p>
          <a:p>
            <a:pPr indent="0" lvl="0" marL="0" marR="45720" rtl="0" algn="r">
              <a:spcBef>
                <a:spcPts val="520"/>
              </a:spcBef>
              <a:spcAft>
                <a:spcPts val="0"/>
              </a:spcAft>
              <a:buSzPts val="2470"/>
              <a:buNone/>
            </a:pPr>
            <a:r>
              <a:rPr lang="en-US"/>
              <a:t>Website: namvannguyen.blogspot.com</a:t>
            </a:r>
            <a:endParaRPr/>
          </a:p>
          <a:p>
            <a:pPr indent="0" lvl="0" marL="0" marR="45720" rtl="0" algn="r">
              <a:spcBef>
                <a:spcPts val="520"/>
              </a:spcBef>
              <a:spcAft>
                <a:spcPts val="0"/>
              </a:spcAft>
              <a:buSzPts val="2470"/>
              <a:buNone/>
            </a:pPr>
            <a:r>
              <a:t/>
            </a:r>
            <a:endParaRPr/>
          </a:p>
        </p:txBody>
      </p:sp>
      <p:sp>
        <p:nvSpPr>
          <p:cNvPr id="116" name="Google Shape;116;p1"/>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sp>
        <p:nvSpPr>
          <p:cNvPr id="117" name="Google Shape;117;p1"/>
          <p:cNvSpPr txBox="1"/>
          <p:nvPr/>
        </p:nvSpPr>
        <p:spPr>
          <a:xfrm>
            <a:off x="609600" y="3200400"/>
            <a:ext cx="7854696" cy="914400"/>
          </a:xfrm>
          <a:prstGeom prst="rect">
            <a:avLst/>
          </a:prstGeom>
          <a:noFill/>
          <a:ln>
            <a:noFill/>
          </a:ln>
        </p:spPr>
        <p:txBody>
          <a:bodyPr anchorCtr="0" anchor="t" bIns="45700" lIns="0" spcFirstLastPara="1" rIns="18275" wrap="square" tIns="45700">
            <a:normAutofit/>
          </a:bodyPr>
          <a:lstStyle/>
          <a:p>
            <a:pPr indent="0" lvl="0" marL="0" marR="45720" rtl="0" algn="r">
              <a:lnSpc>
                <a:spcPct val="100000"/>
              </a:lnSpc>
              <a:spcBef>
                <a:spcPts val="0"/>
              </a:spcBef>
              <a:spcAft>
                <a:spcPts val="0"/>
              </a:spcAft>
              <a:buClr>
                <a:schemeClr val="accent3"/>
              </a:buClr>
              <a:buSzPts val="3040"/>
              <a:buFont typeface="Noto Sans Symbols"/>
              <a:buNone/>
            </a:pPr>
            <a:r>
              <a:rPr b="0" i="0" lang="en-US" sz="3200" u="none" cap="none" strike="noStrike">
                <a:solidFill>
                  <a:schemeClr val="lt1"/>
                </a:solidFill>
                <a:latin typeface="Constantia"/>
                <a:ea typeface="Constantia"/>
                <a:cs typeface="Constantia"/>
                <a:sym typeface="Constantia"/>
              </a:rPr>
              <a:t>UML</a:t>
            </a:r>
            <a:endParaRPr b="0" i="0" sz="3200" u="none" cap="none" strike="noStrike">
              <a:solidFill>
                <a:schemeClr val="lt1"/>
              </a:solidFill>
              <a:latin typeface="Constantia"/>
              <a:ea typeface="Constantia"/>
              <a:cs typeface="Constantia"/>
              <a:sym typeface="Constantia"/>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2"/>
          <p:cNvSpPr/>
          <p:nvPr/>
        </p:nvSpPr>
        <p:spPr>
          <a:xfrm>
            <a:off x="381000" y="2133600"/>
            <a:ext cx="8305800" cy="2438400"/>
          </a:xfrm>
          <a:prstGeom prst="rect">
            <a:avLst/>
          </a:prstGeom>
          <a:solidFill>
            <a:srgbClr val="F2F2F2"/>
          </a:solidFill>
          <a:ln cap="flat" cmpd="sng" w="25400">
            <a:solidFill>
              <a:srgbClr val="0A519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onstantia"/>
              <a:ea typeface="Constantia"/>
              <a:cs typeface="Constantia"/>
              <a:sym typeface="Constantia"/>
            </a:endParaRPr>
          </a:p>
        </p:txBody>
      </p:sp>
      <p:sp>
        <p:nvSpPr>
          <p:cNvPr id="124" name="Google Shape;124;p2"/>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5000"/>
              <a:buFont typeface="Calibri"/>
              <a:buNone/>
            </a:pPr>
            <a:r>
              <a:rPr lang="en-US"/>
              <a:t>Nội dung</a:t>
            </a:r>
            <a:endParaRPr/>
          </a:p>
        </p:txBody>
      </p:sp>
      <p:sp>
        <p:nvSpPr>
          <p:cNvPr id="125" name="Google Shape;125;p2"/>
          <p:cNvSpPr txBox="1"/>
          <p:nvPr>
            <p:ph idx="1" type="body"/>
          </p:nvPr>
        </p:nvSpPr>
        <p:spPr>
          <a:xfrm>
            <a:off x="457200" y="2133600"/>
            <a:ext cx="8229600" cy="419100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470"/>
              <a:buChar char="⚫"/>
            </a:pPr>
            <a:r>
              <a:rPr lang="en-US"/>
              <a:t>UML - Overview</a:t>
            </a:r>
            <a:endParaRPr/>
          </a:p>
          <a:p>
            <a:pPr indent="-274320" lvl="0" marL="274320" rtl="0" algn="l">
              <a:spcBef>
                <a:spcPts val="520"/>
              </a:spcBef>
              <a:spcAft>
                <a:spcPts val="0"/>
              </a:spcAft>
              <a:buSzPts val="2470"/>
              <a:buChar char="⚫"/>
            </a:pPr>
            <a:r>
              <a:rPr lang="en-US"/>
              <a:t>UML – Khôi xây dựng (</a:t>
            </a:r>
            <a:r>
              <a:rPr lang="en-US"/>
              <a:t>Building</a:t>
            </a:r>
            <a:r>
              <a:rPr lang="en-US"/>
              <a:t> Block)</a:t>
            </a:r>
            <a:endParaRPr/>
          </a:p>
          <a:p>
            <a:pPr indent="-274320" lvl="0" marL="274320" rtl="0" algn="l">
              <a:spcBef>
                <a:spcPts val="520"/>
              </a:spcBef>
              <a:spcAft>
                <a:spcPts val="0"/>
              </a:spcAft>
              <a:buSzPts val="2470"/>
              <a:buChar char="⚫"/>
            </a:pPr>
            <a:r>
              <a:rPr lang="en-US"/>
              <a:t>UML – Kiến trúc (Architecture)</a:t>
            </a:r>
            <a:endParaRPr/>
          </a:p>
          <a:p>
            <a:pPr indent="-274320" lvl="0" marL="274320" rtl="0" algn="l">
              <a:spcBef>
                <a:spcPts val="520"/>
              </a:spcBef>
              <a:spcAft>
                <a:spcPts val="0"/>
              </a:spcAft>
              <a:buSzPts val="2470"/>
              <a:buChar char="⚫"/>
            </a:pPr>
            <a:r>
              <a:rPr lang="en-US"/>
              <a:t>UML – Các loại mô hình hóa (Modeling Types)</a:t>
            </a:r>
            <a:endParaRPr/>
          </a:p>
          <a:p>
            <a:pPr indent="-274320" lvl="0" marL="274320" rtl="0" algn="l">
              <a:spcBef>
                <a:spcPts val="520"/>
              </a:spcBef>
              <a:spcAft>
                <a:spcPts val="0"/>
              </a:spcAft>
              <a:buSzPts val="2470"/>
              <a:buChar char="⚫"/>
            </a:pPr>
            <a:r>
              <a:rPr lang="en-US"/>
              <a:t>UML – Các ký hiệu căn bản (Basic Notations)</a:t>
            </a:r>
            <a:endParaRPr/>
          </a:p>
          <a:p>
            <a:pPr indent="-274320" lvl="0" marL="274320" rtl="0" algn="l">
              <a:spcBef>
                <a:spcPts val="520"/>
              </a:spcBef>
              <a:spcAft>
                <a:spcPts val="0"/>
              </a:spcAft>
              <a:buSzPts val="2470"/>
              <a:buChar char="⚫"/>
            </a:pPr>
            <a:r>
              <a:rPr lang="en-US"/>
              <a:t>UML – Các biểu đồ chuẩn (Standard Diagrams)</a:t>
            </a:r>
            <a:endParaRPr/>
          </a:p>
          <a:p>
            <a:pPr indent="-274320" lvl="0" marL="274320" rtl="0" algn="l">
              <a:spcBef>
                <a:spcPts val="520"/>
              </a:spcBef>
              <a:spcAft>
                <a:spcPts val="0"/>
              </a:spcAft>
              <a:buSzPts val="2470"/>
              <a:buChar char="⚫"/>
            </a:pPr>
            <a:r>
              <a:rPr lang="en-US"/>
              <a:t>UML – Biểu đồ lớp (Class Diagram)</a:t>
            </a:r>
            <a:endParaRPr/>
          </a:p>
          <a:p>
            <a:pPr indent="-274320" lvl="0" marL="274320" rtl="0" algn="l">
              <a:spcBef>
                <a:spcPts val="520"/>
              </a:spcBef>
              <a:spcAft>
                <a:spcPts val="0"/>
              </a:spcAft>
              <a:buSzPts val="2470"/>
              <a:buChar char="⚫"/>
            </a:pPr>
            <a:r>
              <a:rPr lang="en-US"/>
              <a:t>UML – Biểu đồ đối tượng (Object Diagram)</a:t>
            </a:r>
            <a:endParaRPr/>
          </a:p>
          <a:p>
            <a:pPr indent="-117475" lvl="0" marL="274320" rtl="0" algn="l">
              <a:spcBef>
                <a:spcPts val="520"/>
              </a:spcBef>
              <a:spcAft>
                <a:spcPts val="0"/>
              </a:spcAft>
              <a:buSzPts val="2470"/>
              <a:buNone/>
            </a:pPr>
            <a:r>
              <a:t/>
            </a:r>
            <a:endParaRPr/>
          </a:p>
          <a:p>
            <a:pPr indent="-117475" lvl="0" marL="274320" rtl="0" algn="l">
              <a:spcBef>
                <a:spcPts val="520"/>
              </a:spcBef>
              <a:spcAft>
                <a:spcPts val="0"/>
              </a:spcAft>
              <a:buSzPts val="2470"/>
              <a:buNone/>
            </a:pPr>
            <a:r>
              <a:t/>
            </a:r>
            <a:endParaRPr/>
          </a:p>
          <a:p>
            <a:pPr indent="-117475" lvl="0" marL="274320" rtl="0" algn="l">
              <a:spcBef>
                <a:spcPts val="520"/>
              </a:spcBef>
              <a:spcAft>
                <a:spcPts val="0"/>
              </a:spcAft>
              <a:buSzPts val="2470"/>
              <a:buNone/>
            </a:pPr>
            <a:r>
              <a:t/>
            </a:r>
            <a:endParaRPr/>
          </a:p>
        </p:txBody>
      </p:sp>
      <p:sp>
        <p:nvSpPr>
          <p:cNvPr id="126" name="Google Shape;126;p2"/>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3"/>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5000"/>
              <a:buFont typeface="Calibri"/>
              <a:buNone/>
            </a:pPr>
            <a:r>
              <a:rPr lang="en-US"/>
              <a:t>UML – Các biểu đồ chuẩn</a:t>
            </a:r>
            <a:endParaRPr/>
          </a:p>
        </p:txBody>
      </p:sp>
      <p:sp>
        <p:nvSpPr>
          <p:cNvPr id="132" name="Google Shape;132;p3"/>
          <p:cNvSpPr txBox="1"/>
          <p:nvPr>
            <p:ph idx="1" type="body"/>
          </p:nvPr>
        </p:nvSpPr>
        <p:spPr>
          <a:xfrm>
            <a:off x="457200" y="1935480"/>
            <a:ext cx="8229600" cy="4389120"/>
          </a:xfrm>
          <a:prstGeom prst="rect">
            <a:avLst/>
          </a:prstGeom>
          <a:noFill/>
          <a:ln>
            <a:noFill/>
          </a:ln>
        </p:spPr>
        <p:txBody>
          <a:bodyPr anchorCtr="0" anchor="t" bIns="45700" lIns="91425" spcFirstLastPara="1" rIns="91425" wrap="square" tIns="45700">
            <a:normAutofit/>
          </a:bodyPr>
          <a:lstStyle/>
          <a:p>
            <a:pPr indent="-274320" lvl="0" marL="274320" rtl="0" algn="l">
              <a:lnSpc>
                <a:spcPct val="90000"/>
              </a:lnSpc>
              <a:spcBef>
                <a:spcPts val="0"/>
              </a:spcBef>
              <a:spcAft>
                <a:spcPts val="0"/>
              </a:spcAft>
              <a:buSzPts val="2285"/>
              <a:buChar char="⚫"/>
            </a:pPr>
            <a:r>
              <a:rPr lang="en-US" sz="2405"/>
              <a:t>Structural Diagrams</a:t>
            </a:r>
            <a:endParaRPr/>
          </a:p>
          <a:p>
            <a:pPr indent="-246888" lvl="1" marL="640080" rtl="0" algn="l">
              <a:lnSpc>
                <a:spcPct val="90000"/>
              </a:lnSpc>
              <a:spcBef>
                <a:spcPts val="444"/>
              </a:spcBef>
              <a:spcAft>
                <a:spcPts val="0"/>
              </a:spcAft>
              <a:buSzPts val="1887"/>
              <a:buChar char="⚫"/>
            </a:pPr>
            <a:r>
              <a:rPr lang="en-US" sz="2220"/>
              <a:t>Class Diagram</a:t>
            </a:r>
            <a:endParaRPr/>
          </a:p>
          <a:p>
            <a:pPr indent="-246888" lvl="1" marL="640080" rtl="0" algn="l">
              <a:lnSpc>
                <a:spcPct val="90000"/>
              </a:lnSpc>
              <a:spcBef>
                <a:spcPts val="444"/>
              </a:spcBef>
              <a:spcAft>
                <a:spcPts val="0"/>
              </a:spcAft>
              <a:buSzPts val="1887"/>
              <a:buChar char="⚫"/>
            </a:pPr>
            <a:r>
              <a:rPr lang="en-US" sz="2220"/>
              <a:t>Object Diagram</a:t>
            </a:r>
            <a:endParaRPr/>
          </a:p>
          <a:p>
            <a:pPr indent="-246888" lvl="1" marL="640080" rtl="0" algn="l">
              <a:lnSpc>
                <a:spcPct val="90000"/>
              </a:lnSpc>
              <a:spcBef>
                <a:spcPts val="444"/>
              </a:spcBef>
              <a:spcAft>
                <a:spcPts val="0"/>
              </a:spcAft>
              <a:buSzPts val="1887"/>
              <a:buChar char="⚫"/>
            </a:pPr>
            <a:r>
              <a:rPr lang="en-US" sz="2220"/>
              <a:t>Component Diagram</a:t>
            </a:r>
            <a:endParaRPr/>
          </a:p>
          <a:p>
            <a:pPr indent="-246888" lvl="1" marL="640080" rtl="0" algn="l">
              <a:lnSpc>
                <a:spcPct val="90000"/>
              </a:lnSpc>
              <a:spcBef>
                <a:spcPts val="444"/>
              </a:spcBef>
              <a:spcAft>
                <a:spcPts val="0"/>
              </a:spcAft>
              <a:buSzPts val="1887"/>
              <a:buChar char="⚫"/>
            </a:pPr>
            <a:r>
              <a:rPr lang="en-US" sz="2220"/>
              <a:t>Deployment Diagram</a:t>
            </a:r>
            <a:endParaRPr/>
          </a:p>
          <a:p>
            <a:pPr indent="-274320" lvl="0" marL="274320" rtl="0" algn="l">
              <a:lnSpc>
                <a:spcPct val="90000"/>
              </a:lnSpc>
              <a:spcBef>
                <a:spcPts val="481"/>
              </a:spcBef>
              <a:spcAft>
                <a:spcPts val="0"/>
              </a:spcAft>
              <a:buSzPts val="2285"/>
              <a:buChar char="⚫"/>
            </a:pPr>
            <a:r>
              <a:rPr lang="en-US" sz="2405"/>
              <a:t>Behavioral Diagrams</a:t>
            </a:r>
            <a:endParaRPr/>
          </a:p>
          <a:p>
            <a:pPr indent="-246888" lvl="1" marL="640080" rtl="0" algn="l">
              <a:lnSpc>
                <a:spcPct val="90000"/>
              </a:lnSpc>
              <a:spcBef>
                <a:spcPts val="444"/>
              </a:spcBef>
              <a:spcAft>
                <a:spcPts val="0"/>
              </a:spcAft>
              <a:buSzPts val="1887"/>
              <a:buChar char="⚫"/>
            </a:pPr>
            <a:r>
              <a:rPr lang="en-US" sz="2220"/>
              <a:t>Use case Diagram</a:t>
            </a:r>
            <a:endParaRPr/>
          </a:p>
          <a:p>
            <a:pPr indent="-246888" lvl="1" marL="640080" rtl="0" algn="l">
              <a:lnSpc>
                <a:spcPct val="90000"/>
              </a:lnSpc>
              <a:spcBef>
                <a:spcPts val="444"/>
              </a:spcBef>
              <a:spcAft>
                <a:spcPts val="0"/>
              </a:spcAft>
              <a:buSzPts val="1887"/>
              <a:buChar char="⚫"/>
            </a:pPr>
            <a:r>
              <a:rPr lang="en-US" sz="2220"/>
              <a:t>Sequence Diagram</a:t>
            </a:r>
            <a:endParaRPr/>
          </a:p>
          <a:p>
            <a:pPr indent="-246888" lvl="1" marL="640080" rtl="0" algn="l">
              <a:lnSpc>
                <a:spcPct val="90000"/>
              </a:lnSpc>
              <a:spcBef>
                <a:spcPts val="444"/>
              </a:spcBef>
              <a:spcAft>
                <a:spcPts val="0"/>
              </a:spcAft>
              <a:buSzPts val="1887"/>
              <a:buChar char="⚫"/>
            </a:pPr>
            <a:r>
              <a:rPr lang="en-US" sz="2220"/>
              <a:t>Collaboration Diagram</a:t>
            </a:r>
            <a:endParaRPr/>
          </a:p>
          <a:p>
            <a:pPr indent="-246888" lvl="1" marL="640080" rtl="0" algn="l">
              <a:lnSpc>
                <a:spcPct val="90000"/>
              </a:lnSpc>
              <a:spcBef>
                <a:spcPts val="444"/>
              </a:spcBef>
              <a:spcAft>
                <a:spcPts val="0"/>
              </a:spcAft>
              <a:buSzPts val="1887"/>
              <a:buChar char="⚫"/>
            </a:pPr>
            <a:r>
              <a:rPr lang="en-US" sz="2220"/>
              <a:t>Statechart Diagram</a:t>
            </a:r>
            <a:endParaRPr/>
          </a:p>
          <a:p>
            <a:pPr indent="-246888" lvl="1" marL="640080" rtl="0" algn="l">
              <a:lnSpc>
                <a:spcPct val="90000"/>
              </a:lnSpc>
              <a:spcBef>
                <a:spcPts val="444"/>
              </a:spcBef>
              <a:spcAft>
                <a:spcPts val="0"/>
              </a:spcAft>
              <a:buSzPts val="1887"/>
              <a:buChar char="⚫"/>
            </a:pPr>
            <a:r>
              <a:rPr lang="en-US" sz="2220"/>
              <a:t>Activity Diagram</a:t>
            </a:r>
            <a:endParaRPr/>
          </a:p>
        </p:txBody>
      </p:sp>
      <p:sp>
        <p:nvSpPr>
          <p:cNvPr id="133" name="Google Shape;133;p3"/>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4"/>
          <p:cNvSpPr txBox="1"/>
          <p:nvPr>
            <p:ph type="title"/>
          </p:nvPr>
        </p:nvSpPr>
        <p:spPr>
          <a:xfrm>
            <a:off x="457200" y="533400"/>
            <a:ext cx="8229600" cy="914400"/>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5000"/>
              <a:buFont typeface="Calibri"/>
              <a:buNone/>
            </a:pPr>
            <a:r>
              <a:rPr lang="en-US"/>
              <a:t>Structural Diagram</a:t>
            </a:r>
            <a:endParaRPr/>
          </a:p>
        </p:txBody>
      </p:sp>
      <p:sp>
        <p:nvSpPr>
          <p:cNvPr id="139" name="Google Shape;139;p4"/>
          <p:cNvSpPr txBox="1"/>
          <p:nvPr>
            <p:ph idx="1" type="body"/>
          </p:nvPr>
        </p:nvSpPr>
        <p:spPr>
          <a:xfrm>
            <a:off x="228600" y="1935480"/>
            <a:ext cx="8458200" cy="438912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470"/>
              <a:buChar char="⚫"/>
            </a:pPr>
            <a:r>
              <a:rPr lang="en-US"/>
              <a:t>Class Diagram:</a:t>
            </a:r>
            <a:endParaRPr/>
          </a:p>
          <a:p>
            <a:pPr indent="-246888" lvl="1" marL="640080" rtl="0" algn="l">
              <a:spcBef>
                <a:spcPts val="480"/>
              </a:spcBef>
              <a:spcAft>
                <a:spcPts val="0"/>
              </a:spcAft>
              <a:buSzPts val="2040"/>
              <a:buChar char="⚫"/>
            </a:pPr>
            <a:r>
              <a:rPr lang="en-US"/>
              <a:t>Hình ảnh tĩnh của ứng dụng</a:t>
            </a:r>
            <a:endParaRPr/>
          </a:p>
          <a:p>
            <a:pPr indent="-246888" lvl="1" marL="640080" rtl="0" algn="l">
              <a:spcBef>
                <a:spcPts val="480"/>
              </a:spcBef>
              <a:spcAft>
                <a:spcPts val="0"/>
              </a:spcAft>
              <a:buSzPts val="2040"/>
              <a:buChar char="⚫"/>
            </a:pPr>
            <a:r>
              <a:rPr lang="en-US"/>
              <a:t>Ngoài việc mô tả, hình ảnh </a:t>
            </a:r>
            <a:endParaRPr/>
          </a:p>
          <a:p>
            <a:pPr indent="-246888" lvl="1" marL="640080" rtl="0" algn="l">
              <a:spcBef>
                <a:spcPts val="480"/>
              </a:spcBef>
              <a:spcAft>
                <a:spcPts val="0"/>
              </a:spcAft>
              <a:buSzPts val="2040"/>
              <a:buNone/>
            </a:pPr>
            <a:r>
              <a:rPr lang="en-US"/>
              <a:t>hóa và văn bản hóa các khía </a:t>
            </a:r>
            <a:endParaRPr/>
          </a:p>
          <a:p>
            <a:pPr indent="-246888" lvl="1" marL="640080" rtl="0" algn="l">
              <a:spcBef>
                <a:spcPts val="480"/>
              </a:spcBef>
              <a:spcAft>
                <a:spcPts val="0"/>
              </a:spcAft>
              <a:buSzPts val="2040"/>
              <a:buNone/>
            </a:pPr>
            <a:r>
              <a:rPr lang="en-US"/>
              <a:t>cạnh của một hệ thống, Class</a:t>
            </a:r>
            <a:endParaRPr/>
          </a:p>
          <a:p>
            <a:pPr indent="-246888" lvl="1" marL="640080" rtl="0" algn="l">
              <a:spcBef>
                <a:spcPts val="480"/>
              </a:spcBef>
              <a:spcAft>
                <a:spcPts val="0"/>
              </a:spcAft>
              <a:buSzPts val="2040"/>
              <a:buNone/>
            </a:pPr>
            <a:r>
              <a:rPr lang="en-US"/>
              <a:t>Diagram còn xây dựng các code</a:t>
            </a:r>
            <a:endParaRPr/>
          </a:p>
          <a:p>
            <a:pPr indent="-246888" lvl="1" marL="640080" rtl="0" algn="l">
              <a:spcBef>
                <a:spcPts val="480"/>
              </a:spcBef>
              <a:spcAft>
                <a:spcPts val="0"/>
              </a:spcAft>
              <a:buSzPts val="2040"/>
              <a:buNone/>
            </a:pPr>
            <a:r>
              <a:rPr lang="en-US"/>
              <a:t>thực thi của ứng dụng phần </a:t>
            </a:r>
            <a:endParaRPr/>
          </a:p>
          <a:p>
            <a:pPr indent="-246888" lvl="1" marL="640080" rtl="0" algn="l">
              <a:spcBef>
                <a:spcPts val="480"/>
              </a:spcBef>
              <a:spcAft>
                <a:spcPts val="0"/>
              </a:spcAft>
              <a:buSzPts val="2040"/>
              <a:buNone/>
            </a:pPr>
            <a:r>
              <a:rPr lang="en-US"/>
              <a:t>mềm.</a:t>
            </a:r>
            <a:endParaRPr/>
          </a:p>
          <a:p>
            <a:pPr indent="-246888" lvl="1" marL="640080" rtl="0" algn="l">
              <a:spcBef>
                <a:spcPts val="480"/>
              </a:spcBef>
              <a:spcAft>
                <a:spcPts val="0"/>
              </a:spcAft>
              <a:buSzPts val="2040"/>
              <a:buChar char="⚫"/>
            </a:pPr>
            <a:r>
              <a:rPr lang="en-US"/>
              <a:t>Là biểu đồ duy nhất ánh xạ trực tiếp vào ngôn ngữ OO</a:t>
            </a:r>
            <a:endParaRPr/>
          </a:p>
        </p:txBody>
      </p:sp>
      <p:sp>
        <p:nvSpPr>
          <p:cNvPr id="140" name="Google Shape;140;p4"/>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pic>
        <p:nvPicPr>
          <p:cNvPr id="141" name="Google Shape;141;p4"/>
          <p:cNvPicPr preferRelativeResize="0"/>
          <p:nvPr/>
        </p:nvPicPr>
        <p:blipFill rotWithShape="1">
          <a:blip r:embed="rId3">
            <a:alphaModFix/>
          </a:blip>
          <a:srcRect b="0" l="0" r="0" t="0"/>
          <a:stretch/>
        </p:blipFill>
        <p:spPr>
          <a:xfrm>
            <a:off x="4848225" y="1676400"/>
            <a:ext cx="4295775" cy="348615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5"/>
          <p:cNvSpPr txBox="1"/>
          <p:nvPr>
            <p:ph idx="1" type="body"/>
          </p:nvPr>
        </p:nvSpPr>
        <p:spPr>
          <a:xfrm>
            <a:off x="457200" y="838200"/>
            <a:ext cx="8229600" cy="563880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470"/>
              <a:buChar char="⚫"/>
            </a:pPr>
            <a:r>
              <a:rPr lang="en-US"/>
              <a:t>Mục đích của Class Diagram:</a:t>
            </a:r>
            <a:endParaRPr/>
          </a:p>
          <a:p>
            <a:pPr indent="-246888" lvl="1" marL="640080" rtl="0" algn="l">
              <a:spcBef>
                <a:spcPts val="480"/>
              </a:spcBef>
              <a:spcAft>
                <a:spcPts val="0"/>
              </a:spcAft>
              <a:buSzPts val="2040"/>
              <a:buChar char="⚫"/>
            </a:pPr>
            <a:r>
              <a:rPr lang="en-US"/>
              <a:t>Phân tích và thiết kế tầm nhìn tĩnh của một ứng dụng</a:t>
            </a:r>
            <a:endParaRPr/>
          </a:p>
          <a:p>
            <a:pPr indent="-246888" lvl="1" marL="640080" rtl="0" algn="l">
              <a:spcBef>
                <a:spcPts val="480"/>
              </a:spcBef>
              <a:spcAft>
                <a:spcPts val="0"/>
              </a:spcAft>
              <a:buSzPts val="2040"/>
              <a:buChar char="⚫"/>
            </a:pPr>
            <a:r>
              <a:rPr lang="en-US"/>
              <a:t>Mô tả trách nhiệm của hệ thống</a:t>
            </a:r>
            <a:endParaRPr/>
          </a:p>
          <a:p>
            <a:pPr indent="-246888" lvl="1" marL="640080" rtl="0" algn="l">
              <a:spcBef>
                <a:spcPts val="480"/>
              </a:spcBef>
              <a:spcAft>
                <a:spcPts val="0"/>
              </a:spcAft>
              <a:buSzPts val="2040"/>
              <a:buChar char="⚫"/>
            </a:pPr>
            <a:r>
              <a:rPr lang="en-US"/>
              <a:t>Cơ sở cho các biểu đồ thành phần và triển khai</a:t>
            </a:r>
            <a:endParaRPr/>
          </a:p>
          <a:p>
            <a:pPr indent="-246888" lvl="1" marL="640080" rtl="0" algn="l">
              <a:spcBef>
                <a:spcPts val="480"/>
              </a:spcBef>
              <a:spcAft>
                <a:spcPts val="0"/>
              </a:spcAft>
              <a:buSzPts val="2040"/>
              <a:buChar char="⚫"/>
            </a:pPr>
            <a:r>
              <a:rPr lang="en-US"/>
              <a:t>Cơ chế chuyển và nhận trong hệ thống.</a:t>
            </a:r>
            <a:endParaRPr/>
          </a:p>
          <a:p>
            <a:pPr indent="-117348" lvl="1" marL="640080" rtl="0" algn="l">
              <a:spcBef>
                <a:spcPts val="480"/>
              </a:spcBef>
              <a:spcAft>
                <a:spcPts val="0"/>
              </a:spcAft>
              <a:buSzPts val="2040"/>
              <a:buNone/>
            </a:pPr>
            <a:r>
              <a:t/>
            </a:r>
            <a:endParaRPr/>
          </a:p>
          <a:p>
            <a:pPr indent="-274320" lvl="0" marL="274320" rtl="0" algn="l">
              <a:spcBef>
                <a:spcPts val="520"/>
              </a:spcBef>
              <a:spcAft>
                <a:spcPts val="0"/>
              </a:spcAft>
              <a:buSzPts val="2470"/>
              <a:buChar char="⚫"/>
            </a:pPr>
            <a:r>
              <a:rPr lang="en-US"/>
              <a:t>Khi nào sử dụng Class Diagram:</a:t>
            </a:r>
            <a:endParaRPr/>
          </a:p>
          <a:p>
            <a:pPr indent="-246888" lvl="1" marL="640080" rtl="0" algn="l">
              <a:spcBef>
                <a:spcPts val="480"/>
              </a:spcBef>
              <a:spcAft>
                <a:spcPts val="0"/>
              </a:spcAft>
              <a:buSzPts val="2040"/>
              <a:buChar char="⚫"/>
            </a:pPr>
            <a:r>
              <a:rPr lang="en-US"/>
              <a:t>Mô tả hình ảnh tĩnh của hệ thống</a:t>
            </a:r>
            <a:endParaRPr/>
          </a:p>
          <a:p>
            <a:pPr indent="-246888" lvl="1" marL="640080" rtl="0" algn="l">
              <a:spcBef>
                <a:spcPts val="480"/>
              </a:spcBef>
              <a:spcAft>
                <a:spcPts val="0"/>
              </a:spcAft>
              <a:buSzPts val="2040"/>
              <a:buChar char="⚫"/>
            </a:pPr>
            <a:r>
              <a:rPr lang="en-US"/>
              <a:t>Chỉ ra các hợp tác giữa các phần tử trong tầm nhìn tĩnh</a:t>
            </a:r>
            <a:endParaRPr/>
          </a:p>
          <a:p>
            <a:pPr indent="-246888" lvl="1" marL="640080" rtl="0" algn="l">
              <a:spcBef>
                <a:spcPts val="480"/>
              </a:spcBef>
              <a:spcAft>
                <a:spcPts val="0"/>
              </a:spcAft>
              <a:buSzPts val="2040"/>
              <a:buChar char="⚫"/>
            </a:pPr>
            <a:r>
              <a:rPr lang="en-US"/>
              <a:t>Mô tả các chức năng thể hiện trong hệ thống</a:t>
            </a:r>
            <a:endParaRPr/>
          </a:p>
          <a:p>
            <a:pPr indent="-246888" lvl="1" marL="640080" rtl="0" algn="l">
              <a:spcBef>
                <a:spcPts val="480"/>
              </a:spcBef>
              <a:spcAft>
                <a:spcPts val="0"/>
              </a:spcAft>
              <a:buSzPts val="2040"/>
              <a:buChar char="⚫"/>
            </a:pPr>
            <a:r>
              <a:rPr lang="en-US"/>
              <a:t>Xây dựng phần mềm ứng dụng sử dụng ngôn ngữ OO</a:t>
            </a:r>
            <a:endParaRPr/>
          </a:p>
          <a:p>
            <a:pPr indent="-117348" lvl="1" marL="640080" rtl="0" algn="l">
              <a:spcBef>
                <a:spcPts val="480"/>
              </a:spcBef>
              <a:spcAft>
                <a:spcPts val="0"/>
              </a:spcAft>
              <a:buSzPts val="2040"/>
              <a:buNone/>
            </a:pPr>
            <a:r>
              <a:t/>
            </a:r>
            <a:endParaRPr/>
          </a:p>
        </p:txBody>
      </p:sp>
      <p:sp>
        <p:nvSpPr>
          <p:cNvPr id="147" name="Google Shape;147;p5"/>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6"/>
          <p:cNvSpPr txBox="1"/>
          <p:nvPr>
            <p:ph idx="1" type="body"/>
          </p:nvPr>
        </p:nvSpPr>
        <p:spPr>
          <a:xfrm>
            <a:off x="228600" y="762000"/>
            <a:ext cx="8458200" cy="5562600"/>
          </a:xfrm>
          <a:prstGeom prst="rect">
            <a:avLst/>
          </a:prstGeom>
          <a:noFill/>
          <a:ln>
            <a:noFill/>
          </a:ln>
        </p:spPr>
        <p:txBody>
          <a:bodyPr anchorCtr="0" anchor="t" bIns="45700" lIns="91425" spcFirstLastPara="1" rIns="91425" wrap="square" tIns="45700">
            <a:normAutofit/>
          </a:bodyPr>
          <a:lstStyle/>
          <a:p>
            <a:pPr indent="-274320" lvl="0" marL="274320" rtl="0" algn="l">
              <a:lnSpc>
                <a:spcPct val="90000"/>
              </a:lnSpc>
              <a:spcBef>
                <a:spcPts val="0"/>
              </a:spcBef>
              <a:spcAft>
                <a:spcPts val="0"/>
              </a:spcAft>
              <a:buSzPts val="2470"/>
              <a:buChar char="⚫"/>
            </a:pPr>
            <a:r>
              <a:rPr lang="en-US"/>
              <a:t>Object Diagram</a:t>
            </a:r>
            <a:endParaRPr/>
          </a:p>
          <a:p>
            <a:pPr indent="-246888" lvl="1" marL="640080" rtl="0" algn="l">
              <a:lnSpc>
                <a:spcPct val="90000"/>
              </a:lnSpc>
              <a:spcBef>
                <a:spcPts val="480"/>
              </a:spcBef>
              <a:spcAft>
                <a:spcPts val="0"/>
              </a:spcAft>
              <a:buSzPts val="2040"/>
              <a:buChar char="⚫"/>
            </a:pPr>
            <a:r>
              <a:rPr lang="en-US"/>
              <a:t>Chuyển hóa từ Class</a:t>
            </a:r>
            <a:endParaRPr/>
          </a:p>
          <a:p>
            <a:pPr indent="-246888" lvl="1" marL="640080" rtl="0" algn="l">
              <a:lnSpc>
                <a:spcPct val="90000"/>
              </a:lnSpc>
              <a:spcBef>
                <a:spcPts val="480"/>
              </a:spcBef>
              <a:spcAft>
                <a:spcPts val="0"/>
              </a:spcAft>
              <a:buSzPts val="2040"/>
              <a:buNone/>
            </a:pPr>
            <a:r>
              <a:rPr lang="en-US"/>
              <a:t>Diagram.</a:t>
            </a:r>
            <a:endParaRPr/>
          </a:p>
          <a:p>
            <a:pPr indent="-246888" lvl="1" marL="640080" rtl="0" algn="l">
              <a:lnSpc>
                <a:spcPct val="90000"/>
              </a:lnSpc>
              <a:spcBef>
                <a:spcPts val="480"/>
              </a:spcBef>
              <a:spcAft>
                <a:spcPts val="0"/>
              </a:spcAft>
              <a:buSzPts val="2040"/>
              <a:buChar char="⚫"/>
            </a:pPr>
            <a:r>
              <a:rPr lang="en-US"/>
              <a:t>Object Diagram là hình</a:t>
            </a:r>
            <a:endParaRPr/>
          </a:p>
          <a:p>
            <a:pPr indent="-246888" lvl="1" marL="640080" rtl="0" algn="l">
              <a:lnSpc>
                <a:spcPct val="90000"/>
              </a:lnSpc>
              <a:spcBef>
                <a:spcPts val="480"/>
              </a:spcBef>
              <a:spcAft>
                <a:spcPts val="0"/>
              </a:spcAft>
              <a:buSzPts val="2040"/>
              <a:buNone/>
            </a:pPr>
            <a:r>
              <a:rPr lang="en-US"/>
              <a:t>ảnh tĩnh của hệ thống, </a:t>
            </a:r>
            <a:endParaRPr/>
          </a:p>
          <a:p>
            <a:pPr indent="-246888" lvl="1" marL="640080" rtl="0" algn="l">
              <a:lnSpc>
                <a:spcPct val="90000"/>
              </a:lnSpc>
              <a:spcBef>
                <a:spcPts val="480"/>
              </a:spcBef>
              <a:spcAft>
                <a:spcPts val="0"/>
              </a:spcAft>
              <a:buSzPts val="2040"/>
              <a:buNone/>
            </a:pPr>
            <a:r>
              <a:rPr lang="en-US"/>
              <a:t>tuy nhiên hình ảnh này </a:t>
            </a:r>
            <a:endParaRPr/>
          </a:p>
          <a:p>
            <a:pPr indent="-246888" lvl="1" marL="640080" rtl="0" algn="l">
              <a:lnSpc>
                <a:spcPct val="90000"/>
              </a:lnSpc>
              <a:spcBef>
                <a:spcPts val="480"/>
              </a:spcBef>
              <a:spcAft>
                <a:spcPts val="0"/>
              </a:spcAft>
              <a:buSzPts val="2040"/>
              <a:buNone/>
            </a:pPr>
            <a:r>
              <a:rPr lang="en-US"/>
              <a:t>chỉ được thể hiện tại một thời điểm nhất định.</a:t>
            </a:r>
            <a:endParaRPr/>
          </a:p>
          <a:p>
            <a:pPr indent="-274320" lvl="0" marL="274320" rtl="0" algn="l">
              <a:lnSpc>
                <a:spcPct val="90000"/>
              </a:lnSpc>
              <a:spcBef>
                <a:spcPts val="520"/>
              </a:spcBef>
              <a:spcAft>
                <a:spcPts val="0"/>
              </a:spcAft>
              <a:buSzPts val="2470"/>
              <a:buChar char="⚫"/>
            </a:pPr>
            <a:r>
              <a:rPr lang="en-US"/>
              <a:t>Mục đích của Object Diagram:</a:t>
            </a:r>
            <a:endParaRPr/>
          </a:p>
          <a:p>
            <a:pPr indent="-246888" lvl="1" marL="640080" rtl="0" algn="l">
              <a:lnSpc>
                <a:spcPct val="90000"/>
              </a:lnSpc>
              <a:spcBef>
                <a:spcPts val="480"/>
              </a:spcBef>
              <a:spcAft>
                <a:spcPts val="0"/>
              </a:spcAft>
              <a:buSzPts val="2040"/>
              <a:buChar char="⚫"/>
            </a:pPr>
            <a:r>
              <a:rPr lang="en-US"/>
              <a:t>Cơ chế kỹ thuật gửi và nhận giữa các đối tượng hệ thống</a:t>
            </a:r>
            <a:endParaRPr/>
          </a:p>
          <a:p>
            <a:pPr indent="-246888" lvl="1" marL="640080" rtl="0" algn="l">
              <a:lnSpc>
                <a:spcPct val="90000"/>
              </a:lnSpc>
              <a:spcBef>
                <a:spcPts val="480"/>
              </a:spcBef>
              <a:spcAft>
                <a:spcPts val="0"/>
              </a:spcAft>
              <a:buSzPts val="2040"/>
              <a:buChar char="⚫"/>
            </a:pPr>
            <a:r>
              <a:rPr lang="en-US"/>
              <a:t>Mối quan hệ các đối tượng của một hệ thống</a:t>
            </a:r>
            <a:endParaRPr/>
          </a:p>
          <a:p>
            <a:pPr indent="-246888" lvl="1" marL="640080" rtl="0" algn="l">
              <a:lnSpc>
                <a:spcPct val="90000"/>
              </a:lnSpc>
              <a:spcBef>
                <a:spcPts val="480"/>
              </a:spcBef>
              <a:spcAft>
                <a:spcPts val="0"/>
              </a:spcAft>
              <a:buSzPts val="2040"/>
              <a:buChar char="⚫"/>
            </a:pPr>
            <a:r>
              <a:rPr lang="en-US"/>
              <a:t>Hình ảnh tĩnh của một tương tác</a:t>
            </a:r>
            <a:endParaRPr/>
          </a:p>
          <a:p>
            <a:pPr indent="-246888" lvl="1" marL="640080" rtl="0" algn="l">
              <a:lnSpc>
                <a:spcPct val="90000"/>
              </a:lnSpc>
              <a:spcBef>
                <a:spcPts val="480"/>
              </a:spcBef>
              <a:spcAft>
                <a:spcPts val="0"/>
              </a:spcAft>
              <a:buSzPts val="2040"/>
              <a:buChar char="⚫"/>
            </a:pPr>
            <a:r>
              <a:rPr lang="en-US"/>
              <a:t>Hiểu được hành vi đối tượng và quan hệ của chúng từ khía cạnh thực hành.</a:t>
            </a:r>
            <a:endParaRPr/>
          </a:p>
          <a:p>
            <a:pPr indent="-117348" lvl="1" marL="640080" rtl="0" algn="l">
              <a:lnSpc>
                <a:spcPct val="90000"/>
              </a:lnSpc>
              <a:spcBef>
                <a:spcPts val="480"/>
              </a:spcBef>
              <a:spcAft>
                <a:spcPts val="0"/>
              </a:spcAft>
              <a:buSzPts val="2040"/>
              <a:buNone/>
            </a:pPr>
            <a:r>
              <a:t/>
            </a:r>
            <a:endParaRPr/>
          </a:p>
        </p:txBody>
      </p:sp>
      <p:sp>
        <p:nvSpPr>
          <p:cNvPr id="153" name="Google Shape;153;p6"/>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pic>
        <p:nvPicPr>
          <p:cNvPr id="154" name="Google Shape;154;p6"/>
          <p:cNvPicPr preferRelativeResize="0"/>
          <p:nvPr/>
        </p:nvPicPr>
        <p:blipFill rotWithShape="1">
          <a:blip r:embed="rId3">
            <a:alphaModFix/>
          </a:blip>
          <a:srcRect b="0" l="0" r="0" t="0"/>
          <a:stretch/>
        </p:blipFill>
        <p:spPr>
          <a:xfrm>
            <a:off x="4210050" y="838200"/>
            <a:ext cx="4933950" cy="24384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7"/>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5000"/>
              <a:buFont typeface="Calibri"/>
              <a:buNone/>
            </a:pPr>
            <a:r>
              <a:t/>
            </a:r>
            <a:endParaRPr/>
          </a:p>
        </p:txBody>
      </p:sp>
      <p:sp>
        <p:nvSpPr>
          <p:cNvPr id="160" name="Google Shape;160;p7"/>
          <p:cNvSpPr txBox="1"/>
          <p:nvPr>
            <p:ph idx="1" type="body"/>
          </p:nvPr>
        </p:nvSpPr>
        <p:spPr>
          <a:xfrm>
            <a:off x="457200" y="1935480"/>
            <a:ext cx="8229600" cy="438912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470"/>
              <a:buChar char="⚫"/>
            </a:pPr>
            <a:r>
              <a:rPr lang="en-US"/>
              <a:t>Khi nào sử dụng Object Diagram:</a:t>
            </a:r>
            <a:endParaRPr/>
          </a:p>
          <a:p>
            <a:pPr indent="-246888" lvl="1" marL="640080" rtl="0" algn="l">
              <a:spcBef>
                <a:spcPts val="480"/>
              </a:spcBef>
              <a:spcAft>
                <a:spcPts val="0"/>
              </a:spcAft>
              <a:buSzPts val="2040"/>
              <a:buChar char="⚫"/>
            </a:pPr>
            <a:r>
              <a:rPr lang="en-US"/>
              <a:t>Tạo giao thức cho hệ thống</a:t>
            </a:r>
            <a:endParaRPr/>
          </a:p>
          <a:p>
            <a:pPr indent="-246888" lvl="1" marL="640080" rtl="0" algn="l">
              <a:spcBef>
                <a:spcPts val="480"/>
              </a:spcBef>
              <a:spcAft>
                <a:spcPts val="0"/>
              </a:spcAft>
              <a:buSzPts val="2040"/>
              <a:buChar char="⚫"/>
            </a:pPr>
            <a:r>
              <a:rPr lang="en-US"/>
              <a:t>Cơ chế lưu trữ</a:t>
            </a:r>
            <a:endParaRPr/>
          </a:p>
          <a:p>
            <a:pPr indent="-246888" lvl="1" marL="640080" rtl="0" algn="l">
              <a:spcBef>
                <a:spcPts val="480"/>
              </a:spcBef>
              <a:spcAft>
                <a:spcPts val="0"/>
              </a:spcAft>
              <a:buSzPts val="2040"/>
              <a:buChar char="⚫"/>
            </a:pPr>
            <a:r>
              <a:rPr lang="en-US"/>
              <a:t>Mô hình hóa cấu trúc dữ liệu phức tạp</a:t>
            </a:r>
            <a:endParaRPr/>
          </a:p>
          <a:p>
            <a:pPr indent="-246888" lvl="1" marL="640080" rtl="0" algn="l">
              <a:spcBef>
                <a:spcPts val="480"/>
              </a:spcBef>
              <a:spcAft>
                <a:spcPts val="0"/>
              </a:spcAft>
              <a:buSzPts val="2040"/>
              <a:buChar char="⚫"/>
            </a:pPr>
            <a:r>
              <a:rPr lang="en-US"/>
              <a:t>Hiểu hệ thống từ khía cạnh thực hành.</a:t>
            </a:r>
            <a:endParaRPr/>
          </a:p>
        </p:txBody>
      </p:sp>
      <p:sp>
        <p:nvSpPr>
          <p:cNvPr id="161" name="Google Shape;161;p7"/>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8"/>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5000"/>
              <a:buFont typeface="Calibri"/>
              <a:buNone/>
            </a:pPr>
            <a:r>
              <a:t/>
            </a:r>
            <a:endParaRPr/>
          </a:p>
        </p:txBody>
      </p:sp>
      <p:sp>
        <p:nvSpPr>
          <p:cNvPr id="167" name="Google Shape;167;p8"/>
          <p:cNvSpPr txBox="1"/>
          <p:nvPr>
            <p:ph idx="1" type="body"/>
          </p:nvPr>
        </p:nvSpPr>
        <p:spPr>
          <a:xfrm>
            <a:off x="228600" y="1935480"/>
            <a:ext cx="8458200" cy="438912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470"/>
              <a:buChar char="⚫"/>
            </a:pPr>
            <a:r>
              <a:rPr lang="en-US"/>
              <a:t>Component diagram</a:t>
            </a:r>
            <a:endParaRPr/>
          </a:p>
          <a:p>
            <a:pPr indent="-246888" lvl="1" marL="640080" rtl="0" algn="l">
              <a:spcBef>
                <a:spcPts val="480"/>
              </a:spcBef>
              <a:spcAft>
                <a:spcPts val="0"/>
              </a:spcAft>
              <a:buSzPts val="2040"/>
              <a:buChar char="⚫"/>
            </a:pPr>
            <a:r>
              <a:rPr lang="en-US"/>
              <a:t>Được sử dụng để mô hình </a:t>
            </a:r>
            <a:endParaRPr/>
          </a:p>
          <a:p>
            <a:pPr indent="-246888" lvl="1" marL="640080" rtl="0" algn="l">
              <a:spcBef>
                <a:spcPts val="480"/>
              </a:spcBef>
              <a:spcAft>
                <a:spcPts val="0"/>
              </a:spcAft>
              <a:buSzPts val="2040"/>
              <a:buNone/>
            </a:pPr>
            <a:r>
              <a:rPr lang="en-US"/>
              <a:t>các khía cạnh vật lý của HT.</a:t>
            </a:r>
            <a:endParaRPr/>
          </a:p>
          <a:p>
            <a:pPr indent="-246888" lvl="1" marL="640080" rtl="0" algn="l">
              <a:spcBef>
                <a:spcPts val="480"/>
              </a:spcBef>
              <a:spcAft>
                <a:spcPts val="0"/>
              </a:spcAft>
              <a:buSzPts val="2040"/>
              <a:buChar char="⚫"/>
            </a:pPr>
            <a:r>
              <a:rPr lang="en-US"/>
              <a:t>Sử dụng mô tả các tác</a:t>
            </a:r>
            <a:endParaRPr/>
          </a:p>
          <a:p>
            <a:pPr indent="-246888" lvl="1" marL="640080" rtl="0" algn="l">
              <a:spcBef>
                <a:spcPts val="480"/>
              </a:spcBef>
              <a:spcAft>
                <a:spcPts val="0"/>
              </a:spcAft>
              <a:buSzPts val="2040"/>
              <a:buNone/>
            </a:pPr>
            <a:r>
              <a:rPr lang="en-US"/>
              <a:t>nhân vật lý: files, thư viện,</a:t>
            </a:r>
            <a:endParaRPr/>
          </a:p>
          <a:p>
            <a:pPr indent="-246888" lvl="1" marL="640080" rtl="0" algn="l">
              <a:spcBef>
                <a:spcPts val="480"/>
              </a:spcBef>
              <a:spcAft>
                <a:spcPts val="0"/>
              </a:spcAft>
              <a:buSzPts val="2040"/>
              <a:buNone/>
            </a:pPr>
            <a:r>
              <a:rPr lang="en-US"/>
              <a:t>file thực thi,…</a:t>
            </a:r>
            <a:endParaRPr/>
          </a:p>
          <a:p>
            <a:pPr indent="-117348" lvl="1" marL="640080" rtl="0" algn="l">
              <a:spcBef>
                <a:spcPts val="480"/>
              </a:spcBef>
              <a:spcAft>
                <a:spcPts val="0"/>
              </a:spcAft>
              <a:buSzPts val="2040"/>
              <a:buNone/>
            </a:pPr>
            <a:r>
              <a:t/>
            </a:r>
            <a:endParaRPr/>
          </a:p>
        </p:txBody>
      </p:sp>
      <p:sp>
        <p:nvSpPr>
          <p:cNvPr id="168" name="Google Shape;168;p8"/>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pic>
        <p:nvPicPr>
          <p:cNvPr id="169" name="Google Shape;169;p8"/>
          <p:cNvPicPr preferRelativeResize="0"/>
          <p:nvPr/>
        </p:nvPicPr>
        <p:blipFill rotWithShape="1">
          <a:blip r:embed="rId3">
            <a:alphaModFix/>
          </a:blip>
          <a:srcRect b="0" l="0" r="0" t="0"/>
          <a:stretch/>
        </p:blipFill>
        <p:spPr>
          <a:xfrm>
            <a:off x="4476750" y="2057400"/>
            <a:ext cx="4667250" cy="356235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9"/>
          <p:cNvSpPr txBox="1"/>
          <p:nvPr>
            <p:ph idx="1" type="body"/>
          </p:nvPr>
        </p:nvSpPr>
        <p:spPr>
          <a:xfrm>
            <a:off x="457200" y="838200"/>
            <a:ext cx="8229600" cy="548640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470"/>
              <a:buChar char="⚫"/>
            </a:pPr>
            <a:r>
              <a:rPr lang="en-US"/>
              <a:t>Mục đích của Component Diagram:</a:t>
            </a:r>
            <a:endParaRPr/>
          </a:p>
          <a:p>
            <a:pPr indent="-246888" lvl="1" marL="640080" rtl="0" algn="l">
              <a:spcBef>
                <a:spcPts val="480"/>
              </a:spcBef>
              <a:spcAft>
                <a:spcPts val="0"/>
              </a:spcAft>
              <a:buSzPts val="2040"/>
              <a:buChar char="⚫"/>
            </a:pPr>
            <a:r>
              <a:rPr lang="en-US"/>
              <a:t>Hình ảnh hóa các thành phần của hệ thống</a:t>
            </a:r>
            <a:endParaRPr/>
          </a:p>
          <a:p>
            <a:pPr indent="-246888" lvl="1" marL="640080" rtl="0" algn="l">
              <a:spcBef>
                <a:spcPts val="480"/>
              </a:spcBef>
              <a:spcAft>
                <a:spcPts val="0"/>
              </a:spcAft>
              <a:buSzPts val="2040"/>
              <a:buChar char="⚫"/>
            </a:pPr>
            <a:r>
              <a:rPr lang="en-US"/>
              <a:t>Xây dựng các thực thi bởi sử dụng kỹ thuật chuyển (forward) và đảo ngược (reverse)</a:t>
            </a:r>
            <a:endParaRPr/>
          </a:p>
          <a:p>
            <a:pPr indent="-246888" lvl="1" marL="640080" rtl="0" algn="l">
              <a:spcBef>
                <a:spcPts val="480"/>
              </a:spcBef>
              <a:spcAft>
                <a:spcPts val="0"/>
              </a:spcAft>
              <a:buSzPts val="2040"/>
              <a:buChar char="⚫"/>
            </a:pPr>
            <a:r>
              <a:rPr lang="en-US"/>
              <a:t>Mô tả tổ chức và các quan hệ của các thành phần (components)</a:t>
            </a:r>
            <a:endParaRPr/>
          </a:p>
          <a:p>
            <a:pPr indent="-274320" lvl="0" marL="274320" rtl="0" algn="l">
              <a:spcBef>
                <a:spcPts val="520"/>
              </a:spcBef>
              <a:spcAft>
                <a:spcPts val="0"/>
              </a:spcAft>
              <a:buSzPts val="2470"/>
              <a:buChar char="⚫"/>
            </a:pPr>
            <a:r>
              <a:rPr lang="en-US"/>
              <a:t>Vẽ một biểu đồ thành phần:</a:t>
            </a:r>
            <a:endParaRPr/>
          </a:p>
          <a:p>
            <a:pPr indent="-246888" lvl="1" marL="640080" rtl="0" algn="l">
              <a:spcBef>
                <a:spcPts val="480"/>
              </a:spcBef>
              <a:spcAft>
                <a:spcPts val="0"/>
              </a:spcAft>
              <a:buSzPts val="2040"/>
              <a:buChar char="⚫"/>
            </a:pPr>
            <a:r>
              <a:rPr lang="en-US"/>
              <a:t>Cần xác định rõ:</a:t>
            </a:r>
            <a:endParaRPr/>
          </a:p>
          <a:p>
            <a:pPr indent="-246887" lvl="2" marL="914400" rtl="0" algn="l">
              <a:spcBef>
                <a:spcPts val="420"/>
              </a:spcBef>
              <a:spcAft>
                <a:spcPts val="0"/>
              </a:spcAft>
              <a:buSzPts val="1470"/>
              <a:buChar char="⚫"/>
            </a:pPr>
            <a:r>
              <a:rPr lang="en-US"/>
              <a:t>Các files sử dụng trong hệ thống</a:t>
            </a:r>
            <a:endParaRPr/>
          </a:p>
          <a:p>
            <a:pPr indent="-246887" lvl="2" marL="914400" rtl="0" algn="l">
              <a:spcBef>
                <a:spcPts val="420"/>
              </a:spcBef>
              <a:spcAft>
                <a:spcPts val="0"/>
              </a:spcAft>
              <a:buSzPts val="1470"/>
              <a:buChar char="⚫"/>
            </a:pPr>
            <a:r>
              <a:rPr lang="en-US"/>
              <a:t>Thư viện hay các thành phần khác liên quan đến hệ thống</a:t>
            </a:r>
            <a:endParaRPr/>
          </a:p>
          <a:p>
            <a:pPr indent="-246887" lvl="2" marL="914400" rtl="0" algn="l">
              <a:spcBef>
                <a:spcPts val="420"/>
              </a:spcBef>
              <a:spcAft>
                <a:spcPts val="0"/>
              </a:spcAft>
              <a:buSzPts val="1470"/>
              <a:buChar char="⚫"/>
            </a:pPr>
            <a:r>
              <a:rPr lang="en-US"/>
              <a:t>Mối quan hệ giữa các tác nhân.</a:t>
            </a:r>
            <a:endParaRPr/>
          </a:p>
          <a:p>
            <a:pPr indent="-246887" lvl="2" marL="914400" rtl="0" algn="l">
              <a:spcBef>
                <a:spcPts val="420"/>
              </a:spcBef>
              <a:spcAft>
                <a:spcPts val="0"/>
              </a:spcAft>
              <a:buSzPts val="1470"/>
              <a:buChar char="⚫"/>
            </a:pPr>
            <a:r>
              <a:rPr lang="en-US"/>
              <a:t>Sử dụng tên có ý nghĩa cho các tác nhân (thành phần)</a:t>
            </a:r>
            <a:endParaRPr/>
          </a:p>
          <a:p>
            <a:pPr indent="-246887" lvl="2" marL="914400" rtl="0" algn="l">
              <a:spcBef>
                <a:spcPts val="420"/>
              </a:spcBef>
              <a:spcAft>
                <a:spcPts val="0"/>
              </a:spcAft>
              <a:buSzPts val="1470"/>
              <a:buChar char="⚫"/>
            </a:pPr>
            <a:r>
              <a:rPr lang="en-US"/>
              <a:t>Sử dụng các lưu ý cho khai báo các điểm quan trọng</a:t>
            </a:r>
            <a:endParaRPr/>
          </a:p>
          <a:p>
            <a:pPr indent="-117348" lvl="1" marL="640080" rtl="0" algn="l">
              <a:spcBef>
                <a:spcPts val="480"/>
              </a:spcBef>
              <a:spcAft>
                <a:spcPts val="0"/>
              </a:spcAft>
              <a:buSzPts val="2040"/>
              <a:buNone/>
            </a:pPr>
            <a:r>
              <a:t/>
            </a:r>
            <a:endParaRPr/>
          </a:p>
        </p:txBody>
      </p:sp>
      <p:sp>
        <p:nvSpPr>
          <p:cNvPr id="175" name="Google Shape;175;p9"/>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10"/>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5000"/>
              <a:buFont typeface="Calibri"/>
              <a:buNone/>
            </a:pPr>
            <a:r>
              <a:t/>
            </a:r>
            <a:endParaRPr/>
          </a:p>
        </p:txBody>
      </p:sp>
      <p:sp>
        <p:nvSpPr>
          <p:cNvPr id="181" name="Google Shape;181;p10"/>
          <p:cNvSpPr txBox="1"/>
          <p:nvPr>
            <p:ph idx="1" type="body"/>
          </p:nvPr>
        </p:nvSpPr>
        <p:spPr>
          <a:xfrm>
            <a:off x="457200" y="1935480"/>
            <a:ext cx="8229600" cy="438912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470"/>
              <a:buChar char="⚫"/>
            </a:pPr>
            <a:r>
              <a:rPr lang="en-US"/>
              <a:t>Biểu đồ thành phần (Component Diagrams) được sử dụng:</a:t>
            </a:r>
            <a:endParaRPr/>
          </a:p>
          <a:p>
            <a:pPr indent="-246888" lvl="1" marL="640080" rtl="0" algn="l">
              <a:spcBef>
                <a:spcPts val="480"/>
              </a:spcBef>
              <a:spcAft>
                <a:spcPts val="0"/>
              </a:spcAft>
              <a:buSzPts val="2040"/>
              <a:buChar char="⚫"/>
            </a:pPr>
            <a:r>
              <a:rPr lang="en-US"/>
              <a:t>Mô hình các thành phần của hệ thống</a:t>
            </a:r>
            <a:endParaRPr/>
          </a:p>
          <a:p>
            <a:pPr indent="-246888" lvl="1" marL="640080" rtl="0" algn="l">
              <a:spcBef>
                <a:spcPts val="480"/>
              </a:spcBef>
              <a:spcAft>
                <a:spcPts val="0"/>
              </a:spcAft>
              <a:buSzPts val="2040"/>
              <a:buChar char="⚫"/>
            </a:pPr>
            <a:r>
              <a:rPr lang="en-US"/>
              <a:t>Mô hình Cơ sở dữ liệu</a:t>
            </a:r>
            <a:endParaRPr/>
          </a:p>
          <a:p>
            <a:pPr indent="-246888" lvl="1" marL="640080" rtl="0" algn="l">
              <a:spcBef>
                <a:spcPts val="480"/>
              </a:spcBef>
              <a:spcAft>
                <a:spcPts val="0"/>
              </a:spcAft>
              <a:buSzPts val="2040"/>
              <a:buChar char="⚫"/>
            </a:pPr>
            <a:r>
              <a:rPr lang="en-US"/>
              <a:t>Mô hình các files thực thi của ứng dụng</a:t>
            </a:r>
            <a:endParaRPr/>
          </a:p>
          <a:p>
            <a:pPr indent="-246888" lvl="1" marL="640080" rtl="0" algn="l">
              <a:spcBef>
                <a:spcPts val="480"/>
              </a:spcBef>
              <a:spcAft>
                <a:spcPts val="0"/>
              </a:spcAft>
              <a:buSzPts val="2040"/>
              <a:buChar char="⚫"/>
            </a:pPr>
            <a:r>
              <a:rPr lang="en-US"/>
              <a:t>Mô hình source code của hệ thống.</a:t>
            </a:r>
            <a:endParaRPr/>
          </a:p>
        </p:txBody>
      </p:sp>
      <p:sp>
        <p:nvSpPr>
          <p:cNvPr id="182" name="Google Shape;182;p10"/>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11"/>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5000"/>
              <a:buFont typeface="Calibri"/>
              <a:buNone/>
            </a:pPr>
            <a:r>
              <a:t/>
            </a:r>
            <a:endParaRPr/>
          </a:p>
        </p:txBody>
      </p:sp>
      <p:sp>
        <p:nvSpPr>
          <p:cNvPr id="188" name="Google Shape;188;p11"/>
          <p:cNvSpPr txBox="1"/>
          <p:nvPr>
            <p:ph idx="1" type="body"/>
          </p:nvPr>
        </p:nvSpPr>
        <p:spPr>
          <a:xfrm>
            <a:off x="228600" y="1935480"/>
            <a:ext cx="8458200" cy="438912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470"/>
              <a:buChar char="⚫"/>
            </a:pPr>
            <a:r>
              <a:rPr lang="en-US"/>
              <a:t>Deployment Diagram</a:t>
            </a:r>
            <a:endParaRPr/>
          </a:p>
          <a:p>
            <a:pPr indent="-246888" lvl="1" marL="640080" rtl="0" algn="l">
              <a:spcBef>
                <a:spcPts val="480"/>
              </a:spcBef>
              <a:spcAft>
                <a:spcPts val="0"/>
              </a:spcAft>
              <a:buSzPts val="2040"/>
              <a:buChar char="⚫"/>
            </a:pPr>
            <a:r>
              <a:rPr lang="en-US"/>
              <a:t>Hình ảnh hóa topo của</a:t>
            </a:r>
            <a:endParaRPr/>
          </a:p>
          <a:p>
            <a:pPr indent="-246888" lvl="1" marL="640080" rtl="0" algn="l">
              <a:spcBef>
                <a:spcPts val="480"/>
              </a:spcBef>
              <a:spcAft>
                <a:spcPts val="0"/>
              </a:spcAft>
              <a:buSzPts val="2040"/>
              <a:buNone/>
            </a:pPr>
            <a:r>
              <a:rPr lang="en-US"/>
              <a:t>các thành phần vật lý của</a:t>
            </a:r>
            <a:endParaRPr/>
          </a:p>
          <a:p>
            <a:pPr indent="-246888" lvl="1" marL="640080" rtl="0" algn="l">
              <a:spcBef>
                <a:spcPts val="480"/>
              </a:spcBef>
              <a:spcAft>
                <a:spcPts val="0"/>
              </a:spcAft>
              <a:buSzPts val="2040"/>
              <a:buNone/>
            </a:pPr>
            <a:r>
              <a:rPr lang="en-US"/>
              <a:t>một hệ thống, dùng cho </a:t>
            </a:r>
            <a:endParaRPr/>
          </a:p>
          <a:p>
            <a:pPr indent="-246888" lvl="1" marL="640080" rtl="0" algn="l">
              <a:spcBef>
                <a:spcPts val="480"/>
              </a:spcBef>
              <a:spcAft>
                <a:spcPts val="0"/>
              </a:spcAft>
              <a:buSzPts val="2040"/>
              <a:buNone/>
            </a:pPr>
            <a:r>
              <a:rPr lang="en-US"/>
              <a:t>phần mềm triển khai trên</a:t>
            </a:r>
            <a:endParaRPr/>
          </a:p>
          <a:p>
            <a:pPr indent="-246888" lvl="1" marL="640080" rtl="0" algn="l">
              <a:spcBef>
                <a:spcPts val="480"/>
              </a:spcBef>
              <a:spcAft>
                <a:spcPts val="0"/>
              </a:spcAft>
              <a:buSzPts val="2040"/>
              <a:buNone/>
            </a:pPr>
            <a:r>
              <a:rPr lang="en-US"/>
              <a:t>đó.</a:t>
            </a:r>
            <a:endParaRPr/>
          </a:p>
          <a:p>
            <a:pPr indent="-246888" lvl="1" marL="640080" rtl="0" algn="l">
              <a:spcBef>
                <a:spcPts val="480"/>
              </a:spcBef>
              <a:spcAft>
                <a:spcPts val="0"/>
              </a:spcAft>
              <a:buSzPts val="2040"/>
              <a:buChar char="⚫"/>
            </a:pPr>
            <a:r>
              <a:rPr lang="en-US"/>
              <a:t>là hình ảnh tĩnh của HT</a:t>
            </a:r>
            <a:endParaRPr/>
          </a:p>
          <a:p>
            <a:pPr indent="-246888" lvl="1" marL="640080" rtl="0" algn="l">
              <a:spcBef>
                <a:spcPts val="480"/>
              </a:spcBef>
              <a:spcAft>
                <a:spcPts val="0"/>
              </a:spcAft>
              <a:buSzPts val="2040"/>
              <a:buChar char="⚫"/>
            </a:pPr>
            <a:r>
              <a:rPr lang="en-US"/>
              <a:t>Bao gồm các nodes và </a:t>
            </a:r>
            <a:endParaRPr/>
          </a:p>
          <a:p>
            <a:pPr indent="-246888" lvl="1" marL="640080" rtl="0" algn="l">
              <a:spcBef>
                <a:spcPts val="480"/>
              </a:spcBef>
              <a:spcAft>
                <a:spcPts val="0"/>
              </a:spcAft>
              <a:buSzPts val="2040"/>
              <a:buNone/>
            </a:pPr>
            <a:r>
              <a:rPr lang="en-US"/>
              <a:t>các mối quan hệ của chúng. </a:t>
            </a:r>
            <a:endParaRPr/>
          </a:p>
        </p:txBody>
      </p:sp>
      <p:sp>
        <p:nvSpPr>
          <p:cNvPr id="189" name="Google Shape;189;p11"/>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pic>
        <p:nvPicPr>
          <p:cNvPr id="190" name="Google Shape;190;p11"/>
          <p:cNvPicPr preferRelativeResize="0"/>
          <p:nvPr/>
        </p:nvPicPr>
        <p:blipFill rotWithShape="1">
          <a:blip r:embed="rId3">
            <a:alphaModFix/>
          </a:blip>
          <a:srcRect b="0" l="0" r="0" t="0"/>
          <a:stretch/>
        </p:blipFill>
        <p:spPr>
          <a:xfrm>
            <a:off x="4438650" y="2286000"/>
            <a:ext cx="4705350" cy="387667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12"/>
          <p:cNvSpPr txBox="1"/>
          <p:nvPr>
            <p:ph idx="1" type="body"/>
          </p:nvPr>
        </p:nvSpPr>
        <p:spPr>
          <a:xfrm>
            <a:off x="457200" y="838200"/>
            <a:ext cx="8229600" cy="548640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470"/>
              <a:buChar char="⚫"/>
            </a:pPr>
            <a:r>
              <a:rPr lang="en-US"/>
              <a:t>Mục đích của biểu đồ triển khai:</a:t>
            </a:r>
            <a:endParaRPr/>
          </a:p>
          <a:p>
            <a:pPr indent="-246888" lvl="1" marL="640080" rtl="0" algn="l">
              <a:spcBef>
                <a:spcPts val="480"/>
              </a:spcBef>
              <a:spcAft>
                <a:spcPts val="0"/>
              </a:spcAft>
              <a:buSzPts val="2040"/>
              <a:buChar char="⚫"/>
            </a:pPr>
            <a:r>
              <a:rPr lang="en-US"/>
              <a:t>Mô tả các thành phần phần cứng dùng để triển khai hệ thống phần mềm.</a:t>
            </a:r>
            <a:endParaRPr/>
          </a:p>
          <a:p>
            <a:pPr indent="-246888" lvl="1" marL="640080" rtl="0" algn="l">
              <a:spcBef>
                <a:spcPts val="480"/>
              </a:spcBef>
              <a:spcAft>
                <a:spcPts val="0"/>
              </a:spcAft>
              <a:buSzPts val="2040"/>
              <a:buChar char="⚫"/>
            </a:pPr>
            <a:r>
              <a:rPr lang="en-US"/>
              <a:t>Component Diagrams mô tả các thành phần, còn Deployment Diagrams chỉ ra chúng được triển khai ntn trên phần cứng. Hai biểu đồ trong UML mô tả phần cứng và phần mềm, trong khi các biểu đồ khác mô tả các tác nhân phần </a:t>
            </a:r>
            <a:r>
              <a:rPr lang="en-US"/>
              <a:t>mềm</a:t>
            </a:r>
            <a:r>
              <a:rPr lang="en-US"/>
              <a:t> của hệ thống.</a:t>
            </a:r>
            <a:endParaRPr/>
          </a:p>
          <a:p>
            <a:pPr indent="-246888" lvl="1" marL="640080" rtl="0" algn="l">
              <a:spcBef>
                <a:spcPts val="480"/>
              </a:spcBef>
              <a:spcAft>
                <a:spcPts val="0"/>
              </a:spcAft>
              <a:buSzPts val="2040"/>
              <a:buChar char="⚫"/>
            </a:pPr>
            <a:r>
              <a:rPr lang="en-US"/>
              <a:t>Mô hình hóa topo (cấu trúc liên kết) phần cứng của HT</a:t>
            </a:r>
            <a:endParaRPr/>
          </a:p>
          <a:p>
            <a:pPr indent="-246888" lvl="1" marL="640080" rtl="0" algn="l">
              <a:spcBef>
                <a:spcPts val="480"/>
              </a:spcBef>
              <a:spcAft>
                <a:spcPts val="0"/>
              </a:spcAft>
              <a:buSzPts val="2040"/>
              <a:buChar char="⚫"/>
            </a:pPr>
            <a:r>
              <a:rPr lang="en-US"/>
              <a:t>Mô tả các thành phần cứng sử dụng triển khai phần mềm</a:t>
            </a:r>
            <a:endParaRPr/>
          </a:p>
          <a:p>
            <a:pPr indent="-246888" lvl="1" marL="640080" rtl="0" algn="l">
              <a:spcBef>
                <a:spcPts val="480"/>
              </a:spcBef>
              <a:spcAft>
                <a:spcPts val="0"/>
              </a:spcAft>
              <a:buSzPts val="2040"/>
              <a:buChar char="⚫"/>
            </a:pPr>
            <a:r>
              <a:rPr lang="en-US"/>
              <a:t>Mô tả các nodes xử lý thực thi.</a:t>
            </a:r>
            <a:endParaRPr/>
          </a:p>
        </p:txBody>
      </p:sp>
      <p:sp>
        <p:nvSpPr>
          <p:cNvPr id="196" name="Google Shape;196;p12"/>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13"/>
          <p:cNvSpPr txBox="1"/>
          <p:nvPr>
            <p:ph idx="1" type="body"/>
          </p:nvPr>
        </p:nvSpPr>
        <p:spPr>
          <a:xfrm>
            <a:off x="457200" y="762000"/>
            <a:ext cx="8229600" cy="556260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470"/>
              <a:buChar char="⚫"/>
            </a:pPr>
            <a:r>
              <a:rPr lang="en-US"/>
              <a:t>Vẽ biểu đồ Deployment:</a:t>
            </a:r>
            <a:endParaRPr/>
          </a:p>
          <a:p>
            <a:pPr indent="-246888" lvl="1" marL="640080" rtl="0" algn="l">
              <a:spcBef>
                <a:spcPts val="480"/>
              </a:spcBef>
              <a:spcAft>
                <a:spcPts val="0"/>
              </a:spcAft>
              <a:buSzPts val="2040"/>
              <a:buChar char="⚫"/>
            </a:pPr>
            <a:r>
              <a:rPr lang="en-US"/>
              <a:t>Các tham số quan trọng trong việc thiết kế biểu đồ:</a:t>
            </a:r>
            <a:endParaRPr/>
          </a:p>
          <a:p>
            <a:pPr indent="-246887" lvl="2" marL="914400" rtl="0" algn="l">
              <a:spcBef>
                <a:spcPts val="420"/>
              </a:spcBef>
              <a:spcAft>
                <a:spcPts val="0"/>
              </a:spcAft>
              <a:buSzPts val="1470"/>
              <a:buChar char="⚫"/>
            </a:pPr>
            <a:r>
              <a:rPr lang="en-US"/>
              <a:t>Performance</a:t>
            </a:r>
            <a:endParaRPr/>
          </a:p>
          <a:p>
            <a:pPr indent="-246887" lvl="2" marL="914400" rtl="0" algn="l">
              <a:spcBef>
                <a:spcPts val="420"/>
              </a:spcBef>
              <a:spcAft>
                <a:spcPts val="0"/>
              </a:spcAft>
              <a:buSzPts val="1470"/>
              <a:buChar char="⚫"/>
            </a:pPr>
            <a:r>
              <a:rPr lang="en-US"/>
              <a:t>Scalability (mở rộng HT)</a:t>
            </a:r>
            <a:endParaRPr/>
          </a:p>
          <a:p>
            <a:pPr indent="-246887" lvl="2" marL="914400" rtl="0" algn="l">
              <a:spcBef>
                <a:spcPts val="420"/>
              </a:spcBef>
              <a:spcAft>
                <a:spcPts val="0"/>
              </a:spcAft>
              <a:buSzPts val="1470"/>
              <a:buChar char="⚫"/>
            </a:pPr>
            <a:r>
              <a:rPr lang="en-US"/>
              <a:t>Maintainability (Bảo trì HT)</a:t>
            </a:r>
            <a:endParaRPr/>
          </a:p>
          <a:p>
            <a:pPr indent="-246887" lvl="2" marL="914400" rtl="0" algn="l">
              <a:spcBef>
                <a:spcPts val="420"/>
              </a:spcBef>
              <a:spcAft>
                <a:spcPts val="0"/>
              </a:spcAft>
              <a:buSzPts val="1470"/>
              <a:buChar char="⚫"/>
            </a:pPr>
            <a:r>
              <a:rPr lang="en-US"/>
              <a:t>Portability</a:t>
            </a:r>
            <a:r>
              <a:rPr lang="en-US"/>
              <a:t> (Tính linh động)</a:t>
            </a:r>
            <a:endParaRPr/>
          </a:p>
          <a:p>
            <a:pPr indent="-246888" lvl="1" marL="640080" rtl="0" algn="l">
              <a:spcBef>
                <a:spcPts val="480"/>
              </a:spcBef>
              <a:spcAft>
                <a:spcPts val="0"/>
              </a:spcAft>
              <a:buSzPts val="2040"/>
              <a:buChar char="⚫"/>
            </a:pPr>
            <a:r>
              <a:rPr lang="en-US"/>
              <a:t>Cần xác định rõ:</a:t>
            </a:r>
            <a:endParaRPr/>
          </a:p>
          <a:p>
            <a:pPr indent="-246887" lvl="2" marL="914400" rtl="0" algn="l">
              <a:spcBef>
                <a:spcPts val="420"/>
              </a:spcBef>
              <a:spcAft>
                <a:spcPts val="0"/>
              </a:spcAft>
              <a:buSzPts val="1470"/>
              <a:buChar char="⚫"/>
            </a:pPr>
            <a:r>
              <a:rPr lang="en-US"/>
              <a:t>Các node</a:t>
            </a:r>
            <a:endParaRPr/>
          </a:p>
          <a:p>
            <a:pPr indent="-246887" lvl="2" marL="914400" rtl="0" algn="l">
              <a:spcBef>
                <a:spcPts val="420"/>
              </a:spcBef>
              <a:spcAft>
                <a:spcPts val="0"/>
              </a:spcAft>
              <a:buSzPts val="1470"/>
              <a:buChar char="⚫"/>
            </a:pPr>
            <a:r>
              <a:rPr lang="en-US"/>
              <a:t>Quan hệ giữa các nodes</a:t>
            </a:r>
            <a:endParaRPr/>
          </a:p>
          <a:p>
            <a:pPr indent="-153543" lvl="2" marL="914400" rtl="0" algn="l">
              <a:spcBef>
                <a:spcPts val="420"/>
              </a:spcBef>
              <a:spcAft>
                <a:spcPts val="0"/>
              </a:spcAft>
              <a:buSzPts val="1470"/>
              <a:buNone/>
            </a:pPr>
            <a:r>
              <a:t/>
            </a:r>
            <a:endParaRPr/>
          </a:p>
        </p:txBody>
      </p:sp>
      <p:sp>
        <p:nvSpPr>
          <p:cNvPr id="202" name="Google Shape;202;p13"/>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pic>
        <p:nvPicPr>
          <p:cNvPr id="203" name="Google Shape;203;p13"/>
          <p:cNvPicPr preferRelativeResize="0"/>
          <p:nvPr/>
        </p:nvPicPr>
        <p:blipFill rotWithShape="1">
          <a:blip r:embed="rId3">
            <a:alphaModFix/>
          </a:blip>
          <a:srcRect b="0" l="0" r="0" t="0"/>
          <a:stretch/>
        </p:blipFill>
        <p:spPr>
          <a:xfrm>
            <a:off x="4343400" y="3276600"/>
            <a:ext cx="4343400" cy="3126724"/>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14"/>
          <p:cNvSpPr txBox="1"/>
          <p:nvPr>
            <p:ph idx="1" type="body"/>
          </p:nvPr>
        </p:nvSpPr>
        <p:spPr>
          <a:xfrm>
            <a:off x="457200" y="990600"/>
            <a:ext cx="8229600" cy="533400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470"/>
              <a:buChar char="⚫"/>
            </a:pPr>
            <a:r>
              <a:rPr lang="en-US"/>
              <a:t>Mô hình triển khai được sử dụng để:</a:t>
            </a:r>
            <a:endParaRPr/>
          </a:p>
          <a:p>
            <a:pPr indent="-246888" lvl="1" marL="640080" rtl="0" algn="l">
              <a:spcBef>
                <a:spcPts val="480"/>
              </a:spcBef>
              <a:spcAft>
                <a:spcPts val="0"/>
              </a:spcAft>
              <a:buSzPts val="2040"/>
              <a:buChar char="⚫"/>
            </a:pPr>
            <a:r>
              <a:rPr lang="en-US"/>
              <a:t>Mô hình Topo phần cứng của HT</a:t>
            </a:r>
            <a:endParaRPr/>
          </a:p>
          <a:p>
            <a:pPr indent="-246888" lvl="1" marL="640080" rtl="0" algn="l">
              <a:spcBef>
                <a:spcPts val="480"/>
              </a:spcBef>
              <a:spcAft>
                <a:spcPts val="0"/>
              </a:spcAft>
              <a:buSzPts val="2040"/>
              <a:buChar char="⚫"/>
            </a:pPr>
            <a:r>
              <a:rPr lang="en-US"/>
              <a:t>Mô hình hệ thống ẩn</a:t>
            </a:r>
            <a:endParaRPr/>
          </a:p>
          <a:p>
            <a:pPr indent="-246888" lvl="1" marL="640080" rtl="0" algn="l">
              <a:spcBef>
                <a:spcPts val="480"/>
              </a:spcBef>
              <a:spcAft>
                <a:spcPts val="0"/>
              </a:spcAft>
              <a:buSzPts val="2040"/>
              <a:buChar char="⚫"/>
            </a:pPr>
            <a:r>
              <a:rPr lang="en-US"/>
              <a:t>Mô hình chi tiết các phần cứng cho hệ thống client/server</a:t>
            </a:r>
            <a:endParaRPr/>
          </a:p>
          <a:p>
            <a:pPr indent="-246888" lvl="1" marL="640080" rtl="0" algn="l">
              <a:spcBef>
                <a:spcPts val="480"/>
              </a:spcBef>
              <a:spcAft>
                <a:spcPts val="0"/>
              </a:spcAft>
              <a:buSzPts val="2040"/>
              <a:buChar char="⚫"/>
            </a:pPr>
            <a:r>
              <a:rPr lang="en-US"/>
              <a:t>Mô hình chi tiết phần cứng chi tiết của ứng dụng phân phối</a:t>
            </a:r>
            <a:endParaRPr/>
          </a:p>
          <a:p>
            <a:pPr indent="-246888" lvl="1" marL="640080" rtl="0" algn="l">
              <a:spcBef>
                <a:spcPts val="480"/>
              </a:spcBef>
              <a:spcAft>
                <a:spcPts val="0"/>
              </a:spcAft>
              <a:buSzPts val="2040"/>
              <a:buChar char="⚫"/>
            </a:pPr>
            <a:r>
              <a:rPr lang="en-US"/>
              <a:t>Cho kỹ thuật chuyển và đảo nghịch</a:t>
            </a:r>
            <a:endParaRPr/>
          </a:p>
        </p:txBody>
      </p:sp>
      <p:sp>
        <p:nvSpPr>
          <p:cNvPr id="209" name="Google Shape;209;p14"/>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15"/>
          <p:cNvSpPr txBox="1"/>
          <p:nvPr>
            <p:ph idx="1" type="body"/>
          </p:nvPr>
        </p:nvSpPr>
        <p:spPr>
          <a:xfrm>
            <a:off x="228600" y="2209800"/>
            <a:ext cx="8458200" cy="4267200"/>
          </a:xfrm>
          <a:prstGeom prst="rect">
            <a:avLst/>
          </a:prstGeom>
          <a:noFill/>
          <a:ln>
            <a:noFill/>
          </a:ln>
        </p:spPr>
        <p:txBody>
          <a:bodyPr anchorCtr="0" anchor="t" bIns="45700" lIns="91425" spcFirstLastPara="1" rIns="91425" wrap="square" tIns="45700">
            <a:normAutofit/>
          </a:bodyPr>
          <a:lstStyle/>
          <a:p>
            <a:pPr indent="-274320" lvl="0" marL="274320" rtl="0" algn="l">
              <a:lnSpc>
                <a:spcPct val="90000"/>
              </a:lnSpc>
              <a:spcBef>
                <a:spcPts val="0"/>
              </a:spcBef>
              <a:spcAft>
                <a:spcPts val="0"/>
              </a:spcAft>
              <a:buSzPts val="2470"/>
              <a:buChar char="⚫"/>
            </a:pPr>
            <a:r>
              <a:rPr lang="en-US"/>
              <a:t>Use case Diagram</a:t>
            </a:r>
            <a:endParaRPr/>
          </a:p>
          <a:p>
            <a:pPr indent="-274320" lvl="0" marL="274320" rtl="0" algn="l">
              <a:lnSpc>
                <a:spcPct val="90000"/>
              </a:lnSpc>
              <a:spcBef>
                <a:spcPts val="520"/>
              </a:spcBef>
              <a:spcAft>
                <a:spcPts val="0"/>
              </a:spcAft>
              <a:buSzPts val="2470"/>
              <a:buNone/>
            </a:pPr>
            <a:r>
              <a:rPr lang="en-US"/>
              <a:t>Khía cạnh quan trọng nhất của mô hình hệ thống là biểu diễn các hành vi động – hành vi của hệ thống khi chạy hay vận hành. Use case là một trong 5 biểu đồ động.</a:t>
            </a:r>
            <a:endParaRPr/>
          </a:p>
          <a:p>
            <a:pPr indent="-274320" lvl="0" marL="274320" rtl="0" algn="l">
              <a:lnSpc>
                <a:spcPct val="90000"/>
              </a:lnSpc>
              <a:spcBef>
                <a:spcPts val="520"/>
              </a:spcBef>
              <a:spcAft>
                <a:spcPts val="0"/>
              </a:spcAft>
              <a:buSzPts val="2470"/>
              <a:buChar char="⚫"/>
            </a:pPr>
            <a:r>
              <a:rPr lang="en-US"/>
              <a:t>Thành phần liên quan đến use case là vai trò người dùng (actors).</a:t>
            </a:r>
            <a:endParaRPr/>
          </a:p>
          <a:p>
            <a:pPr indent="-274320" lvl="0" marL="274320" rtl="0" algn="l">
              <a:lnSpc>
                <a:spcPct val="90000"/>
              </a:lnSpc>
              <a:spcBef>
                <a:spcPts val="520"/>
              </a:spcBef>
              <a:spcAft>
                <a:spcPts val="0"/>
              </a:spcAft>
              <a:buSzPts val="2470"/>
              <a:buChar char="⚫"/>
            </a:pPr>
            <a:r>
              <a:rPr lang="en-US"/>
              <a:t>Biểu đồ use case bao gồm actors, các use case và quan hệ giữa chúng. Biểu đồ được dùng cho mô hình hệ thống/hệ thống con của ứng dụng. Một use case đơn thể hiện một chức năng cụ thể của hệ thống.</a:t>
            </a:r>
            <a:endParaRPr/>
          </a:p>
          <a:p>
            <a:pPr indent="-274320" lvl="0" marL="274320" rtl="0" algn="l">
              <a:lnSpc>
                <a:spcPct val="90000"/>
              </a:lnSpc>
              <a:spcBef>
                <a:spcPts val="520"/>
              </a:spcBef>
              <a:spcAft>
                <a:spcPts val="0"/>
              </a:spcAft>
              <a:buSzPts val="2470"/>
              <a:buNone/>
            </a:pPr>
            <a:r>
              <a:t/>
            </a:r>
            <a:endParaRPr/>
          </a:p>
          <a:p>
            <a:pPr indent="-117475" lvl="0" marL="274320" rtl="0" algn="l">
              <a:lnSpc>
                <a:spcPct val="90000"/>
              </a:lnSpc>
              <a:spcBef>
                <a:spcPts val="520"/>
              </a:spcBef>
              <a:spcAft>
                <a:spcPts val="0"/>
              </a:spcAft>
              <a:buSzPts val="2470"/>
              <a:buNone/>
            </a:pPr>
            <a:r>
              <a:t/>
            </a:r>
            <a:endParaRPr/>
          </a:p>
        </p:txBody>
      </p:sp>
      <p:sp>
        <p:nvSpPr>
          <p:cNvPr id="215" name="Google Shape;215;p15"/>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sp>
        <p:nvSpPr>
          <p:cNvPr id="216" name="Google Shape;216;p15"/>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5000"/>
              <a:buFont typeface="Calibri"/>
              <a:buNone/>
            </a:pPr>
            <a:r>
              <a:rPr lang="en-US"/>
              <a:t>Biểu đồ Use case (ca sử dụng)</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p16"/>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pic>
        <p:nvPicPr>
          <p:cNvPr id="222" name="Google Shape;222;p16"/>
          <p:cNvPicPr preferRelativeResize="0"/>
          <p:nvPr>
            <p:ph idx="1" type="body"/>
          </p:nvPr>
        </p:nvPicPr>
        <p:blipFill rotWithShape="1">
          <a:blip r:embed="rId3">
            <a:alphaModFix/>
          </a:blip>
          <a:srcRect b="0" l="0" r="0" t="0"/>
          <a:stretch/>
        </p:blipFill>
        <p:spPr>
          <a:xfrm>
            <a:off x="4991100" y="1828800"/>
            <a:ext cx="4152900" cy="3038475"/>
          </a:xfrm>
          <a:prstGeom prst="rect">
            <a:avLst/>
          </a:prstGeom>
          <a:noFill/>
          <a:ln>
            <a:noFill/>
          </a:ln>
        </p:spPr>
      </p:pic>
      <p:sp>
        <p:nvSpPr>
          <p:cNvPr id="223" name="Google Shape;223;p16"/>
          <p:cNvSpPr txBox="1"/>
          <p:nvPr/>
        </p:nvSpPr>
        <p:spPr>
          <a:xfrm>
            <a:off x="457200" y="838200"/>
            <a:ext cx="8229600" cy="5486400"/>
          </a:xfrm>
          <a:prstGeom prst="rect">
            <a:avLst/>
          </a:prstGeom>
          <a:noFill/>
          <a:ln>
            <a:noFill/>
          </a:ln>
        </p:spPr>
        <p:txBody>
          <a:bodyPr anchorCtr="0" anchor="t" bIns="45700" lIns="91425" spcFirstLastPara="1" rIns="91425" wrap="square" tIns="45700">
            <a:normAutofit/>
          </a:bodyPr>
          <a:lstStyle/>
          <a:p>
            <a:pPr indent="-274320" lvl="0" marL="274320" marR="0" rtl="0" algn="l">
              <a:lnSpc>
                <a:spcPct val="100000"/>
              </a:lnSpc>
              <a:spcBef>
                <a:spcPts val="0"/>
              </a:spcBef>
              <a:spcAft>
                <a:spcPts val="0"/>
              </a:spcAft>
              <a:buClr>
                <a:schemeClr val="accent3"/>
              </a:buClr>
              <a:buSzPts val="2470"/>
              <a:buFont typeface="Noto Sans Symbols"/>
              <a:buChar char="⚫"/>
            </a:pPr>
            <a:r>
              <a:rPr lang="en-US" sz="2600">
                <a:solidFill>
                  <a:schemeClr val="dk1"/>
                </a:solidFill>
                <a:latin typeface="Constantia"/>
                <a:ea typeface="Constantia"/>
                <a:cs typeface="Constantia"/>
                <a:sym typeface="Constantia"/>
              </a:rPr>
              <a:t>Mục đích:</a:t>
            </a:r>
            <a:endParaRPr/>
          </a:p>
          <a:p>
            <a:pPr indent="-274319" lvl="1" marL="731520" marR="0" rtl="0" algn="l">
              <a:spcBef>
                <a:spcPts val="520"/>
              </a:spcBef>
              <a:spcAft>
                <a:spcPts val="0"/>
              </a:spcAft>
              <a:buClr>
                <a:schemeClr val="accent3"/>
              </a:buClr>
              <a:buSzPts val="2470"/>
              <a:buFont typeface="Noto Sans Symbols"/>
              <a:buChar char="⚫"/>
            </a:pPr>
            <a:r>
              <a:rPr b="0" i="0" lang="en-US" sz="2600" u="none" cap="none" strike="noStrike">
                <a:solidFill>
                  <a:schemeClr val="dk1"/>
                </a:solidFill>
                <a:latin typeface="Constantia"/>
                <a:ea typeface="Constantia"/>
                <a:cs typeface="Constantia"/>
                <a:sym typeface="Constantia"/>
              </a:rPr>
              <a:t>Thu thập các yêu cầu của HT</a:t>
            </a:r>
            <a:endParaRPr/>
          </a:p>
          <a:p>
            <a:pPr indent="-274319" lvl="1" marL="731520" marR="0" rtl="0" algn="l">
              <a:spcBef>
                <a:spcPts val="520"/>
              </a:spcBef>
              <a:spcAft>
                <a:spcPts val="0"/>
              </a:spcAft>
              <a:buClr>
                <a:schemeClr val="accent3"/>
              </a:buClr>
              <a:buSzPts val="2470"/>
              <a:buFont typeface="Noto Sans Symbols"/>
              <a:buChar char="⚫"/>
            </a:pPr>
            <a:r>
              <a:rPr b="0" i="0" lang="en-US" sz="2600" u="none" cap="none" strike="noStrike">
                <a:solidFill>
                  <a:schemeClr val="dk1"/>
                </a:solidFill>
                <a:latin typeface="Constantia"/>
                <a:ea typeface="Constantia"/>
                <a:cs typeface="Constantia"/>
                <a:sym typeface="Constantia"/>
              </a:rPr>
              <a:t>Mô tả hình ảnh bên ngoài</a:t>
            </a:r>
            <a:endParaRPr b="0" i="0" sz="2600" u="none" cap="none" strike="noStrike">
              <a:solidFill>
                <a:schemeClr val="dk1"/>
              </a:solidFill>
              <a:latin typeface="Constantia"/>
              <a:ea typeface="Constantia"/>
              <a:cs typeface="Constantia"/>
              <a:sym typeface="Constantia"/>
            </a:endParaRPr>
          </a:p>
          <a:p>
            <a:pPr indent="-274319" lvl="1" marL="731520" marR="0" rtl="0" algn="l">
              <a:spcBef>
                <a:spcPts val="520"/>
              </a:spcBef>
              <a:spcAft>
                <a:spcPts val="0"/>
              </a:spcAft>
              <a:buNone/>
            </a:pPr>
            <a:r>
              <a:rPr b="0" i="0" lang="en-US" sz="2600" u="none" cap="none" strike="noStrike">
                <a:solidFill>
                  <a:schemeClr val="dk1"/>
                </a:solidFill>
                <a:latin typeface="Constantia"/>
                <a:ea typeface="Constantia"/>
                <a:cs typeface="Constantia"/>
                <a:sym typeface="Constantia"/>
              </a:rPr>
              <a:t>Của hệ thống.</a:t>
            </a:r>
            <a:endParaRPr/>
          </a:p>
          <a:p>
            <a:pPr indent="-274319" lvl="1" marL="731520" marR="0" rtl="0" algn="l">
              <a:spcBef>
                <a:spcPts val="520"/>
              </a:spcBef>
              <a:spcAft>
                <a:spcPts val="0"/>
              </a:spcAft>
              <a:buClr>
                <a:schemeClr val="accent3"/>
              </a:buClr>
              <a:buSzPts val="2470"/>
              <a:buFont typeface="Arial"/>
              <a:buChar char="•"/>
            </a:pPr>
            <a:r>
              <a:rPr b="0" i="0" lang="en-US" sz="2600" u="none" cap="none" strike="noStrike">
                <a:solidFill>
                  <a:schemeClr val="dk1"/>
                </a:solidFill>
                <a:latin typeface="Constantia"/>
                <a:ea typeface="Constantia"/>
                <a:cs typeface="Constantia"/>
                <a:sym typeface="Constantia"/>
              </a:rPr>
              <a:t>Xác định các nhân tố trong </a:t>
            </a:r>
            <a:endParaRPr/>
          </a:p>
          <a:p>
            <a:pPr indent="-274319" lvl="1" marL="731520" marR="0" rtl="0" algn="l">
              <a:spcBef>
                <a:spcPts val="520"/>
              </a:spcBef>
              <a:spcAft>
                <a:spcPts val="0"/>
              </a:spcAft>
              <a:buNone/>
            </a:pPr>
            <a:r>
              <a:rPr b="0" i="0" lang="en-US" sz="2600" u="none" cap="none" strike="noStrike">
                <a:solidFill>
                  <a:schemeClr val="dk1"/>
                </a:solidFill>
                <a:latin typeface="Constantia"/>
                <a:ea typeface="Constantia"/>
                <a:cs typeface="Constantia"/>
                <a:sym typeface="Constantia"/>
              </a:rPr>
              <a:t>và ngoài tác động hệ thống</a:t>
            </a:r>
            <a:endParaRPr b="0" i="0" sz="2600" u="none" cap="none" strike="noStrike">
              <a:solidFill>
                <a:schemeClr val="dk1"/>
              </a:solidFill>
              <a:latin typeface="Constantia"/>
              <a:ea typeface="Constantia"/>
              <a:cs typeface="Constantia"/>
              <a:sym typeface="Constantia"/>
            </a:endParaRPr>
          </a:p>
          <a:p>
            <a:pPr indent="-274319" lvl="1" marL="731520" marR="0" rtl="0" algn="l">
              <a:spcBef>
                <a:spcPts val="520"/>
              </a:spcBef>
              <a:spcAft>
                <a:spcPts val="0"/>
              </a:spcAft>
              <a:buClr>
                <a:schemeClr val="accent3"/>
              </a:buClr>
              <a:buSzPts val="2470"/>
              <a:buFont typeface="Arial"/>
              <a:buChar char="•"/>
            </a:pPr>
            <a:r>
              <a:rPr b="0" i="0" lang="en-US" sz="2600" u="none" cap="none" strike="noStrike">
                <a:solidFill>
                  <a:schemeClr val="dk1"/>
                </a:solidFill>
                <a:latin typeface="Constantia"/>
                <a:ea typeface="Constantia"/>
                <a:cs typeface="Constantia"/>
                <a:sym typeface="Constantia"/>
              </a:rPr>
              <a:t>Chỉ ra tương tác giữa các </a:t>
            </a:r>
            <a:endParaRPr/>
          </a:p>
          <a:p>
            <a:pPr indent="-274319" lvl="1" marL="731520" marR="0" rtl="0" algn="l">
              <a:spcBef>
                <a:spcPts val="520"/>
              </a:spcBef>
              <a:spcAft>
                <a:spcPts val="0"/>
              </a:spcAft>
              <a:buNone/>
            </a:pPr>
            <a:r>
              <a:rPr b="0" i="0" lang="en-US" sz="2600" u="none" cap="none" strike="noStrike">
                <a:solidFill>
                  <a:schemeClr val="dk1"/>
                </a:solidFill>
                <a:latin typeface="Constantia"/>
                <a:ea typeface="Constantia"/>
                <a:cs typeface="Constantia"/>
                <a:sym typeface="Constantia"/>
              </a:rPr>
              <a:t>yêu cầu là các tác nhân.</a:t>
            </a:r>
            <a:endParaRPr b="0" i="0" sz="2600" u="none" cap="none" strike="noStrike">
              <a:solidFill>
                <a:schemeClr val="dk1"/>
              </a:solidFill>
              <a:latin typeface="Constantia"/>
              <a:ea typeface="Constantia"/>
              <a:cs typeface="Constantia"/>
              <a:sym typeface="Constantia"/>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17"/>
          <p:cNvSpPr txBox="1"/>
          <p:nvPr>
            <p:ph idx="1" type="body"/>
          </p:nvPr>
        </p:nvSpPr>
        <p:spPr>
          <a:xfrm>
            <a:off x="457200" y="990600"/>
            <a:ext cx="8229600" cy="487680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470"/>
              <a:buChar char="⚫"/>
            </a:pPr>
            <a:r>
              <a:rPr lang="en-US"/>
              <a:t>Vẽ biểu đồ Use case </a:t>
            </a:r>
            <a:endParaRPr/>
          </a:p>
          <a:p>
            <a:pPr indent="-246888" lvl="1" marL="640080" rtl="0" algn="l">
              <a:spcBef>
                <a:spcPts val="480"/>
              </a:spcBef>
              <a:spcAft>
                <a:spcPts val="0"/>
              </a:spcAft>
              <a:buSzPts val="2040"/>
              <a:buChar char="⚫"/>
            </a:pPr>
            <a:r>
              <a:rPr lang="en-US"/>
              <a:t>Biểu đồ use case được xem như phân tích yêu cầu cao cấp của hệ thống. Khi các yêu cầu hệ thống được phân tích, các chức năng được thể hiện trong các use case.</a:t>
            </a:r>
            <a:endParaRPr/>
          </a:p>
          <a:p>
            <a:pPr indent="-246888" lvl="1" marL="640080" rtl="0" algn="l">
              <a:spcBef>
                <a:spcPts val="480"/>
              </a:spcBef>
              <a:spcAft>
                <a:spcPts val="0"/>
              </a:spcAft>
              <a:buSzPts val="2040"/>
              <a:buChar char="⚫"/>
            </a:pPr>
            <a:r>
              <a:rPr lang="en-US"/>
              <a:t>Actors có thể là người dùng, là ứng dụng nội tại, hay là các ứng dụng bên ngoài.</a:t>
            </a:r>
            <a:endParaRPr/>
          </a:p>
          <a:p>
            <a:pPr indent="-246888" lvl="1" marL="640080" rtl="0" algn="l">
              <a:spcBef>
                <a:spcPts val="480"/>
              </a:spcBef>
              <a:spcAft>
                <a:spcPts val="0"/>
              </a:spcAft>
              <a:buSzPts val="2040"/>
              <a:buChar char="⚫"/>
            </a:pPr>
            <a:r>
              <a:rPr lang="en-US"/>
              <a:t>Khi vẽ cần xác định:</a:t>
            </a:r>
            <a:endParaRPr/>
          </a:p>
          <a:p>
            <a:pPr indent="-246887" lvl="2" marL="914400" rtl="0" algn="l">
              <a:spcBef>
                <a:spcPts val="420"/>
              </a:spcBef>
              <a:spcAft>
                <a:spcPts val="0"/>
              </a:spcAft>
              <a:buSzPts val="1470"/>
              <a:buChar char="⚫"/>
            </a:pPr>
            <a:r>
              <a:rPr lang="en-US"/>
              <a:t>Các chức năng được thể hiện như use case</a:t>
            </a:r>
            <a:endParaRPr/>
          </a:p>
          <a:p>
            <a:pPr indent="-246887" lvl="2" marL="914400" rtl="0" algn="l">
              <a:spcBef>
                <a:spcPts val="420"/>
              </a:spcBef>
              <a:spcAft>
                <a:spcPts val="0"/>
              </a:spcAft>
              <a:buSzPts val="1470"/>
              <a:buChar char="⚫"/>
            </a:pPr>
            <a:r>
              <a:rPr lang="en-US"/>
              <a:t>Actors</a:t>
            </a:r>
            <a:endParaRPr/>
          </a:p>
          <a:p>
            <a:pPr indent="-246887" lvl="2" marL="914400" rtl="0" algn="l">
              <a:spcBef>
                <a:spcPts val="420"/>
              </a:spcBef>
              <a:spcAft>
                <a:spcPts val="0"/>
              </a:spcAft>
              <a:buSzPts val="1470"/>
              <a:buChar char="⚫"/>
            </a:pPr>
            <a:r>
              <a:rPr lang="en-US"/>
              <a:t>Quan hệ giữa các use case và actors.</a:t>
            </a:r>
            <a:endParaRPr/>
          </a:p>
        </p:txBody>
      </p:sp>
      <p:sp>
        <p:nvSpPr>
          <p:cNvPr id="229" name="Google Shape;229;p17"/>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sp>
        <p:nvSpPr>
          <p:cNvPr id="234" name="Google Shape;234;p18"/>
          <p:cNvSpPr txBox="1"/>
          <p:nvPr>
            <p:ph idx="1" type="body"/>
          </p:nvPr>
        </p:nvSpPr>
        <p:spPr>
          <a:xfrm>
            <a:off x="457200" y="609600"/>
            <a:ext cx="8229600" cy="5715000"/>
          </a:xfrm>
          <a:prstGeom prst="rect">
            <a:avLst/>
          </a:prstGeom>
          <a:noFill/>
          <a:ln>
            <a:noFill/>
          </a:ln>
        </p:spPr>
        <p:txBody>
          <a:bodyPr anchorCtr="0" anchor="t" bIns="45700" lIns="91425" spcFirstLastPara="1" rIns="91425" wrap="square" tIns="45700">
            <a:normAutofit/>
          </a:bodyPr>
          <a:lstStyle/>
          <a:p>
            <a:pPr indent="-246888" lvl="1" marL="640080" rtl="0" algn="l">
              <a:spcBef>
                <a:spcPts val="0"/>
              </a:spcBef>
              <a:spcAft>
                <a:spcPts val="0"/>
              </a:spcAft>
              <a:buSzPts val="2040"/>
              <a:buChar char="⚫"/>
            </a:pPr>
            <a:r>
              <a:rPr lang="en-US"/>
              <a:t>Lưu ý:</a:t>
            </a:r>
            <a:endParaRPr/>
          </a:p>
          <a:p>
            <a:pPr indent="-246887" lvl="2" marL="914400" rtl="0" algn="l">
              <a:spcBef>
                <a:spcPts val="420"/>
              </a:spcBef>
              <a:spcAft>
                <a:spcPts val="0"/>
              </a:spcAft>
              <a:buSzPts val="1470"/>
              <a:buChar char="⚫"/>
            </a:pPr>
            <a:r>
              <a:rPr lang="en-US"/>
              <a:t>Tên của use case rất quan trọng</a:t>
            </a:r>
            <a:endParaRPr/>
          </a:p>
          <a:p>
            <a:pPr indent="-246887" lvl="2" marL="914400" rtl="0" algn="l">
              <a:spcBef>
                <a:spcPts val="420"/>
              </a:spcBef>
              <a:spcAft>
                <a:spcPts val="0"/>
              </a:spcAft>
              <a:buSzPts val="1470"/>
              <a:buChar char="⚫"/>
            </a:pPr>
            <a:r>
              <a:rPr lang="en-US"/>
              <a:t>Tên thích hợp cho actors</a:t>
            </a:r>
            <a:endParaRPr/>
          </a:p>
          <a:p>
            <a:pPr indent="-246887" lvl="2" marL="914400" rtl="0" algn="l">
              <a:spcBef>
                <a:spcPts val="420"/>
              </a:spcBef>
              <a:spcAft>
                <a:spcPts val="0"/>
              </a:spcAft>
              <a:buSzPts val="1470"/>
              <a:buChar char="⚫"/>
            </a:pPr>
            <a:r>
              <a:rPr lang="en-US"/>
              <a:t>Hiển thị mối quan hệ và phụ thuộc rõ ràng trong biểu đồ</a:t>
            </a:r>
            <a:endParaRPr/>
          </a:p>
          <a:p>
            <a:pPr indent="-246887" lvl="2" marL="914400" rtl="0" algn="l">
              <a:spcBef>
                <a:spcPts val="420"/>
              </a:spcBef>
              <a:spcAft>
                <a:spcPts val="0"/>
              </a:spcAft>
              <a:buSzPts val="1470"/>
              <a:buChar char="⚫"/>
            </a:pPr>
            <a:r>
              <a:rPr lang="en-US"/>
              <a:t>Không cần cố đưa ra tất các kiểu quan hệ. Mục đích chính của biểu đồ là xác định các yêu cầu.</a:t>
            </a:r>
            <a:endParaRPr/>
          </a:p>
          <a:p>
            <a:pPr indent="-246887" lvl="2" marL="914400" rtl="0" algn="l">
              <a:spcBef>
                <a:spcPts val="420"/>
              </a:spcBef>
              <a:spcAft>
                <a:spcPts val="0"/>
              </a:spcAft>
              <a:buSzPts val="1470"/>
              <a:buChar char="⚫"/>
            </a:pPr>
            <a:r>
              <a:rPr lang="en-US"/>
              <a:t>Sử dụng chú ý khi có các điểm quan trọng</a:t>
            </a:r>
            <a:endParaRPr/>
          </a:p>
          <a:p>
            <a:pPr indent="-274320" lvl="0" marL="274320" rtl="0" algn="l">
              <a:spcBef>
                <a:spcPts val="520"/>
              </a:spcBef>
              <a:spcAft>
                <a:spcPts val="0"/>
              </a:spcAft>
              <a:buSzPts val="2470"/>
              <a:buChar char="⚫"/>
            </a:pPr>
            <a:r>
              <a:rPr lang="en-US"/>
              <a:t>Biểu đồ use case được sử dụng ở đâu?</a:t>
            </a:r>
            <a:endParaRPr/>
          </a:p>
          <a:p>
            <a:pPr indent="-246888" lvl="1" marL="640080" rtl="0" algn="l">
              <a:spcBef>
                <a:spcPts val="480"/>
              </a:spcBef>
              <a:spcAft>
                <a:spcPts val="0"/>
              </a:spcAft>
              <a:buSzPts val="2040"/>
              <a:buChar char="⚫"/>
            </a:pPr>
            <a:r>
              <a:rPr lang="en-US"/>
              <a:t>Phân tích yêu cầu và thiết kế cấp độ cao</a:t>
            </a:r>
            <a:endParaRPr/>
          </a:p>
          <a:p>
            <a:pPr indent="-246888" lvl="1" marL="640080" rtl="0" algn="l">
              <a:spcBef>
                <a:spcPts val="480"/>
              </a:spcBef>
              <a:spcAft>
                <a:spcPts val="0"/>
              </a:spcAft>
              <a:buSzPts val="2040"/>
              <a:buChar char="⚫"/>
            </a:pPr>
            <a:r>
              <a:rPr lang="en-US"/>
              <a:t>Mô hình nội dung của hệ thống</a:t>
            </a:r>
            <a:endParaRPr/>
          </a:p>
          <a:p>
            <a:pPr indent="-246888" lvl="1" marL="640080" rtl="0" algn="l">
              <a:spcBef>
                <a:spcPts val="480"/>
              </a:spcBef>
              <a:spcAft>
                <a:spcPts val="0"/>
              </a:spcAft>
              <a:buSzPts val="2040"/>
              <a:buChar char="⚫"/>
            </a:pPr>
            <a:r>
              <a:rPr lang="en-US"/>
              <a:t>Kỹ thuật đảo nghịch</a:t>
            </a:r>
            <a:endParaRPr/>
          </a:p>
          <a:p>
            <a:pPr indent="-246888" lvl="1" marL="640080" rtl="0" algn="l">
              <a:spcBef>
                <a:spcPts val="480"/>
              </a:spcBef>
              <a:spcAft>
                <a:spcPts val="0"/>
              </a:spcAft>
              <a:buSzPts val="2040"/>
              <a:buChar char="⚫"/>
            </a:pPr>
            <a:r>
              <a:rPr lang="en-US"/>
              <a:t>Kỹ thuật chuyển.</a:t>
            </a:r>
            <a:endParaRPr/>
          </a:p>
          <a:p>
            <a:pPr indent="-117475" lvl="0" marL="274320" rtl="0" algn="l">
              <a:spcBef>
                <a:spcPts val="520"/>
              </a:spcBef>
              <a:spcAft>
                <a:spcPts val="0"/>
              </a:spcAft>
              <a:buSzPts val="2470"/>
              <a:buNone/>
            </a:pPr>
            <a:r>
              <a:t/>
            </a:r>
            <a:endParaRPr/>
          </a:p>
        </p:txBody>
      </p:sp>
      <p:sp>
        <p:nvSpPr>
          <p:cNvPr id="235" name="Google Shape;235;p18"/>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sp>
        <p:nvSpPr>
          <p:cNvPr id="240" name="Google Shape;240;p19"/>
          <p:cNvSpPr txBox="1"/>
          <p:nvPr>
            <p:ph type="title"/>
          </p:nvPr>
        </p:nvSpPr>
        <p:spPr>
          <a:xfrm>
            <a:off x="457200" y="381000"/>
            <a:ext cx="8229600" cy="1066800"/>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4500"/>
              <a:buFont typeface="Calibri"/>
              <a:buNone/>
            </a:pPr>
            <a:r>
              <a:rPr lang="en-US" sz="4500"/>
              <a:t>Các biểu đồ tương tác - </a:t>
            </a:r>
            <a:r>
              <a:rPr lang="en-US" sz="4500"/>
              <a:t>Interactions</a:t>
            </a:r>
            <a:endParaRPr sz="4500"/>
          </a:p>
        </p:txBody>
      </p:sp>
      <p:sp>
        <p:nvSpPr>
          <p:cNvPr id="241" name="Google Shape;241;p19"/>
          <p:cNvSpPr txBox="1"/>
          <p:nvPr>
            <p:ph idx="1" type="body"/>
          </p:nvPr>
        </p:nvSpPr>
        <p:spPr>
          <a:xfrm>
            <a:off x="457200" y="1371600"/>
            <a:ext cx="8229600" cy="5486400"/>
          </a:xfrm>
          <a:prstGeom prst="rect">
            <a:avLst/>
          </a:prstGeom>
          <a:noFill/>
          <a:ln>
            <a:noFill/>
          </a:ln>
        </p:spPr>
        <p:txBody>
          <a:bodyPr anchorCtr="0" anchor="t" bIns="45700" lIns="91425" spcFirstLastPara="1" rIns="91425" wrap="square" tIns="45700">
            <a:normAutofit/>
          </a:bodyPr>
          <a:lstStyle/>
          <a:p>
            <a:pPr indent="-274320" lvl="0" marL="274320" rtl="0" algn="l">
              <a:lnSpc>
                <a:spcPct val="90000"/>
              </a:lnSpc>
              <a:spcBef>
                <a:spcPts val="0"/>
              </a:spcBef>
              <a:spcAft>
                <a:spcPts val="0"/>
              </a:spcAft>
              <a:buSzPts val="2285"/>
              <a:buChar char="⚫"/>
            </a:pPr>
            <a:r>
              <a:rPr lang="en-US" sz="2405"/>
              <a:t>Bao gồm:</a:t>
            </a:r>
            <a:endParaRPr/>
          </a:p>
          <a:p>
            <a:pPr indent="-246888" lvl="1" marL="640080" rtl="0" algn="l">
              <a:lnSpc>
                <a:spcPct val="90000"/>
              </a:lnSpc>
              <a:spcBef>
                <a:spcPts val="444"/>
              </a:spcBef>
              <a:spcAft>
                <a:spcPts val="0"/>
              </a:spcAft>
              <a:buSzPts val="1887"/>
              <a:buChar char="⚫"/>
            </a:pPr>
            <a:r>
              <a:rPr lang="en-US" sz="2220"/>
              <a:t>Biểu đồ tuần tự (Sequence diagram)</a:t>
            </a:r>
            <a:endParaRPr/>
          </a:p>
          <a:p>
            <a:pPr indent="-246888" lvl="1" marL="640080" rtl="0" algn="l">
              <a:lnSpc>
                <a:spcPct val="90000"/>
              </a:lnSpc>
              <a:spcBef>
                <a:spcPts val="444"/>
              </a:spcBef>
              <a:spcAft>
                <a:spcPts val="0"/>
              </a:spcAft>
              <a:buSzPts val="1887"/>
              <a:buChar char="⚫"/>
            </a:pPr>
            <a:r>
              <a:rPr lang="en-US" sz="2220"/>
              <a:t>Biểu đồ hợp tác (Collaboration diagram)</a:t>
            </a:r>
            <a:endParaRPr/>
          </a:p>
          <a:p>
            <a:pPr indent="-274320" lvl="0" marL="274320" rtl="0" algn="l">
              <a:lnSpc>
                <a:spcPct val="90000"/>
              </a:lnSpc>
              <a:spcBef>
                <a:spcPts val="481"/>
              </a:spcBef>
              <a:spcAft>
                <a:spcPts val="0"/>
              </a:spcAft>
              <a:buSzPts val="2285"/>
              <a:buChar char="⚫"/>
            </a:pPr>
            <a:r>
              <a:rPr lang="en-US" sz="2405"/>
              <a:t>Mục đích:</a:t>
            </a:r>
            <a:endParaRPr/>
          </a:p>
          <a:p>
            <a:pPr indent="-246888" lvl="1" marL="640080" rtl="0" algn="l">
              <a:lnSpc>
                <a:spcPct val="90000"/>
              </a:lnSpc>
              <a:spcBef>
                <a:spcPts val="444"/>
              </a:spcBef>
              <a:spcAft>
                <a:spcPts val="0"/>
              </a:spcAft>
              <a:buSzPts val="1887"/>
              <a:buChar char="⚫"/>
            </a:pPr>
            <a:r>
              <a:rPr lang="en-US" sz="2220"/>
              <a:t>Hình ảnh hóa các hành vi tương tác của hệ thống.</a:t>
            </a:r>
            <a:endParaRPr/>
          </a:p>
          <a:p>
            <a:pPr indent="-246888" lvl="1" marL="640080" rtl="0" algn="l">
              <a:lnSpc>
                <a:spcPct val="90000"/>
              </a:lnSpc>
              <a:spcBef>
                <a:spcPts val="444"/>
              </a:spcBef>
              <a:spcAft>
                <a:spcPts val="0"/>
              </a:spcAft>
              <a:buSzPts val="1887"/>
              <a:buChar char="⚫"/>
            </a:pPr>
            <a:r>
              <a:rPr lang="en-US" sz="2220"/>
              <a:t>Mô tả các luồng thông điệp (messages) trong hệ thống</a:t>
            </a:r>
            <a:endParaRPr sz="2220"/>
          </a:p>
          <a:p>
            <a:pPr indent="-246888" lvl="1" marL="640080" rtl="0" algn="l">
              <a:lnSpc>
                <a:spcPct val="90000"/>
              </a:lnSpc>
              <a:spcBef>
                <a:spcPts val="444"/>
              </a:spcBef>
              <a:spcAft>
                <a:spcPts val="0"/>
              </a:spcAft>
              <a:buSzPts val="1887"/>
              <a:buChar char="⚫"/>
            </a:pPr>
            <a:r>
              <a:rPr lang="en-US" sz="2220"/>
              <a:t>Mô tả tổ chức cấu trúc của các đối tượng</a:t>
            </a:r>
            <a:endParaRPr sz="2220"/>
          </a:p>
          <a:p>
            <a:pPr indent="-246888" lvl="1" marL="640080" rtl="0" algn="l">
              <a:lnSpc>
                <a:spcPct val="90000"/>
              </a:lnSpc>
              <a:spcBef>
                <a:spcPts val="444"/>
              </a:spcBef>
              <a:spcAft>
                <a:spcPts val="0"/>
              </a:spcAft>
              <a:buSzPts val="1887"/>
              <a:buChar char="⚫"/>
            </a:pPr>
            <a:r>
              <a:rPr lang="en-US" sz="2220"/>
              <a:t>Mô tả tương tác giữa các đối tượng</a:t>
            </a:r>
            <a:endParaRPr sz="2220"/>
          </a:p>
          <a:p>
            <a:pPr indent="-274320" lvl="0" marL="274320" rtl="0" algn="l">
              <a:lnSpc>
                <a:spcPct val="90000"/>
              </a:lnSpc>
              <a:spcBef>
                <a:spcPts val="481"/>
              </a:spcBef>
              <a:spcAft>
                <a:spcPts val="0"/>
              </a:spcAft>
              <a:buSzPts val="2285"/>
              <a:buChar char="⚫"/>
            </a:pPr>
            <a:r>
              <a:rPr lang="en-US" sz="2405"/>
              <a:t>Vẽ các biểu đồ tương tác:</a:t>
            </a:r>
            <a:endParaRPr/>
          </a:p>
          <a:p>
            <a:pPr indent="-246888" lvl="1" marL="640080" rtl="0" algn="l">
              <a:lnSpc>
                <a:spcPct val="90000"/>
              </a:lnSpc>
              <a:spcBef>
                <a:spcPts val="444"/>
              </a:spcBef>
              <a:spcAft>
                <a:spcPts val="0"/>
              </a:spcAft>
              <a:buSzPts val="1887"/>
              <a:buChar char="⚫"/>
            </a:pPr>
            <a:r>
              <a:rPr lang="en-US" sz="2220"/>
              <a:t>Cần xác định rõ trước khi vẽ:</a:t>
            </a:r>
            <a:endParaRPr/>
          </a:p>
          <a:p>
            <a:pPr indent="-246887" lvl="2" marL="914400" rtl="0" algn="l">
              <a:lnSpc>
                <a:spcPct val="90000"/>
              </a:lnSpc>
              <a:spcBef>
                <a:spcPts val="388"/>
              </a:spcBef>
              <a:spcAft>
                <a:spcPts val="0"/>
              </a:spcAft>
              <a:buSzPts val="1359"/>
              <a:buChar char="⚫"/>
            </a:pPr>
            <a:r>
              <a:rPr lang="en-US" sz="1942"/>
              <a:t>Các đối tượng đóng vai trò trong tương tác</a:t>
            </a:r>
            <a:endParaRPr sz="1942"/>
          </a:p>
          <a:p>
            <a:pPr indent="-246887" lvl="2" marL="914400" rtl="0" algn="l">
              <a:lnSpc>
                <a:spcPct val="90000"/>
              </a:lnSpc>
              <a:spcBef>
                <a:spcPts val="388"/>
              </a:spcBef>
              <a:spcAft>
                <a:spcPts val="0"/>
              </a:spcAft>
              <a:buSzPts val="1359"/>
              <a:buChar char="⚫"/>
            </a:pPr>
            <a:r>
              <a:rPr lang="en-US" sz="1942"/>
              <a:t>Các luồng thông điệp (messages) giữa các đối tượng</a:t>
            </a:r>
            <a:endParaRPr sz="1942"/>
          </a:p>
          <a:p>
            <a:pPr indent="-246887" lvl="2" marL="914400" rtl="0" algn="l">
              <a:lnSpc>
                <a:spcPct val="90000"/>
              </a:lnSpc>
              <a:spcBef>
                <a:spcPts val="388"/>
              </a:spcBef>
              <a:spcAft>
                <a:spcPts val="0"/>
              </a:spcAft>
              <a:buSzPts val="1359"/>
              <a:buChar char="⚫"/>
            </a:pPr>
            <a:r>
              <a:rPr lang="en-US" sz="1942"/>
              <a:t>Sự tuần tự trong các luồng thông điệp</a:t>
            </a:r>
            <a:endParaRPr sz="1942"/>
          </a:p>
          <a:p>
            <a:pPr indent="-246887" lvl="2" marL="914400" rtl="0" algn="l">
              <a:lnSpc>
                <a:spcPct val="90000"/>
              </a:lnSpc>
              <a:spcBef>
                <a:spcPts val="388"/>
              </a:spcBef>
              <a:spcAft>
                <a:spcPts val="0"/>
              </a:spcAft>
              <a:buSzPts val="1359"/>
              <a:buChar char="⚫"/>
            </a:pPr>
            <a:r>
              <a:rPr lang="en-US" sz="1942"/>
              <a:t>Tổ chức đối tượng</a:t>
            </a:r>
            <a:endParaRPr sz="1942"/>
          </a:p>
        </p:txBody>
      </p:sp>
      <p:sp>
        <p:nvSpPr>
          <p:cNvPr id="242" name="Google Shape;242;p19"/>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p20"/>
          <p:cNvSpPr txBox="1"/>
          <p:nvPr>
            <p:ph idx="1" type="body"/>
          </p:nvPr>
        </p:nvSpPr>
        <p:spPr>
          <a:xfrm>
            <a:off x="457200" y="838200"/>
            <a:ext cx="8229600" cy="548640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470"/>
              <a:buChar char="⚫"/>
            </a:pPr>
            <a:r>
              <a:rPr lang="en-US"/>
              <a:t>Biểu đồ tuần tự (Sequence diagram)</a:t>
            </a:r>
            <a:endParaRPr/>
          </a:p>
          <a:p>
            <a:pPr indent="-246888" lvl="1" marL="640080" rtl="0" algn="l">
              <a:spcBef>
                <a:spcPts val="480"/>
              </a:spcBef>
              <a:spcAft>
                <a:spcPts val="0"/>
              </a:spcAft>
              <a:buSzPts val="2040"/>
              <a:buChar char="⚫"/>
            </a:pPr>
            <a:r>
              <a:rPr lang="en-US"/>
              <a:t>Ví dụ: có 4 đối tượng – Customer, Order, SpecialOrder và NormalOrder</a:t>
            </a:r>
            <a:endParaRPr/>
          </a:p>
          <a:p>
            <a:pPr indent="-246888" lvl="1" marL="640080" rtl="0" algn="l">
              <a:spcBef>
                <a:spcPts val="480"/>
              </a:spcBef>
              <a:spcAft>
                <a:spcPts val="0"/>
              </a:spcAft>
              <a:buSzPts val="2040"/>
              <a:buChar char="⚫"/>
            </a:pPr>
            <a:r>
              <a:rPr lang="en-US"/>
              <a:t>Order-&gt;sendOrder()</a:t>
            </a:r>
            <a:endParaRPr/>
          </a:p>
          <a:p>
            <a:pPr indent="-246888" lvl="1" marL="640080" rtl="0" algn="l">
              <a:spcBef>
                <a:spcPts val="480"/>
              </a:spcBef>
              <a:spcAft>
                <a:spcPts val="0"/>
              </a:spcAft>
              <a:buSzPts val="2040"/>
              <a:buChar char="⚫"/>
            </a:pPr>
            <a:r>
              <a:rPr lang="en-US"/>
              <a:t>SpecialOrder-&gt;confirm(), SpecialOrder-&gt;Dispatch()</a:t>
            </a:r>
            <a:endParaRPr/>
          </a:p>
          <a:p>
            <a:pPr indent="-117348" lvl="1" marL="640080" rtl="0" algn="l">
              <a:spcBef>
                <a:spcPts val="480"/>
              </a:spcBef>
              <a:spcAft>
                <a:spcPts val="0"/>
              </a:spcAft>
              <a:buSzPts val="2040"/>
              <a:buNone/>
            </a:pPr>
            <a:r>
              <a:t/>
            </a:r>
            <a:endParaRPr/>
          </a:p>
        </p:txBody>
      </p:sp>
      <p:sp>
        <p:nvSpPr>
          <p:cNvPr id="248" name="Google Shape;248;p20"/>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pic>
        <p:nvPicPr>
          <p:cNvPr id="249" name="Google Shape;249;p20"/>
          <p:cNvPicPr preferRelativeResize="0"/>
          <p:nvPr/>
        </p:nvPicPr>
        <p:blipFill rotWithShape="1">
          <a:blip r:embed="rId3">
            <a:alphaModFix/>
          </a:blip>
          <a:srcRect b="0" l="0" r="0" t="0"/>
          <a:stretch/>
        </p:blipFill>
        <p:spPr>
          <a:xfrm>
            <a:off x="1752600" y="2971800"/>
            <a:ext cx="4895850" cy="3667125"/>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p21"/>
          <p:cNvSpPr txBox="1"/>
          <p:nvPr>
            <p:ph idx="1" type="body"/>
          </p:nvPr>
        </p:nvSpPr>
        <p:spPr>
          <a:xfrm>
            <a:off x="0" y="838200"/>
            <a:ext cx="8686800" cy="5486400"/>
          </a:xfrm>
          <a:prstGeom prst="rect">
            <a:avLst/>
          </a:prstGeom>
          <a:noFill/>
          <a:ln>
            <a:noFill/>
          </a:ln>
        </p:spPr>
        <p:txBody>
          <a:bodyPr anchorCtr="0" anchor="t" bIns="45700" lIns="91425" spcFirstLastPara="1" rIns="91425" wrap="square" tIns="45700">
            <a:normAutofit/>
          </a:bodyPr>
          <a:lstStyle/>
          <a:p>
            <a:pPr indent="-274320" lvl="0" marL="274320" rtl="0" algn="l">
              <a:lnSpc>
                <a:spcPct val="90000"/>
              </a:lnSpc>
              <a:spcBef>
                <a:spcPts val="0"/>
              </a:spcBef>
              <a:spcAft>
                <a:spcPts val="0"/>
              </a:spcAft>
              <a:buSzPts val="2470"/>
              <a:buChar char="⚫"/>
            </a:pPr>
            <a:r>
              <a:rPr lang="en-US"/>
              <a:t>Biểu đồ hợp tác (Collaboration diagram)</a:t>
            </a:r>
            <a:endParaRPr/>
          </a:p>
          <a:p>
            <a:pPr indent="-246888" lvl="1" marL="640080" rtl="0" algn="l">
              <a:lnSpc>
                <a:spcPct val="90000"/>
              </a:lnSpc>
              <a:spcBef>
                <a:spcPts val="480"/>
              </a:spcBef>
              <a:spcAft>
                <a:spcPts val="0"/>
              </a:spcAft>
              <a:buSzPts val="2040"/>
              <a:buChar char="⚫"/>
            </a:pPr>
            <a:r>
              <a:rPr lang="en-US"/>
              <a:t>Đưa ra tổ chức đối tượng mà ở đó phương thức gọi tuần tự với số thứ tự kèm theo.</a:t>
            </a:r>
            <a:endParaRPr/>
          </a:p>
          <a:p>
            <a:pPr indent="-246888" lvl="1" marL="640080" rtl="0" algn="l">
              <a:lnSpc>
                <a:spcPct val="90000"/>
              </a:lnSpc>
              <a:spcBef>
                <a:spcPts val="480"/>
              </a:spcBef>
              <a:spcAft>
                <a:spcPts val="0"/>
              </a:spcAft>
              <a:buSzPts val="2040"/>
              <a:buChar char="⚫"/>
            </a:pPr>
            <a:r>
              <a:rPr lang="en-US"/>
              <a:t>Các phương thức tương tự như sequence diagram. Khác là sequence diagram ko mô tả tổ chức đối tượng, còn collaboration diagram thì có.</a:t>
            </a:r>
            <a:endParaRPr/>
          </a:p>
          <a:p>
            <a:pPr indent="-274320" lvl="0" marL="274320" rtl="0" algn="l">
              <a:lnSpc>
                <a:spcPct val="90000"/>
              </a:lnSpc>
              <a:spcBef>
                <a:spcPts val="520"/>
              </a:spcBef>
              <a:spcAft>
                <a:spcPts val="0"/>
              </a:spcAft>
              <a:buSzPts val="2470"/>
              <a:buChar char="⚫"/>
            </a:pPr>
            <a:r>
              <a:rPr lang="en-US"/>
              <a:t>Sử dụng </a:t>
            </a:r>
            <a:r>
              <a:rPr lang="en-US"/>
              <a:t>Interaction</a:t>
            </a:r>
            <a:r>
              <a:rPr lang="en-US"/>
              <a:t>:</a:t>
            </a:r>
            <a:endParaRPr/>
          </a:p>
          <a:p>
            <a:pPr indent="-246888" lvl="1" marL="640080" rtl="0" algn="l">
              <a:lnSpc>
                <a:spcPct val="90000"/>
              </a:lnSpc>
              <a:spcBef>
                <a:spcPts val="480"/>
              </a:spcBef>
              <a:spcAft>
                <a:spcPts val="0"/>
              </a:spcAft>
              <a:buSzPts val="2040"/>
              <a:buChar char="⚫"/>
            </a:pPr>
            <a:r>
              <a:rPr lang="en-US"/>
              <a:t>Mô hình luồng điều khiển</a:t>
            </a:r>
            <a:endParaRPr/>
          </a:p>
          <a:p>
            <a:pPr indent="-246888" lvl="1" marL="640080" rtl="0" algn="l">
              <a:lnSpc>
                <a:spcPct val="90000"/>
              </a:lnSpc>
              <a:spcBef>
                <a:spcPts val="480"/>
              </a:spcBef>
              <a:spcAft>
                <a:spcPts val="0"/>
              </a:spcAft>
              <a:buSzPts val="2040"/>
              <a:buNone/>
            </a:pPr>
            <a:r>
              <a:rPr lang="en-US"/>
              <a:t>theo luồng thời gian</a:t>
            </a:r>
            <a:endParaRPr/>
          </a:p>
          <a:p>
            <a:pPr indent="-246888" lvl="1" marL="640080" rtl="0" algn="l">
              <a:lnSpc>
                <a:spcPct val="90000"/>
              </a:lnSpc>
              <a:spcBef>
                <a:spcPts val="480"/>
              </a:spcBef>
              <a:spcAft>
                <a:spcPts val="0"/>
              </a:spcAft>
              <a:buSzPts val="2040"/>
              <a:buChar char="⚫"/>
            </a:pPr>
            <a:r>
              <a:rPr lang="en-US"/>
              <a:t>Mô hình luồng điều khiển</a:t>
            </a:r>
            <a:endParaRPr/>
          </a:p>
          <a:p>
            <a:pPr indent="-246888" lvl="1" marL="640080" rtl="0" algn="l">
              <a:lnSpc>
                <a:spcPct val="90000"/>
              </a:lnSpc>
              <a:spcBef>
                <a:spcPts val="480"/>
              </a:spcBef>
              <a:spcAft>
                <a:spcPts val="0"/>
              </a:spcAft>
              <a:buSzPts val="2040"/>
              <a:buNone/>
            </a:pPr>
            <a:r>
              <a:rPr lang="en-US"/>
              <a:t>theo tổ chức cấu trúc</a:t>
            </a:r>
            <a:endParaRPr/>
          </a:p>
          <a:p>
            <a:pPr indent="-246888" lvl="1" marL="640080" rtl="0" algn="l">
              <a:lnSpc>
                <a:spcPct val="90000"/>
              </a:lnSpc>
              <a:spcBef>
                <a:spcPts val="480"/>
              </a:spcBef>
              <a:spcAft>
                <a:spcPts val="0"/>
              </a:spcAft>
              <a:buSzPts val="2040"/>
              <a:buChar char="⚫"/>
            </a:pPr>
            <a:r>
              <a:rPr lang="en-US"/>
              <a:t>Cho kỹ thuật chuyển và</a:t>
            </a:r>
            <a:endParaRPr/>
          </a:p>
          <a:p>
            <a:pPr indent="-246888" lvl="1" marL="640080" rtl="0" algn="l">
              <a:lnSpc>
                <a:spcPct val="90000"/>
              </a:lnSpc>
              <a:spcBef>
                <a:spcPts val="480"/>
              </a:spcBef>
              <a:spcAft>
                <a:spcPts val="0"/>
              </a:spcAft>
              <a:buSzPts val="2040"/>
              <a:buNone/>
            </a:pPr>
            <a:r>
              <a:rPr lang="en-US"/>
              <a:t>đảo nghịch</a:t>
            </a:r>
            <a:endParaRPr/>
          </a:p>
          <a:p>
            <a:pPr indent="-117348" lvl="1" marL="640080" rtl="0" algn="l">
              <a:lnSpc>
                <a:spcPct val="90000"/>
              </a:lnSpc>
              <a:spcBef>
                <a:spcPts val="480"/>
              </a:spcBef>
              <a:spcAft>
                <a:spcPts val="0"/>
              </a:spcAft>
              <a:buSzPts val="2040"/>
              <a:buNone/>
            </a:pPr>
            <a:r>
              <a:t/>
            </a:r>
            <a:endParaRPr/>
          </a:p>
        </p:txBody>
      </p:sp>
      <p:sp>
        <p:nvSpPr>
          <p:cNvPr id="255" name="Google Shape;255;p21"/>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pic>
        <p:nvPicPr>
          <p:cNvPr id="256" name="Google Shape;256;p21"/>
          <p:cNvPicPr preferRelativeResize="0"/>
          <p:nvPr/>
        </p:nvPicPr>
        <p:blipFill rotWithShape="1">
          <a:blip r:embed="rId3">
            <a:alphaModFix/>
          </a:blip>
          <a:srcRect b="0" l="0" r="0" t="0"/>
          <a:stretch/>
        </p:blipFill>
        <p:spPr>
          <a:xfrm>
            <a:off x="4191000" y="3124200"/>
            <a:ext cx="4953000" cy="329565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22"/>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5000"/>
              <a:buFont typeface="Calibri"/>
              <a:buNone/>
            </a:pPr>
            <a:r>
              <a:rPr lang="en-US"/>
              <a:t>Biểu đồ trạng thái - Statechart</a:t>
            </a:r>
            <a:endParaRPr/>
          </a:p>
        </p:txBody>
      </p:sp>
      <p:sp>
        <p:nvSpPr>
          <p:cNvPr id="262" name="Google Shape;262;p22"/>
          <p:cNvSpPr txBox="1"/>
          <p:nvPr>
            <p:ph idx="1" type="body"/>
          </p:nvPr>
        </p:nvSpPr>
        <p:spPr>
          <a:xfrm>
            <a:off x="0" y="1935480"/>
            <a:ext cx="8686800" cy="4389120"/>
          </a:xfrm>
          <a:prstGeom prst="rect">
            <a:avLst/>
          </a:prstGeom>
          <a:noFill/>
          <a:ln>
            <a:noFill/>
          </a:ln>
        </p:spPr>
        <p:txBody>
          <a:bodyPr anchorCtr="0" anchor="t" bIns="45700" lIns="91425" spcFirstLastPara="1" rIns="91425" wrap="square" tIns="45700">
            <a:normAutofit/>
          </a:bodyPr>
          <a:lstStyle/>
          <a:p>
            <a:pPr indent="-274320" lvl="0" marL="274320" rtl="0" algn="l">
              <a:lnSpc>
                <a:spcPct val="80000"/>
              </a:lnSpc>
              <a:spcBef>
                <a:spcPts val="0"/>
              </a:spcBef>
              <a:spcAft>
                <a:spcPts val="0"/>
              </a:spcAft>
              <a:buSzPts val="2285"/>
              <a:buChar char="⚫"/>
            </a:pPr>
            <a:r>
              <a:rPr lang="en-US" sz="2405"/>
              <a:t>Mô tả các trạng thái khác nhau của một thành phần (component)/đối tượng trong hệ thống.</a:t>
            </a:r>
            <a:endParaRPr/>
          </a:p>
          <a:p>
            <a:pPr indent="-274320" lvl="0" marL="274320" rtl="0" algn="l">
              <a:lnSpc>
                <a:spcPct val="80000"/>
              </a:lnSpc>
              <a:spcBef>
                <a:spcPts val="481"/>
              </a:spcBef>
              <a:spcAft>
                <a:spcPts val="0"/>
              </a:spcAft>
              <a:buSzPts val="2285"/>
              <a:buChar char="⚫"/>
            </a:pPr>
            <a:r>
              <a:rPr lang="en-US" sz="2405"/>
              <a:t>Mục đích:</a:t>
            </a:r>
            <a:endParaRPr/>
          </a:p>
          <a:p>
            <a:pPr indent="-246888" lvl="1" marL="640080" rtl="0" algn="l">
              <a:lnSpc>
                <a:spcPct val="80000"/>
              </a:lnSpc>
              <a:spcBef>
                <a:spcPts val="444"/>
              </a:spcBef>
              <a:spcAft>
                <a:spcPts val="0"/>
              </a:spcAft>
              <a:buSzPts val="1887"/>
              <a:buChar char="⚫"/>
            </a:pPr>
            <a:r>
              <a:rPr lang="en-US" sz="2220"/>
              <a:t>Mô hình khía cạnh động</a:t>
            </a:r>
            <a:endParaRPr sz="2220"/>
          </a:p>
          <a:p>
            <a:pPr indent="-246888" lvl="1" marL="640080" rtl="0" algn="l">
              <a:lnSpc>
                <a:spcPct val="80000"/>
              </a:lnSpc>
              <a:spcBef>
                <a:spcPts val="444"/>
              </a:spcBef>
              <a:spcAft>
                <a:spcPts val="0"/>
              </a:spcAft>
              <a:buSzPts val="1887"/>
              <a:buNone/>
            </a:pPr>
            <a:r>
              <a:rPr lang="en-US" sz="2220"/>
              <a:t>của hệ thống</a:t>
            </a:r>
            <a:endParaRPr sz="2220"/>
          </a:p>
          <a:p>
            <a:pPr indent="-246888" lvl="1" marL="640080" rtl="0" algn="l">
              <a:lnSpc>
                <a:spcPct val="80000"/>
              </a:lnSpc>
              <a:spcBef>
                <a:spcPts val="444"/>
              </a:spcBef>
              <a:spcAft>
                <a:spcPts val="0"/>
              </a:spcAft>
              <a:buSzPts val="1887"/>
              <a:buChar char="⚫"/>
            </a:pPr>
            <a:r>
              <a:rPr lang="en-US" sz="2220"/>
              <a:t>Mô hình vòng đời của hệ</a:t>
            </a:r>
            <a:endParaRPr sz="2220"/>
          </a:p>
          <a:p>
            <a:pPr indent="-246888" lvl="1" marL="640080" rtl="0" algn="l">
              <a:lnSpc>
                <a:spcPct val="80000"/>
              </a:lnSpc>
              <a:spcBef>
                <a:spcPts val="444"/>
              </a:spcBef>
              <a:spcAft>
                <a:spcPts val="0"/>
              </a:spcAft>
              <a:buSzPts val="1887"/>
              <a:buNone/>
            </a:pPr>
            <a:r>
              <a:rPr lang="en-US" sz="2220"/>
              <a:t>thông tương tác-qua sự kiện</a:t>
            </a:r>
            <a:endParaRPr sz="2220"/>
          </a:p>
          <a:p>
            <a:pPr indent="-246888" lvl="1" marL="640080" rtl="0" algn="l">
              <a:lnSpc>
                <a:spcPct val="80000"/>
              </a:lnSpc>
              <a:spcBef>
                <a:spcPts val="444"/>
              </a:spcBef>
              <a:spcAft>
                <a:spcPts val="0"/>
              </a:spcAft>
              <a:buSzPts val="1887"/>
              <a:buChar char="⚫"/>
            </a:pPr>
            <a:r>
              <a:rPr lang="en-US" sz="2220"/>
              <a:t>Mô tả các trạng thái khác</a:t>
            </a:r>
            <a:endParaRPr sz="2220"/>
          </a:p>
          <a:p>
            <a:pPr indent="-246888" lvl="1" marL="640080" rtl="0" algn="l">
              <a:lnSpc>
                <a:spcPct val="80000"/>
              </a:lnSpc>
              <a:spcBef>
                <a:spcPts val="444"/>
              </a:spcBef>
              <a:spcAft>
                <a:spcPts val="0"/>
              </a:spcAft>
              <a:buSzPts val="1887"/>
              <a:buNone/>
            </a:pPr>
            <a:r>
              <a:rPr lang="en-US" sz="2220"/>
              <a:t>nhau của đối tượng</a:t>
            </a:r>
            <a:endParaRPr sz="2220"/>
          </a:p>
          <a:p>
            <a:pPr indent="-246888" lvl="1" marL="640080" rtl="0" algn="l">
              <a:lnSpc>
                <a:spcPct val="80000"/>
              </a:lnSpc>
              <a:spcBef>
                <a:spcPts val="444"/>
              </a:spcBef>
              <a:spcAft>
                <a:spcPts val="0"/>
              </a:spcAft>
              <a:buSzPts val="1887"/>
              <a:buChar char="⚫"/>
            </a:pPr>
            <a:r>
              <a:rPr lang="en-US" sz="2220"/>
              <a:t>Xác định máy trạng thái để </a:t>
            </a:r>
            <a:endParaRPr/>
          </a:p>
          <a:p>
            <a:pPr indent="-246888" lvl="1" marL="640080" rtl="0" algn="l">
              <a:lnSpc>
                <a:spcPct val="80000"/>
              </a:lnSpc>
              <a:spcBef>
                <a:spcPts val="444"/>
              </a:spcBef>
              <a:spcAft>
                <a:spcPts val="0"/>
              </a:spcAft>
              <a:buSzPts val="1887"/>
              <a:buNone/>
            </a:pPr>
            <a:r>
              <a:rPr lang="en-US" sz="2220"/>
              <a:t>mô hình các trạng thái của đối</a:t>
            </a:r>
            <a:endParaRPr sz="2220"/>
          </a:p>
          <a:p>
            <a:pPr indent="-246888" lvl="1" marL="640080" rtl="0" algn="l">
              <a:lnSpc>
                <a:spcPct val="80000"/>
              </a:lnSpc>
              <a:spcBef>
                <a:spcPts val="444"/>
              </a:spcBef>
              <a:spcAft>
                <a:spcPts val="0"/>
              </a:spcAft>
              <a:buSzPts val="1887"/>
              <a:buNone/>
            </a:pPr>
            <a:r>
              <a:rPr lang="en-US" sz="2220"/>
              <a:t>tượng – (state machine)</a:t>
            </a:r>
            <a:endParaRPr/>
          </a:p>
          <a:p>
            <a:pPr indent="-246888" lvl="1" marL="640080" rtl="0" algn="l">
              <a:lnSpc>
                <a:spcPct val="80000"/>
              </a:lnSpc>
              <a:spcBef>
                <a:spcPts val="444"/>
              </a:spcBef>
              <a:spcAft>
                <a:spcPts val="0"/>
              </a:spcAft>
              <a:buSzPts val="1887"/>
              <a:buNone/>
            </a:pPr>
            <a:r>
              <a:t/>
            </a:r>
            <a:endParaRPr sz="2220"/>
          </a:p>
        </p:txBody>
      </p:sp>
      <p:sp>
        <p:nvSpPr>
          <p:cNvPr id="263" name="Google Shape;263;p22"/>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pic>
        <p:nvPicPr>
          <p:cNvPr id="264" name="Google Shape;264;p22"/>
          <p:cNvPicPr preferRelativeResize="0"/>
          <p:nvPr/>
        </p:nvPicPr>
        <p:blipFill rotWithShape="1">
          <a:blip r:embed="rId3">
            <a:alphaModFix/>
          </a:blip>
          <a:srcRect b="0" l="0" r="0" t="0"/>
          <a:stretch/>
        </p:blipFill>
        <p:spPr>
          <a:xfrm>
            <a:off x="4267200" y="2686050"/>
            <a:ext cx="4953000" cy="363855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 name="Shape 268"/>
        <p:cNvGrpSpPr/>
        <p:nvPr/>
      </p:nvGrpSpPr>
      <p:grpSpPr>
        <a:xfrm>
          <a:off x="0" y="0"/>
          <a:ext cx="0" cy="0"/>
          <a:chOff x="0" y="0"/>
          <a:chExt cx="0" cy="0"/>
        </a:xfrm>
      </p:grpSpPr>
      <p:sp>
        <p:nvSpPr>
          <p:cNvPr id="269" name="Google Shape;269;p23"/>
          <p:cNvSpPr txBox="1"/>
          <p:nvPr>
            <p:ph idx="1" type="body"/>
          </p:nvPr>
        </p:nvSpPr>
        <p:spPr>
          <a:xfrm>
            <a:off x="457200" y="914400"/>
            <a:ext cx="8229600" cy="5410200"/>
          </a:xfrm>
          <a:prstGeom prst="rect">
            <a:avLst/>
          </a:prstGeom>
          <a:noFill/>
          <a:ln>
            <a:noFill/>
          </a:ln>
        </p:spPr>
        <p:txBody>
          <a:bodyPr anchorCtr="0" anchor="t" bIns="45700" lIns="91425" spcFirstLastPara="1" rIns="91425" wrap="square" tIns="45700">
            <a:normAutofit/>
          </a:bodyPr>
          <a:lstStyle/>
          <a:p>
            <a:pPr indent="-274320" lvl="0" marL="274320" rtl="0" algn="l">
              <a:lnSpc>
                <a:spcPct val="90000"/>
              </a:lnSpc>
              <a:spcBef>
                <a:spcPts val="0"/>
              </a:spcBef>
              <a:spcAft>
                <a:spcPts val="0"/>
              </a:spcAft>
              <a:buSzPts val="2470"/>
              <a:buChar char="⚫"/>
            </a:pPr>
            <a:r>
              <a:rPr lang="en-US"/>
              <a:t>Vẽ biểu đồ trạng thái (Statechart)</a:t>
            </a:r>
            <a:endParaRPr/>
          </a:p>
          <a:p>
            <a:pPr indent="-246888" lvl="1" marL="640080" rtl="0" algn="l">
              <a:lnSpc>
                <a:spcPct val="90000"/>
              </a:lnSpc>
              <a:spcBef>
                <a:spcPts val="480"/>
              </a:spcBef>
              <a:spcAft>
                <a:spcPts val="0"/>
              </a:spcAft>
              <a:buSzPts val="2040"/>
              <a:buChar char="⚫"/>
            </a:pPr>
            <a:r>
              <a:rPr lang="en-US"/>
              <a:t>Cần xác định:</a:t>
            </a:r>
            <a:endParaRPr/>
          </a:p>
          <a:p>
            <a:pPr indent="-246887" lvl="2" marL="914400" rtl="0" algn="l">
              <a:lnSpc>
                <a:spcPct val="90000"/>
              </a:lnSpc>
              <a:spcBef>
                <a:spcPts val="420"/>
              </a:spcBef>
              <a:spcAft>
                <a:spcPts val="0"/>
              </a:spcAft>
              <a:buSzPts val="1470"/>
              <a:buChar char="⚫"/>
            </a:pPr>
            <a:r>
              <a:rPr lang="en-US"/>
              <a:t>Xác định các đối tượng quan trọng được phân tích</a:t>
            </a:r>
            <a:endParaRPr/>
          </a:p>
          <a:p>
            <a:pPr indent="-246887" lvl="2" marL="914400" rtl="0" algn="l">
              <a:lnSpc>
                <a:spcPct val="90000"/>
              </a:lnSpc>
              <a:spcBef>
                <a:spcPts val="420"/>
              </a:spcBef>
              <a:spcAft>
                <a:spcPts val="0"/>
              </a:spcAft>
              <a:buSzPts val="1470"/>
              <a:buChar char="⚫"/>
            </a:pPr>
            <a:r>
              <a:rPr lang="en-US"/>
              <a:t>Xác định các trạng thái</a:t>
            </a:r>
            <a:endParaRPr/>
          </a:p>
          <a:p>
            <a:pPr indent="-246887" lvl="2" marL="914400" rtl="0" algn="l">
              <a:lnSpc>
                <a:spcPct val="90000"/>
              </a:lnSpc>
              <a:spcBef>
                <a:spcPts val="420"/>
              </a:spcBef>
              <a:spcAft>
                <a:spcPts val="0"/>
              </a:spcAft>
              <a:buSzPts val="1470"/>
              <a:buChar char="⚫"/>
            </a:pPr>
            <a:r>
              <a:rPr lang="en-US"/>
              <a:t>Xác định các sự kiện</a:t>
            </a:r>
            <a:endParaRPr/>
          </a:p>
          <a:p>
            <a:pPr indent="-274320" lvl="0" marL="274320" rtl="0" algn="l">
              <a:lnSpc>
                <a:spcPct val="90000"/>
              </a:lnSpc>
              <a:spcBef>
                <a:spcPts val="520"/>
              </a:spcBef>
              <a:spcAft>
                <a:spcPts val="0"/>
              </a:spcAft>
              <a:buSzPts val="2470"/>
              <a:buChar char="⚫"/>
            </a:pPr>
            <a:r>
              <a:rPr lang="en-US"/>
              <a:t>Statechart được sử dụng ở đâu?</a:t>
            </a:r>
            <a:endParaRPr/>
          </a:p>
          <a:p>
            <a:pPr indent="-246888" lvl="1" marL="640080" rtl="0" algn="l">
              <a:lnSpc>
                <a:spcPct val="90000"/>
              </a:lnSpc>
              <a:spcBef>
                <a:spcPts val="480"/>
              </a:spcBef>
              <a:spcAft>
                <a:spcPts val="0"/>
              </a:spcAft>
              <a:buSzPts val="2040"/>
              <a:buChar char="⚫"/>
            </a:pPr>
            <a:r>
              <a:rPr lang="en-US"/>
              <a:t>Được sử dụng để mô hình các trạng thái và các sự kiện vận hành trong hệ thống.</a:t>
            </a:r>
            <a:endParaRPr/>
          </a:p>
          <a:p>
            <a:pPr indent="-246888" lvl="1" marL="640080" rtl="0" algn="l">
              <a:lnSpc>
                <a:spcPct val="90000"/>
              </a:lnSpc>
              <a:spcBef>
                <a:spcPts val="480"/>
              </a:spcBef>
              <a:spcAft>
                <a:spcPts val="0"/>
              </a:spcAft>
              <a:buSzPts val="2040"/>
              <a:buChar char="⚫"/>
            </a:pPr>
            <a:r>
              <a:rPr lang="en-US"/>
              <a:t>Để mô hình các trạng thái của hệ thống</a:t>
            </a:r>
            <a:endParaRPr/>
          </a:p>
          <a:p>
            <a:pPr indent="-246888" lvl="1" marL="640080" rtl="0" algn="l">
              <a:lnSpc>
                <a:spcPct val="90000"/>
              </a:lnSpc>
              <a:spcBef>
                <a:spcPts val="480"/>
              </a:spcBef>
              <a:spcAft>
                <a:spcPts val="0"/>
              </a:spcAft>
              <a:buSzPts val="2040"/>
              <a:buChar char="⚫"/>
            </a:pPr>
            <a:r>
              <a:rPr lang="en-US"/>
              <a:t>Để mô hình hệ thống phản ứng (bao gồm các đối tượng phản ứng)</a:t>
            </a:r>
            <a:endParaRPr/>
          </a:p>
          <a:p>
            <a:pPr indent="-246888" lvl="1" marL="640080" rtl="0" algn="l">
              <a:lnSpc>
                <a:spcPct val="90000"/>
              </a:lnSpc>
              <a:spcBef>
                <a:spcPts val="480"/>
              </a:spcBef>
              <a:spcAft>
                <a:spcPts val="0"/>
              </a:spcAft>
              <a:buSzPts val="2040"/>
              <a:buChar char="⚫"/>
            </a:pPr>
            <a:r>
              <a:rPr lang="en-US"/>
              <a:t>Xác định trách nhiệm các sự kiện khi thay đổi trạng thái</a:t>
            </a:r>
            <a:endParaRPr/>
          </a:p>
          <a:p>
            <a:pPr indent="-246888" lvl="1" marL="640080" rtl="0" algn="l">
              <a:lnSpc>
                <a:spcPct val="90000"/>
              </a:lnSpc>
              <a:spcBef>
                <a:spcPts val="480"/>
              </a:spcBef>
              <a:spcAft>
                <a:spcPts val="0"/>
              </a:spcAft>
              <a:buSzPts val="2040"/>
              <a:buChar char="⚫"/>
            </a:pPr>
            <a:r>
              <a:rPr lang="en-US"/>
              <a:t>Kỹ thuật chuyển và đảo nghịch.</a:t>
            </a:r>
            <a:endParaRPr/>
          </a:p>
        </p:txBody>
      </p:sp>
      <p:sp>
        <p:nvSpPr>
          <p:cNvPr id="270" name="Google Shape;270;p23"/>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pic>
        <p:nvPicPr>
          <p:cNvPr id="275" name="Google Shape;275;p24"/>
          <p:cNvPicPr preferRelativeResize="0"/>
          <p:nvPr/>
        </p:nvPicPr>
        <p:blipFill rotWithShape="1">
          <a:blip r:embed="rId3">
            <a:alphaModFix/>
          </a:blip>
          <a:srcRect b="0" l="0" r="0" t="0"/>
          <a:stretch/>
        </p:blipFill>
        <p:spPr>
          <a:xfrm>
            <a:off x="4295775" y="3219450"/>
            <a:ext cx="4848225" cy="3333750"/>
          </a:xfrm>
          <a:prstGeom prst="rect">
            <a:avLst/>
          </a:prstGeom>
          <a:noFill/>
          <a:ln>
            <a:noFill/>
          </a:ln>
        </p:spPr>
      </p:pic>
      <p:sp>
        <p:nvSpPr>
          <p:cNvPr id="276" name="Google Shape;276;p24"/>
          <p:cNvSpPr txBox="1"/>
          <p:nvPr>
            <p:ph type="title"/>
          </p:nvPr>
        </p:nvSpPr>
        <p:spPr>
          <a:xfrm>
            <a:off x="457200" y="704088"/>
            <a:ext cx="8229600" cy="1143000"/>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4500"/>
              <a:buFont typeface="Calibri"/>
              <a:buNone/>
            </a:pPr>
            <a:r>
              <a:rPr lang="en-US" sz="4500"/>
              <a:t>Biểu đồ hành động (Activity Dgm)</a:t>
            </a:r>
            <a:endParaRPr sz="4500"/>
          </a:p>
        </p:txBody>
      </p:sp>
      <p:sp>
        <p:nvSpPr>
          <p:cNvPr id="277" name="Google Shape;277;p24"/>
          <p:cNvSpPr txBox="1"/>
          <p:nvPr>
            <p:ph idx="1" type="body"/>
          </p:nvPr>
        </p:nvSpPr>
        <p:spPr>
          <a:xfrm>
            <a:off x="0" y="1935480"/>
            <a:ext cx="8686800" cy="438912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470"/>
              <a:buChar char="⚫"/>
            </a:pPr>
            <a:r>
              <a:rPr lang="en-US"/>
              <a:t>Biểu</a:t>
            </a:r>
            <a:r>
              <a:rPr lang="en-US"/>
              <a:t> đồ thể hiện luồng từ một hành động tới một hành động khác. Luồng này có thể là tuần tự, rẽ nhánh hay đồng thời.</a:t>
            </a:r>
            <a:endParaRPr/>
          </a:p>
          <a:p>
            <a:pPr indent="-274320" lvl="0" marL="274320" rtl="0" algn="l">
              <a:spcBef>
                <a:spcPts val="520"/>
              </a:spcBef>
              <a:spcAft>
                <a:spcPts val="0"/>
              </a:spcAft>
              <a:buSzPts val="2470"/>
              <a:buChar char="⚫"/>
            </a:pPr>
            <a:r>
              <a:rPr lang="en-US"/>
              <a:t>Mục đích:</a:t>
            </a:r>
            <a:endParaRPr/>
          </a:p>
          <a:p>
            <a:pPr indent="-246888" lvl="1" marL="640080" rtl="0" algn="l">
              <a:spcBef>
                <a:spcPts val="480"/>
              </a:spcBef>
              <a:spcAft>
                <a:spcPts val="0"/>
              </a:spcAft>
              <a:buSzPts val="2040"/>
              <a:buChar char="⚫"/>
            </a:pPr>
            <a:r>
              <a:rPr lang="en-US"/>
              <a:t>Vẽ luồng hành động của hệ </a:t>
            </a:r>
            <a:endParaRPr/>
          </a:p>
          <a:p>
            <a:pPr indent="-246888" lvl="1" marL="640080" rtl="0" algn="l">
              <a:spcBef>
                <a:spcPts val="480"/>
              </a:spcBef>
              <a:spcAft>
                <a:spcPts val="0"/>
              </a:spcAft>
              <a:buSzPts val="2040"/>
              <a:buNone/>
            </a:pPr>
            <a:r>
              <a:rPr lang="en-US"/>
              <a:t>thống</a:t>
            </a:r>
            <a:endParaRPr/>
          </a:p>
          <a:p>
            <a:pPr indent="-246888" lvl="1" marL="640080" rtl="0" algn="l">
              <a:spcBef>
                <a:spcPts val="480"/>
              </a:spcBef>
              <a:spcAft>
                <a:spcPts val="0"/>
              </a:spcAft>
              <a:buSzPts val="2040"/>
              <a:buChar char="⚫"/>
            </a:pPr>
            <a:r>
              <a:rPr lang="en-US"/>
              <a:t>Mô tả tuần tự từng hành động</a:t>
            </a:r>
            <a:endParaRPr/>
          </a:p>
          <a:p>
            <a:pPr indent="-246888" lvl="1" marL="640080" rtl="0" algn="l">
              <a:spcBef>
                <a:spcPts val="480"/>
              </a:spcBef>
              <a:spcAft>
                <a:spcPts val="0"/>
              </a:spcAft>
              <a:buSzPts val="2040"/>
              <a:buChar char="⚫"/>
            </a:pPr>
            <a:r>
              <a:rPr lang="en-US"/>
              <a:t>Mô tả luồng song song, rẽ nhánh,</a:t>
            </a:r>
            <a:endParaRPr/>
          </a:p>
          <a:p>
            <a:pPr indent="-246888" lvl="1" marL="640080" rtl="0" algn="l">
              <a:spcBef>
                <a:spcPts val="480"/>
              </a:spcBef>
              <a:spcAft>
                <a:spcPts val="0"/>
              </a:spcAft>
              <a:buSzPts val="2040"/>
              <a:buNone/>
            </a:pPr>
            <a:r>
              <a:rPr lang="en-US"/>
              <a:t>và đồng thời của hệ thống.</a:t>
            </a:r>
            <a:endParaRPr/>
          </a:p>
          <a:p>
            <a:pPr indent="-117475" lvl="0" marL="274320" rtl="0" algn="l">
              <a:spcBef>
                <a:spcPts val="520"/>
              </a:spcBef>
              <a:spcAft>
                <a:spcPts val="0"/>
              </a:spcAft>
              <a:buSzPts val="2470"/>
              <a:buNone/>
            </a:pPr>
            <a:r>
              <a:t/>
            </a:r>
            <a:endParaRPr/>
          </a:p>
        </p:txBody>
      </p:sp>
      <p:sp>
        <p:nvSpPr>
          <p:cNvPr id="278" name="Google Shape;278;p24"/>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25"/>
          <p:cNvSpPr txBox="1"/>
          <p:nvPr>
            <p:ph idx="1" type="body"/>
          </p:nvPr>
        </p:nvSpPr>
        <p:spPr>
          <a:xfrm>
            <a:off x="457200" y="838200"/>
            <a:ext cx="8229600" cy="5486400"/>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470"/>
              <a:buChar char="⚫"/>
            </a:pPr>
            <a:r>
              <a:rPr lang="en-US"/>
              <a:t>Vẽ biểu đồ hành động:</a:t>
            </a:r>
            <a:endParaRPr/>
          </a:p>
          <a:p>
            <a:pPr indent="-246888" lvl="1" marL="640080" rtl="0" algn="l">
              <a:spcBef>
                <a:spcPts val="480"/>
              </a:spcBef>
              <a:spcAft>
                <a:spcPts val="0"/>
              </a:spcAft>
              <a:buSzPts val="2040"/>
              <a:buChar char="⚫"/>
            </a:pPr>
            <a:r>
              <a:rPr lang="en-US"/>
              <a:t>Xác định các phần tử sau:</a:t>
            </a:r>
            <a:endParaRPr/>
          </a:p>
          <a:p>
            <a:pPr indent="-246887" lvl="2" marL="914400" rtl="0" algn="l">
              <a:spcBef>
                <a:spcPts val="420"/>
              </a:spcBef>
              <a:spcAft>
                <a:spcPts val="0"/>
              </a:spcAft>
              <a:buSzPts val="1470"/>
              <a:buChar char="⚫"/>
            </a:pPr>
            <a:r>
              <a:rPr lang="en-US"/>
              <a:t>Các hành động (Activities)</a:t>
            </a:r>
            <a:endParaRPr/>
          </a:p>
          <a:p>
            <a:pPr indent="-246887" lvl="2" marL="914400" rtl="0" algn="l">
              <a:spcBef>
                <a:spcPts val="420"/>
              </a:spcBef>
              <a:spcAft>
                <a:spcPts val="0"/>
              </a:spcAft>
              <a:buSzPts val="1470"/>
              <a:buChar char="⚫"/>
            </a:pPr>
            <a:r>
              <a:rPr lang="en-US"/>
              <a:t>Sự kết hợp</a:t>
            </a:r>
            <a:endParaRPr/>
          </a:p>
          <a:p>
            <a:pPr indent="-246887" lvl="2" marL="914400" rtl="0" algn="l">
              <a:spcBef>
                <a:spcPts val="420"/>
              </a:spcBef>
              <a:spcAft>
                <a:spcPts val="0"/>
              </a:spcAft>
              <a:buSzPts val="1470"/>
              <a:buChar char="⚫"/>
            </a:pPr>
            <a:r>
              <a:rPr lang="en-US"/>
              <a:t>Các điều kiện</a:t>
            </a:r>
            <a:endParaRPr/>
          </a:p>
          <a:p>
            <a:pPr indent="-246887" lvl="2" marL="914400" rtl="0" algn="l">
              <a:spcBef>
                <a:spcPts val="420"/>
              </a:spcBef>
              <a:spcAft>
                <a:spcPts val="0"/>
              </a:spcAft>
              <a:buSzPts val="1470"/>
              <a:buChar char="⚫"/>
            </a:pPr>
            <a:r>
              <a:rPr lang="en-US"/>
              <a:t>Các ràng buộc</a:t>
            </a:r>
            <a:endParaRPr/>
          </a:p>
          <a:p>
            <a:pPr indent="-274320" lvl="0" marL="274320" rtl="0" algn="l">
              <a:spcBef>
                <a:spcPts val="520"/>
              </a:spcBef>
              <a:spcAft>
                <a:spcPts val="0"/>
              </a:spcAft>
              <a:buSzPts val="2470"/>
              <a:buChar char="⚫"/>
            </a:pPr>
            <a:r>
              <a:rPr lang="en-US"/>
              <a:t>Khi nào sử dụng biểu đồ hành động:</a:t>
            </a:r>
            <a:endParaRPr/>
          </a:p>
          <a:p>
            <a:pPr indent="-246888" lvl="1" marL="640080" rtl="0" algn="l">
              <a:spcBef>
                <a:spcPts val="480"/>
              </a:spcBef>
              <a:spcAft>
                <a:spcPts val="0"/>
              </a:spcAft>
              <a:buSzPts val="2040"/>
              <a:buChar char="⚫"/>
            </a:pPr>
            <a:r>
              <a:rPr lang="en-US"/>
              <a:t>Mô hình luồng công việc bởi các hành động được sử dụng (Quy trình nghiệp vụ)</a:t>
            </a:r>
            <a:endParaRPr/>
          </a:p>
          <a:p>
            <a:pPr indent="-246888" lvl="1" marL="640080" rtl="0" algn="l">
              <a:spcBef>
                <a:spcPts val="480"/>
              </a:spcBef>
              <a:spcAft>
                <a:spcPts val="0"/>
              </a:spcAft>
              <a:buSzPts val="2040"/>
              <a:buChar char="⚫"/>
            </a:pPr>
            <a:r>
              <a:rPr lang="en-US"/>
              <a:t>Mô hình các yêu cầu kinh doanh</a:t>
            </a:r>
            <a:endParaRPr/>
          </a:p>
          <a:p>
            <a:pPr indent="-246888" lvl="1" marL="640080" rtl="0" algn="l">
              <a:spcBef>
                <a:spcPts val="480"/>
              </a:spcBef>
              <a:spcAft>
                <a:spcPts val="0"/>
              </a:spcAft>
              <a:buSzPts val="2040"/>
              <a:buChar char="⚫"/>
            </a:pPr>
            <a:r>
              <a:rPr lang="en-US"/>
              <a:t>Hiểu sâu hơn về các chức năng hệ thống</a:t>
            </a:r>
            <a:endParaRPr/>
          </a:p>
          <a:p>
            <a:pPr indent="-246888" lvl="1" marL="640080" rtl="0" algn="l">
              <a:spcBef>
                <a:spcPts val="480"/>
              </a:spcBef>
              <a:spcAft>
                <a:spcPts val="0"/>
              </a:spcAft>
              <a:buSzPts val="2040"/>
              <a:buChar char="⚫"/>
            </a:pPr>
            <a:r>
              <a:rPr lang="en-US"/>
              <a:t>Khảo sát các yêu cầu kinh doanh ở giai đoạn sau.</a:t>
            </a:r>
            <a:endParaRPr/>
          </a:p>
        </p:txBody>
      </p:sp>
      <p:sp>
        <p:nvSpPr>
          <p:cNvPr id="284" name="Google Shape;284;p25"/>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sp>
        <p:nvSpPr>
          <p:cNvPr id="289" name="Google Shape;289;p26"/>
          <p:cNvSpPr txBox="1"/>
          <p:nvPr>
            <p:ph type="title"/>
          </p:nvPr>
        </p:nvSpPr>
        <p:spPr>
          <a:xfrm>
            <a:off x="2895600" y="2438400"/>
            <a:ext cx="8229600" cy="1143000"/>
          </a:xfrm>
          <a:prstGeom prst="rect">
            <a:avLst/>
          </a:prstGeom>
          <a:noFill/>
          <a:ln>
            <a:noFill/>
          </a:ln>
        </p:spPr>
        <p:txBody>
          <a:bodyPr anchorCtr="0" anchor="b" bIns="0" lIns="0" spcFirstLastPara="1" rIns="0" wrap="square" tIns="45700">
            <a:normAutofit/>
          </a:bodyPr>
          <a:lstStyle/>
          <a:p>
            <a:pPr indent="0" lvl="0" marL="0" rtl="0" algn="l">
              <a:spcBef>
                <a:spcPts val="0"/>
              </a:spcBef>
              <a:spcAft>
                <a:spcPts val="0"/>
              </a:spcAft>
              <a:buClr>
                <a:schemeClr val="dk2"/>
              </a:buClr>
              <a:buSzPts val="5000"/>
              <a:buFont typeface="Calibri"/>
              <a:buNone/>
            </a:pPr>
            <a:r>
              <a:rPr lang="en-US"/>
              <a:t>The End.</a:t>
            </a:r>
            <a:endParaRPr/>
          </a:p>
        </p:txBody>
      </p:sp>
      <p:sp>
        <p:nvSpPr>
          <p:cNvPr id="290" name="Google Shape;290;p26"/>
          <p:cNvSpPr txBox="1"/>
          <p:nvPr>
            <p:ph idx="12" type="sldNum"/>
          </p:nvPr>
        </p:nvSpPr>
        <p:spPr>
          <a:xfrm>
            <a:off x="7924800" y="6356350"/>
            <a:ext cx="762000" cy="365125"/>
          </a:xfrm>
          <a:prstGeom prst="rect">
            <a:avLst/>
          </a:prstGeom>
          <a:noFill/>
          <a:ln>
            <a:noFill/>
          </a:ln>
        </p:spPr>
        <p:txBody>
          <a:bodyPr anchorCtr="0" anchor="b" bIns="0" lIns="0" spcFirstLastPara="1" rIns="0" wrap="square" tIns="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Flow">
  <a:themeElements>
    <a:clrScheme name="Flow">
      <a:dk1>
        <a:srgbClr val="000000"/>
      </a:dk1>
      <a:lt1>
        <a:srgbClr val="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Flow">
  <a:themeElements>
    <a:clrScheme name="Flow">
      <a:dk1>
        <a:srgbClr val="000000"/>
      </a:dk1>
      <a:lt1>
        <a:srgbClr val="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2017-11-13T20:26:15Z</dcterms:created>
  <dc:creator>ThuGiang</dc:creator>
</cp:coreProperties>
</file>