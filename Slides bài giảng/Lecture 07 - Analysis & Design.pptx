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5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9144000"/>
  <p:notesSz cx="6858000" cy="9144000"/>
  <p:embeddedFontLst>
    <p:embeddedFont>
      <p:font typeface="Constantia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25" roundtripDataSignature="AMtx7mhEVEZpQuuOlMDQXqcUjFOuQzdH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Constantia-bold.fntdata"/><Relationship Id="rId21" Type="http://schemas.openxmlformats.org/officeDocument/2006/relationships/font" Target="fonts/Constantia-regular.fntdata"/><Relationship Id="rId24" Type="http://schemas.openxmlformats.org/officeDocument/2006/relationships/font" Target="fonts/Constantia-boldItalic.fntdata"/><Relationship Id="rId23" Type="http://schemas.openxmlformats.org/officeDocument/2006/relationships/font" Target="fonts/Constantia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5" Type="http://customschemas.google.com/relationships/presentationmetadata" Target="meta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6" name="Google Shape;306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2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8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8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9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7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  <a:defRPr b="1" sz="5600">
                <a:solidFill>
                  <a:srgbClr val="4CE0EA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17"/>
          <p:cNvSpPr txBox="1"/>
          <p:nvPr>
            <p:ph idx="1" type="subTitle"/>
          </p:nvPr>
        </p:nvSpPr>
        <p:spPr>
          <a:xfrm>
            <a:off x="533400" y="3228536"/>
            <a:ext cx="7854696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>
            <a:lvl1pPr lvl="0" marR="45720" algn="r">
              <a:spcBef>
                <a:spcPts val="520"/>
              </a:spcBef>
              <a:spcAft>
                <a:spcPts val="0"/>
              </a:spcAft>
              <a:buSzPts val="247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360"/>
              </a:spcBef>
              <a:spcAft>
                <a:spcPts val="0"/>
              </a:spcAft>
              <a:buSzPts val="1530"/>
              <a:buNone/>
              <a:defRPr/>
            </a:lvl2pPr>
            <a:lvl3pPr lvl="2" algn="ctr">
              <a:spcBef>
                <a:spcPts val="360"/>
              </a:spcBef>
              <a:spcAft>
                <a:spcPts val="0"/>
              </a:spcAft>
              <a:buSzPts val="1260"/>
              <a:buNone/>
              <a:defRPr/>
            </a:lvl3pPr>
            <a:lvl4pPr lvl="3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4pPr>
            <a:lvl5pPr lvl="4" algn="ctr">
              <a:spcBef>
                <a:spcPts val="360"/>
              </a:spcBef>
              <a:spcAft>
                <a:spcPts val="0"/>
              </a:spcAft>
              <a:buSzPts val="1170"/>
              <a:buNone/>
              <a:defRPr/>
            </a:lvl5pPr>
            <a:lvl6pPr lvl="5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6pPr>
            <a:lvl7pPr lvl="6" algn="ctr">
              <a:spcBef>
                <a:spcPts val="360"/>
              </a:spcBef>
              <a:spcAft>
                <a:spcPts val="0"/>
              </a:spcAft>
              <a:buSzPts val="1440"/>
              <a:buNone/>
              <a:defRPr/>
            </a:lvl7pPr>
            <a:lvl8pPr lvl="7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8pPr>
            <a:lvl9pPr lvl="8" algn="ctr">
              <a:spcBef>
                <a:spcPts val="360"/>
              </a:spcBef>
              <a:spcAft>
                <a:spcPts val="0"/>
              </a:spcAft>
              <a:buSzPts val="1800"/>
              <a:buNone/>
              <a:defRPr/>
            </a:lvl9pPr>
          </a:lstStyle>
          <a:p/>
        </p:txBody>
      </p:sp>
      <p:sp>
        <p:nvSpPr>
          <p:cNvPr id="46" name="Google Shape;46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439FD7"/>
            </a:gs>
            <a:gs pos="25000">
              <a:srgbClr val="4397CA"/>
            </a:gs>
            <a:gs pos="100000">
              <a:srgbClr val="00466A"/>
            </a:gs>
          </a:gsLst>
          <a:path path="circle">
            <a:fillToRect b="50%" l="50%" r="50%" t="50%"/>
          </a:path>
          <a:tileRect/>
        </a:gra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530352" y="1316736"/>
            <a:ext cx="7772400" cy="1362456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rgbClr val="4AE3AC"/>
              </a:buClr>
              <a:buSzPts val="5600"/>
              <a:buFont typeface="Calibri"/>
              <a:buNone/>
              <a:defRPr b="1" sz="5600" cap="none">
                <a:solidFill>
                  <a:srgbClr val="4AE3AC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" type="body"/>
          </p:nvPr>
        </p:nvSpPr>
        <p:spPr>
          <a:xfrm>
            <a:off x="530352" y="2704664"/>
            <a:ext cx="7772400" cy="15097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rmAutofit/>
          </a:bodyPr>
          <a:lstStyle>
            <a:lvl1pPr indent="-228600" lvl="0" marL="457200" algn="l">
              <a:spcBef>
                <a:spcPts val="440"/>
              </a:spcBef>
              <a:spcAft>
                <a:spcPts val="0"/>
              </a:spcAft>
              <a:buSzPts val="2090"/>
              <a:buNone/>
              <a:defRPr sz="2200">
                <a:solidFill>
                  <a:schemeClr val="lt1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SzPts val="1530"/>
              <a:buNone/>
              <a:defRPr sz="1800">
                <a:solidFill>
                  <a:schemeClr val="lt1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SzPts val="910"/>
              <a:buNone/>
              <a:defRPr sz="1400">
                <a:solidFill>
                  <a:schemeClr val="lt1"/>
                </a:solidFill>
              </a:defRPr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1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1" type="body"/>
          </p:nvPr>
        </p:nvSpPr>
        <p:spPr>
          <a:xfrm>
            <a:off x="457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8" name="Google Shape;58;p21"/>
          <p:cNvSpPr txBox="1"/>
          <p:nvPr>
            <p:ph idx="2" type="body"/>
          </p:nvPr>
        </p:nvSpPr>
        <p:spPr>
          <a:xfrm>
            <a:off x="4648200" y="1920085"/>
            <a:ext cx="4038600" cy="4434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algn="l">
              <a:spcBef>
                <a:spcPts val="520"/>
              </a:spcBef>
              <a:spcAft>
                <a:spcPts val="0"/>
              </a:spcAft>
              <a:buSzPts val="2470"/>
              <a:buChar char="⚫"/>
              <a:defRPr sz="2600"/>
            </a:lvl1pPr>
            <a:lvl2pPr indent="-358140" lvl="1" marL="914400" algn="l">
              <a:spcBef>
                <a:spcPts val="480"/>
              </a:spcBef>
              <a:spcAft>
                <a:spcPts val="0"/>
              </a:spcAft>
              <a:buSzPts val="2040"/>
              <a:buChar char="⚫"/>
              <a:defRPr sz="2400"/>
            </a:lvl2pPr>
            <a:lvl3pPr indent="-317500" lvl="2" marL="1371600" algn="l">
              <a:spcBef>
                <a:spcPts val="400"/>
              </a:spcBef>
              <a:spcAft>
                <a:spcPts val="0"/>
              </a:spcAft>
              <a:buSzPts val="1400"/>
              <a:buChar char="⚫"/>
              <a:defRPr sz="2000"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457200" y="1855248"/>
            <a:ext cx="4040188" cy="659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5" name="Google Shape;65;p22"/>
          <p:cNvSpPr txBox="1"/>
          <p:nvPr>
            <p:ph idx="2" type="body"/>
          </p:nvPr>
        </p:nvSpPr>
        <p:spPr>
          <a:xfrm>
            <a:off x="4645025" y="1859757"/>
            <a:ext cx="4041775" cy="65484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45700" spcFirstLastPara="1" rIns="45700" wrap="square" tIns="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SzPts val="2280"/>
              <a:buNone/>
              <a:defRPr b="1" sz="2400" cap="none">
                <a:solidFill>
                  <a:schemeClr val="dk2"/>
                </a:solidFill>
              </a:defRPr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SzPts val="126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SzPts val="1040"/>
              <a:buNone/>
              <a:defRPr b="1"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3" type="body"/>
          </p:nvPr>
        </p:nvSpPr>
        <p:spPr>
          <a:xfrm>
            <a:off x="457200" y="2514600"/>
            <a:ext cx="4040188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4" type="body"/>
          </p:nvPr>
        </p:nvSpPr>
        <p:spPr>
          <a:xfrm>
            <a:off x="4645025" y="2514600"/>
            <a:ext cx="4041775" cy="3845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61315" lvl="0" marL="457200" algn="l">
              <a:spcBef>
                <a:spcPts val="440"/>
              </a:spcBef>
              <a:spcAft>
                <a:spcPts val="0"/>
              </a:spcAft>
              <a:buSzPts val="2090"/>
              <a:buChar char="⚫"/>
              <a:defRPr sz="2200"/>
            </a:lvl1pPr>
            <a:lvl2pPr indent="-336550" lvl="1" marL="914400" algn="l">
              <a:spcBef>
                <a:spcPts val="400"/>
              </a:spcBef>
              <a:spcAft>
                <a:spcPts val="0"/>
              </a:spcAft>
              <a:buSzPts val="1700"/>
              <a:buChar char="⚫"/>
              <a:defRPr sz="2000"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 sz="1800"/>
            </a:lvl3pPr>
            <a:lvl4pPr indent="-294639" lvl="3" marL="18288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4pPr>
            <a:lvl5pPr indent="-294639" lvl="4" marL="2286000" algn="l">
              <a:spcBef>
                <a:spcPts val="320"/>
              </a:spcBef>
              <a:spcAft>
                <a:spcPts val="0"/>
              </a:spcAft>
              <a:buSzPts val="1040"/>
              <a:buChar char="⚫"/>
              <a:defRPr sz="16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2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3"/>
          <p:cNvSpPr txBox="1"/>
          <p:nvPr>
            <p:ph type="title"/>
          </p:nvPr>
        </p:nvSpPr>
        <p:spPr>
          <a:xfrm>
            <a:off x="457200" y="704088"/>
            <a:ext cx="8305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sz="5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3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2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5"/>
          <p:cNvSpPr txBox="1"/>
          <p:nvPr>
            <p:ph type="title"/>
          </p:nvPr>
        </p:nvSpPr>
        <p:spPr>
          <a:xfrm>
            <a:off x="685800" y="514352"/>
            <a:ext cx="2743200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Calibri"/>
              <a:buNone/>
              <a:defRPr b="0" sz="2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5"/>
          <p:cNvSpPr txBox="1"/>
          <p:nvPr>
            <p:ph idx="1" type="body"/>
          </p:nvPr>
        </p:nvSpPr>
        <p:spPr>
          <a:xfrm>
            <a:off x="685800" y="1676400"/>
            <a:ext cx="27432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18275" spcFirstLastPara="1" rIns="1827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SzPts val="133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SzPts val="7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SzPts val="585"/>
              <a:buNone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5"/>
          <p:cNvSpPr txBox="1"/>
          <p:nvPr>
            <p:ph idx="2" type="body"/>
          </p:nvPr>
        </p:nvSpPr>
        <p:spPr>
          <a:xfrm>
            <a:off x="3575050" y="1676400"/>
            <a:ext cx="511175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0">
            <a:normAutofit/>
          </a:bodyPr>
          <a:lstStyle>
            <a:lvl1pPr indent="-397510" lvl="0" marL="457200" algn="l">
              <a:spcBef>
                <a:spcPts val="560"/>
              </a:spcBef>
              <a:spcAft>
                <a:spcPts val="0"/>
              </a:spcAft>
              <a:buSzPts val="2660"/>
              <a:buChar char="⚫"/>
              <a:defRPr sz="2800"/>
            </a:lvl1pPr>
            <a:lvl2pPr indent="-368935" lvl="1" marL="914400" algn="l">
              <a:spcBef>
                <a:spcPts val="520"/>
              </a:spcBef>
              <a:spcAft>
                <a:spcPts val="0"/>
              </a:spcAft>
              <a:buSzPts val="2210"/>
              <a:buChar char="⚫"/>
              <a:defRPr sz="2600"/>
            </a:lvl2pPr>
            <a:lvl3pPr indent="-335280" lvl="2" marL="1371600" algn="l">
              <a:spcBef>
                <a:spcPts val="480"/>
              </a:spcBef>
              <a:spcAft>
                <a:spcPts val="0"/>
              </a:spcAft>
              <a:buSzPts val="1680"/>
              <a:buChar char="⚫"/>
              <a:defRPr sz="2400"/>
            </a:lvl3pPr>
            <a:lvl4pPr indent="-311150" lvl="3" marL="1828800" algn="l">
              <a:spcBef>
                <a:spcPts val="400"/>
              </a:spcBef>
              <a:spcAft>
                <a:spcPts val="0"/>
              </a:spcAft>
              <a:buSzPts val="1300"/>
              <a:buChar char="⚫"/>
              <a:defRPr sz="2000"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 sz="18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84" name="Google Shape;84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6"/>
          <p:cNvSpPr/>
          <p:nvPr/>
        </p:nvSpPr>
        <p:spPr>
          <a:xfrm flipH="1" rot="-10380000">
            <a:off x="3165753" y="1108077"/>
            <a:ext cx="5257800" cy="4114800"/>
          </a:xfrm>
          <a:prstGeom prst="snipRoundRect">
            <a:avLst>
              <a:gd fmla="val 0" name="adj1"/>
              <a:gd fmla="val 3646" name="adj2"/>
            </a:avLst>
          </a:prstGeom>
          <a:solidFill>
            <a:srgbClr val="FFFFFF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sx="98500" kx="100000" rotWithShape="0" algn="tl" dir="7500000" dist="38500" sy="100080">
              <a:srgbClr val="000000">
                <a:alpha val="24705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89" name="Google Shape;89;p26"/>
          <p:cNvSpPr/>
          <p:nvPr/>
        </p:nvSpPr>
        <p:spPr>
          <a:xfrm flipH="1" rot="-10380000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cap="flat" cmpd="sng" w="12700">
            <a:solidFill>
              <a:srgbClr val="FFFFFF"/>
            </a:solidFill>
            <a:prstDash val="solid"/>
            <a:bevel/>
            <a:headEnd len="sm" w="sm" type="none"/>
            <a:tailEnd len="sm" w="sm" type="none"/>
          </a:ln>
          <a:effectLst>
            <a:outerShdw blurRad="19685" rotWithShape="0" algn="tl" dir="12900000" dist="6350">
              <a:srgbClr val="000000">
                <a:alpha val="4666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0" name="Google Shape;90;p26"/>
          <p:cNvSpPr txBox="1"/>
          <p:nvPr>
            <p:ph type="title"/>
          </p:nvPr>
        </p:nvSpPr>
        <p:spPr>
          <a:xfrm>
            <a:off x="609600" y="1176996"/>
            <a:ext cx="2212848" cy="158262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45700" spcFirstLastPara="1" rIns="4570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Calibri"/>
              <a:buNone/>
              <a:defRPr b="1" sz="2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26"/>
          <p:cNvSpPr txBox="1"/>
          <p:nvPr>
            <p:ph idx="1" type="body"/>
          </p:nvPr>
        </p:nvSpPr>
        <p:spPr>
          <a:xfrm>
            <a:off x="609600" y="2828785"/>
            <a:ext cx="2209800" cy="2179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64000" spcFirstLastPara="1" rIns="45700" wrap="square" tIns="45700">
            <a:normAutofit/>
          </a:bodyPr>
          <a:lstStyle>
            <a:lvl1pPr indent="-228600" lvl="0" marL="457200" algn="l">
              <a:spcBef>
                <a:spcPts val="250"/>
              </a:spcBef>
              <a:spcAft>
                <a:spcPts val="0"/>
              </a:spcAft>
              <a:buSzPts val="1235"/>
              <a:buFont typeface="Constantia"/>
              <a:buNone/>
              <a:defRPr sz="1300"/>
            </a:lvl1pPr>
            <a:lvl2pPr indent="-293369" lvl="1" marL="914400" algn="l">
              <a:spcBef>
                <a:spcPts val="240"/>
              </a:spcBef>
              <a:spcAft>
                <a:spcPts val="0"/>
              </a:spcAft>
              <a:buSzPts val="1020"/>
              <a:buChar char="⚫"/>
              <a:defRPr sz="1200"/>
            </a:lvl2pPr>
            <a:lvl3pPr indent="-273050" lvl="2" marL="1371600" algn="l">
              <a:spcBef>
                <a:spcPts val="200"/>
              </a:spcBef>
              <a:spcAft>
                <a:spcPts val="0"/>
              </a:spcAft>
              <a:buSzPts val="700"/>
              <a:buChar char="⚫"/>
              <a:defRPr sz="1000"/>
            </a:lvl3pPr>
            <a:lvl4pPr indent="-265747" lvl="3" marL="18288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4pPr>
            <a:lvl5pPr indent="-265747" lvl="4" marL="2286000" algn="l">
              <a:spcBef>
                <a:spcPts val="180"/>
              </a:spcBef>
              <a:spcAft>
                <a:spcPts val="0"/>
              </a:spcAft>
              <a:buSzPts val="585"/>
              <a:buChar char="⚫"/>
              <a:defRPr sz="900"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92" name="Google Shape;92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26"/>
          <p:cNvSpPr txBox="1"/>
          <p:nvPr>
            <p:ph idx="12" type="sldNum"/>
          </p:nvPr>
        </p:nvSpPr>
        <p:spPr>
          <a:xfrm>
            <a:off x="8077200" y="6356350"/>
            <a:ext cx="609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95" name="Google Shape;95;p26"/>
          <p:cNvSpPr/>
          <p:nvPr>
            <p:ph idx="2" type="pic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lt2"/>
          </a:solidFill>
          <a:ln cap="rnd" cmpd="sng" w="9525">
            <a:solidFill>
              <a:srgbClr val="C0C0C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  <a:defRPr b="0" i="0" sz="32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96" name="Google Shape;96;p26"/>
          <p:cNvSpPr/>
          <p:nvPr/>
        </p:nvSpPr>
        <p:spPr>
          <a:xfrm flipH="1" rot="10800000">
            <a:off x="-9525" y="5816600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97" name="Google Shape;97;p26"/>
          <p:cNvSpPr/>
          <p:nvPr/>
        </p:nvSpPr>
        <p:spPr>
          <a:xfrm flipH="1" rot="10800000">
            <a:off x="4381500" y="6219825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" type="body"/>
          </p:nvPr>
        </p:nvSpPr>
        <p:spPr>
          <a:xfrm rot="5400000">
            <a:off x="2377440" y="15240"/>
            <a:ext cx="438912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8"/>
          <p:cNvSpPr txBox="1"/>
          <p:nvPr>
            <p:ph type="title"/>
          </p:nvPr>
        </p:nvSpPr>
        <p:spPr>
          <a:xfrm rot="5400000">
            <a:off x="5052218" y="2491583"/>
            <a:ext cx="5211763" cy="20574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8"/>
          <p:cNvSpPr txBox="1"/>
          <p:nvPr>
            <p:ph idx="1" type="body"/>
          </p:nvPr>
        </p:nvSpPr>
        <p:spPr>
          <a:xfrm rot="5400000">
            <a:off x="861219" y="510383"/>
            <a:ext cx="5211763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7185" lvl="0" marL="457200" algn="l">
              <a:spcBef>
                <a:spcPts val="360"/>
              </a:spcBef>
              <a:spcAft>
                <a:spcPts val="0"/>
              </a:spcAft>
              <a:buSzPts val="1710"/>
              <a:buChar char="⚫"/>
              <a:defRPr/>
            </a:lvl1pPr>
            <a:lvl2pPr indent="-325755" lvl="1" marL="914400" algn="l">
              <a:spcBef>
                <a:spcPts val="360"/>
              </a:spcBef>
              <a:spcAft>
                <a:spcPts val="0"/>
              </a:spcAft>
              <a:buSzPts val="1530"/>
              <a:buChar char="⚫"/>
              <a:defRPr/>
            </a:lvl2pPr>
            <a:lvl3pPr indent="-308610" lvl="2" marL="1371600" algn="l">
              <a:spcBef>
                <a:spcPts val="360"/>
              </a:spcBef>
              <a:spcAft>
                <a:spcPts val="0"/>
              </a:spcAft>
              <a:buSzPts val="1260"/>
              <a:buChar char="⚫"/>
              <a:defRPr/>
            </a:lvl3pPr>
            <a:lvl4pPr indent="-302894" lvl="3" marL="18288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4pPr>
            <a:lvl5pPr indent="-302895" lvl="4" marL="2286000" algn="l">
              <a:spcBef>
                <a:spcPts val="360"/>
              </a:spcBef>
              <a:spcAft>
                <a:spcPts val="0"/>
              </a:spcAft>
              <a:buSzPts val="1170"/>
              <a:buChar char="⚫"/>
              <a:defRPr/>
            </a:lvl5pPr>
            <a:lvl6pPr indent="-320039" lvl="5" marL="27432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6pPr>
            <a:lvl7pPr indent="-320039" lvl="6" marL="3200400" algn="l">
              <a:spcBef>
                <a:spcPts val="360"/>
              </a:spcBef>
              <a:spcAft>
                <a:spcPts val="0"/>
              </a:spcAft>
              <a:buSzPts val="1440"/>
              <a:buChar char="⚫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7" name="Google Shape;107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8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9" name="Google Shape;109;p2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.xml"/><Relationship Id="rId3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3.xml"/><Relationship Id="rId12" Type="http://schemas.openxmlformats.org/officeDocument/2006/relationships/slideLayout" Target="../slideLayouts/slideLayout12.xml"/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1" name="Google Shape;11;p16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2" name="Google Shape;12;p1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lt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3" name="Google Shape;13;p1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5" name="Google Shape;15;p16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16" name="Google Shape;16;p1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D0E9ED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17" name="Google Shape;17;p16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18" name="Google Shape;18;p16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9" name="Google Shape;19;p16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 rotWithShape="1">
          <a:blip r:embed="rId1">
            <a:alphaModFix/>
          </a:blip>
          <a:tile algn="tl" flip="none" tx="0" sx="65000" ty="0" sy="65000"/>
        </a:blip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15"/>
          <p:cNvSpPr/>
          <p:nvPr/>
        </p:nvSpPr>
        <p:spPr>
          <a:xfrm>
            <a:off x="-9525" y="-7144"/>
            <a:ext cx="9163050" cy="1041400"/>
          </a:xfrm>
          <a:custGeom>
            <a:rect b="b" l="l" r="r" t="t"/>
            <a:pathLst>
              <a:path extrusionOk="0" h="656" w="5772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rgbClr val="0079AD">
                  <a:alpha val="44705"/>
                </a:srgbClr>
              </a:gs>
              <a:gs pos="100000">
                <a:srgbClr val="00E9F7">
                  <a:alpha val="54901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8" name="Google Shape;28;p15"/>
          <p:cNvSpPr/>
          <p:nvPr/>
        </p:nvSpPr>
        <p:spPr>
          <a:xfrm>
            <a:off x="4381500" y="-7144"/>
            <a:ext cx="4762500" cy="638175"/>
          </a:xfrm>
          <a:custGeom>
            <a:rect b="b" l="l" r="r" t="t"/>
            <a:pathLst>
              <a:path extrusionOk="0" h="595" w="3000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rgbClr val="00ABB4">
                  <a:alpha val="29803"/>
                </a:srgbClr>
              </a:gs>
              <a:gs pos="80000">
                <a:srgbClr val="0099E4">
                  <a:alpha val="44705"/>
                </a:srgbClr>
              </a:gs>
              <a:gs pos="100000">
                <a:srgbClr val="0099E4">
                  <a:alpha val="44705"/>
                </a:srgbClr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" name="Google Shape;29;p1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  <a:defRPr b="0" i="0" sz="5000" u="none" cap="none" strike="noStrik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5445" lvl="0" marL="457200" marR="0" rtl="0" algn="l">
              <a:spcBef>
                <a:spcPts val="52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  <a:defRPr b="0" i="0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-35814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  <a:defRPr b="0" i="0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-321944" lvl="2" marL="1371600" marR="0" rtl="0" algn="l">
              <a:spcBef>
                <a:spcPts val="420"/>
              </a:spcBef>
              <a:spcAft>
                <a:spcPts val="0"/>
              </a:spcAft>
              <a:buClr>
                <a:schemeClr val="accent2"/>
              </a:buClr>
              <a:buSzPts val="1470"/>
              <a:buFont typeface="Noto Sans Symbols"/>
              <a:buChar char="⚫"/>
              <a:defRPr b="0" i="0" sz="21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-31115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-31115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accent4"/>
              </a:buClr>
              <a:buSzPts val="1300"/>
              <a:buFont typeface="Noto Sans Symbols"/>
              <a:buChar char="⚫"/>
              <a:defRPr b="0" i="0" sz="20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-320039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accent5"/>
              </a:buClr>
              <a:buSzPts val="1440"/>
              <a:buFont typeface="Noto Sans Symbols"/>
              <a:buChar char="⚫"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-309879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accent6"/>
              </a:buClr>
              <a:buSzPts val="1280"/>
              <a:buFont typeface="Noto Sans Symbols"/>
              <a:buChar char="⚫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Constantia"/>
              <a:buChar char="•"/>
              <a:defRPr b="0" i="0" sz="1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-317500" lvl="8" marL="4114800" marR="0" rtl="0" algn="l">
              <a:spcBef>
                <a:spcPts val="28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Constantia"/>
              <a:buChar char="•"/>
              <a:defRPr b="0" i="0" sz="1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1" name="Google Shape;3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2" name="Google Shape;32;p15"/>
          <p:cNvSpPr txBox="1"/>
          <p:nvPr>
            <p:ph idx="11" type="ftr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/>
        </p:txBody>
      </p:sp>
      <p:sp>
        <p:nvSpPr>
          <p:cNvPr id="33" name="Google Shape;33;p1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1pPr>
            <a:lvl2pPr indent="0" lvl="1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2pPr>
            <a:lvl3pPr indent="0" lvl="2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3pPr>
            <a:lvl4pPr indent="0" lvl="3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4pPr>
            <a:lvl5pPr indent="0" lvl="4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5pPr>
            <a:lvl6pPr indent="0" lvl="5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6pPr>
            <a:lvl7pPr indent="0" lvl="6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7pPr>
            <a:lvl8pPr indent="0" lvl="7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8pPr>
            <a:lvl9pPr indent="0" lvl="8" marL="0" marR="0" rtl="0" algn="r">
              <a:spcBef>
                <a:spcPts val="0"/>
              </a:spcBef>
              <a:buNone/>
              <a:defRPr b="0" sz="1200" u="none">
                <a:solidFill>
                  <a:srgbClr val="035C75"/>
                </a:solidFill>
                <a:latin typeface="Constantia"/>
                <a:ea typeface="Constantia"/>
                <a:cs typeface="Constantia"/>
                <a:sym typeface="Constanti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4" name="Google Shape;34;p15"/>
          <p:cNvGrpSpPr/>
          <p:nvPr/>
        </p:nvGrpSpPr>
        <p:grpSpPr>
          <a:xfrm>
            <a:off x="-29294" y="-16113"/>
            <a:ext cx="9198255" cy="1086266"/>
            <a:chOff x="-29322" y="-1971"/>
            <a:chExt cx="9198255" cy="1086266"/>
          </a:xfrm>
        </p:grpSpPr>
        <p:sp>
          <p:nvSpPr>
            <p:cNvPr id="35" name="Google Shape;35;p15"/>
            <p:cNvSpPr/>
            <p:nvPr/>
          </p:nvSpPr>
          <p:spPr>
            <a:xfrm rot="-164308">
              <a:off x="-19045" y="216550"/>
              <a:ext cx="9163050" cy="649224"/>
            </a:xfrm>
            <a:custGeom>
              <a:rect b="b" l="l" r="r" t="t"/>
              <a:pathLst>
                <a:path extrusionOk="0" h="1055" w="5772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cap="flat" cmpd="sng" w="10775">
              <a:solidFill>
                <a:srgbClr val="09B6B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36" name="Google Shape;36;p15"/>
            <p:cNvSpPr/>
            <p:nvPr/>
          </p:nvSpPr>
          <p:spPr>
            <a:xfrm rot="-164308">
              <a:off x="-14309" y="290003"/>
              <a:ext cx="9175812" cy="530352"/>
            </a:xfrm>
            <a:custGeom>
              <a:rect b="b" l="l" r="r" t="t"/>
              <a:pathLst>
                <a:path extrusionOk="0" h="854" w="5766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cap="flat" cmpd="sng" w="9525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mailto:namnv@tlu.edu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"/>
          <p:cNvSpPr txBox="1"/>
          <p:nvPr>
            <p:ph type="ctrTitle"/>
          </p:nvPr>
        </p:nvSpPr>
        <p:spPr>
          <a:xfrm>
            <a:off x="533400" y="1371600"/>
            <a:ext cx="7851648" cy="1828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18275" wrap="square" tIns="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4CE0EA"/>
              </a:buClr>
              <a:buSzPts val="5600"/>
              <a:buFont typeface="Calibri"/>
              <a:buNone/>
            </a:pPr>
            <a:r>
              <a:rPr lang="en-US"/>
              <a:t>Phân tích Thiết kế HTTT</a:t>
            </a:r>
            <a:endParaRPr/>
          </a:p>
        </p:txBody>
      </p:sp>
      <p:sp>
        <p:nvSpPr>
          <p:cNvPr id="115" name="Google Shape;115;p1"/>
          <p:cNvSpPr txBox="1"/>
          <p:nvPr>
            <p:ph idx="1" type="subTitle"/>
          </p:nvPr>
        </p:nvSpPr>
        <p:spPr>
          <a:xfrm>
            <a:off x="533400" y="4191000"/>
            <a:ext cx="7854696" cy="190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spcBef>
                <a:spcPts val="0"/>
              </a:spcBef>
              <a:spcAft>
                <a:spcPts val="0"/>
              </a:spcAft>
              <a:buSzPts val="2470"/>
              <a:buNone/>
            </a:pPr>
            <a:r>
              <a:rPr lang="en-US"/>
              <a:t>Ths. Nguyễn Văn Nam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Email: </a:t>
            </a:r>
            <a:r>
              <a:rPr lang="en-US" u="sng">
                <a:solidFill>
                  <a:schemeClr val="hlink"/>
                </a:solidFill>
                <a:hlinkClick r:id="rId3"/>
              </a:rPr>
              <a:t>namnv@tlu.edu.vn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rPr lang="en-US"/>
              <a:t>Website: namvannguyen.blogspot.com</a:t>
            </a:r>
            <a:endParaRPr/>
          </a:p>
          <a:p>
            <a:pPr indent="0" lvl="0" marL="0" marR="45720" rtl="0" algn="r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116" name="Google Shape;116;p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7" name="Google Shape;117;p1"/>
          <p:cNvSpPr txBox="1"/>
          <p:nvPr/>
        </p:nvSpPr>
        <p:spPr>
          <a:xfrm>
            <a:off x="609600" y="3200400"/>
            <a:ext cx="7854696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18275" wrap="square" tIns="45700">
            <a:normAutofit/>
          </a:bodyPr>
          <a:lstStyle/>
          <a:p>
            <a:pPr indent="0" lvl="0" marL="0" marR="4572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040"/>
              <a:buFont typeface="Noto Sans Symbols"/>
              <a:buNone/>
            </a:pPr>
            <a:r>
              <a:rPr b="0" i="0" lang="en-US" sz="3200" u="none" cap="none" strike="noStrike">
                <a:solidFill>
                  <a:schemeClr val="lt1"/>
                </a:solidFill>
                <a:latin typeface="Constantia"/>
                <a:ea typeface="Constantia"/>
                <a:cs typeface="Constantia"/>
                <a:sym typeface="Constantia"/>
              </a:rPr>
              <a:t>Analysis - Design</a:t>
            </a:r>
            <a:endParaRPr b="0" i="0" sz="3200" u="none" cap="none" strike="noStrike">
              <a:solidFill>
                <a:schemeClr val="lt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Nội dung</a:t>
            </a:r>
            <a:endParaRPr/>
          </a:p>
        </p:txBody>
      </p:sp>
      <p:sp>
        <p:nvSpPr>
          <p:cNvPr id="123" name="Google Shape;123;p2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Khái niệm chính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Phân tích và thiết kế</a:t>
            </a:r>
            <a:endParaRPr/>
          </a:p>
          <a:p>
            <a:pPr indent="-274320" lvl="0" marL="274320" rtl="0" algn="l">
              <a:spcBef>
                <a:spcPts val="52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Các kiến trúc phần mềm</a:t>
            </a:r>
            <a:endParaRPr/>
          </a:p>
        </p:txBody>
      </p:sp>
      <p:sp>
        <p:nvSpPr>
          <p:cNvPr id="124" name="Google Shape;124;p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 txBox="1"/>
          <p:nvPr>
            <p:ph type="title"/>
          </p:nvPr>
        </p:nvSpPr>
        <p:spPr>
          <a:xfrm>
            <a:off x="457200" y="3810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Ngữ cảnh hoạt động – PT &amp; TK</a:t>
            </a:r>
            <a:endParaRPr/>
          </a:p>
        </p:txBody>
      </p:sp>
      <p:sp>
        <p:nvSpPr>
          <p:cNvPr id="130" name="Google Shape;130;p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31" name="Google Shape;131;p3"/>
          <p:cNvSpPr/>
          <p:nvPr/>
        </p:nvSpPr>
        <p:spPr>
          <a:xfrm>
            <a:off x="76200" y="1752600"/>
            <a:ext cx="4343400" cy="4541837"/>
          </a:xfrm>
          <a:prstGeom prst="rect">
            <a:avLst/>
          </a:prstGeom>
          <a:solidFill>
            <a:srgbClr val="CCFFFF"/>
          </a:solidFill>
          <a:ln cap="flat" cmpd="sng" w="57150">
            <a:solidFill>
              <a:schemeClr val="accen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1842">
              <a:schemeClr val="lt2">
                <a:alpha val="49803"/>
              </a:schemeClr>
            </a:outerShdw>
          </a:effectLst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-339725" lvl="0" marL="339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Mục đích của Phân tích và Thiết kế:</a:t>
            </a:r>
            <a:endParaRPr b="1"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39725" lvl="0" marL="339725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1"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Chuyển từ các yêu cầu sang một thiết kế về hệ thống được mong đợi.</a:t>
            </a:r>
            <a:endParaRPr b="1"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339725" lvl="0" marL="339725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1"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Đi đến một kiến trúc tốt cho hệ thống.</a:t>
            </a:r>
            <a:endParaRPr/>
          </a:p>
          <a:p>
            <a:pPr indent="-339725" lvl="0" marL="339725" marR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1"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Điều chỉnh thiết kế tương thích với </a:t>
            </a:r>
            <a:r>
              <a:rPr b="1"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môi</a:t>
            </a:r>
            <a:r>
              <a:rPr b="1"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trường thực thi, thiết kế để đạt được </a:t>
            </a:r>
            <a:r>
              <a:rPr b="1"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hiệu</a:t>
            </a:r>
            <a:r>
              <a:rPr b="1"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 năng.</a:t>
            </a:r>
            <a:endParaRPr b="1"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pic>
        <p:nvPicPr>
          <p:cNvPr descr="RUP_grab" id="132" name="Google Shape;13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95800" y="1600200"/>
            <a:ext cx="4621212" cy="3165475"/>
          </a:xfrm>
          <a:prstGeom prst="rect">
            <a:avLst/>
          </a:prstGeom>
          <a:noFill/>
          <a:ln cap="flat" cmpd="sng" w="9525">
            <a:solidFill>
              <a:schemeClr val="lt2"/>
            </a:solidFill>
            <a:prstDash val="solid"/>
            <a:miter lim="800000"/>
            <a:headEnd len="sm" w="sm" type="none"/>
            <a:tailEnd len="sm" w="sm" type="none"/>
          </a:ln>
          <a:effectLst>
            <a:outerShdw rotWithShape="0" algn="ctr" dir="2700000" dist="71842">
              <a:srgbClr val="808080">
                <a:alpha val="49803"/>
              </a:srgbClr>
            </a:outerShdw>
          </a:effectLst>
        </p:spPr>
      </p:pic>
      <p:grpSp>
        <p:nvGrpSpPr>
          <p:cNvPr id="133" name="Google Shape;133;p3"/>
          <p:cNvGrpSpPr/>
          <p:nvPr/>
        </p:nvGrpSpPr>
        <p:grpSpPr>
          <a:xfrm>
            <a:off x="4540250" y="2654300"/>
            <a:ext cx="4603750" cy="241300"/>
            <a:chOff x="2872" y="1104"/>
            <a:chExt cx="2680" cy="176"/>
          </a:xfrm>
        </p:grpSpPr>
        <p:sp>
          <p:nvSpPr>
            <p:cNvPr id="134" name="Google Shape;134;p3"/>
            <p:cNvSpPr/>
            <p:nvPr/>
          </p:nvSpPr>
          <p:spPr>
            <a:xfrm>
              <a:off x="2872" y="1104"/>
              <a:ext cx="2680" cy="176"/>
            </a:xfrm>
            <a:prstGeom prst="rect">
              <a:avLst/>
            </a:prstGeom>
            <a:noFill/>
            <a:ln cap="flat" cmpd="sng" w="76200">
              <a:solidFill>
                <a:schemeClr val="l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135" name="Google Shape;135;p3"/>
            <p:cNvSpPr/>
            <p:nvPr/>
          </p:nvSpPr>
          <p:spPr>
            <a:xfrm>
              <a:off x="2872" y="1104"/>
              <a:ext cx="2680" cy="176"/>
            </a:xfrm>
            <a:prstGeom prst="rect">
              <a:avLst/>
            </a:prstGeom>
            <a:noFill/>
            <a:ln cap="flat" cmpd="sng" w="57150">
              <a:solidFill>
                <a:schemeClr val="accent2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Phân tích – Thiết kế</a:t>
            </a:r>
            <a:endParaRPr/>
          </a:p>
        </p:txBody>
      </p:sp>
      <p:sp>
        <p:nvSpPr>
          <p:cNvPr id="141" name="Google Shape;141;p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2" name="Google Shape;142;p4"/>
          <p:cNvSpPr txBox="1"/>
          <p:nvPr/>
        </p:nvSpPr>
        <p:spPr>
          <a:xfrm>
            <a:off x="457200" y="1905000"/>
            <a:ext cx="411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470"/>
              <a:buFont typeface="Noto Sans Symbols"/>
              <a:buChar char="⚫"/>
            </a:pPr>
            <a:r>
              <a:rPr b="0" i="0" lang="en-US" sz="26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Phân tích</a:t>
            </a:r>
            <a:endParaRPr b="0" i="0" sz="26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46888" lvl="1" marL="6400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Tập trung vào hiểu bài toán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46888" lvl="1" marL="6400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Thiết kế lý tưởng hóa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46888" lvl="1" marL="6400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Hành vi</a:t>
            </a:r>
            <a:endParaRPr/>
          </a:p>
          <a:p>
            <a:pPr indent="-246888" lvl="1" marL="6400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Cấu trúc hệ thống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46888" lvl="1" marL="6400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Các yêu cầu chức năng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46888" lvl="1" marL="64008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accent1"/>
              </a:buClr>
              <a:buSzPts val="2040"/>
              <a:buFont typeface="Noto Sans Symbols"/>
              <a:buChar char="⚫"/>
            </a:pPr>
            <a:r>
              <a:rPr b="0" i="0" lang="en-US" sz="240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Một mô hình nhỏ</a:t>
            </a:r>
            <a:endParaRPr b="0" i="0" sz="240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143" name="Google Shape;143;p4"/>
          <p:cNvSpPr txBox="1"/>
          <p:nvPr/>
        </p:nvSpPr>
        <p:spPr>
          <a:xfrm>
            <a:off x="4343400" y="1981200"/>
            <a:ext cx="45720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67"/>
              <a:buFont typeface="Arial"/>
              <a:buChar char="•"/>
            </a:pPr>
            <a:r>
              <a:rPr lang="en-US" sz="2867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Thiết kế</a:t>
            </a:r>
            <a:endParaRPr sz="2867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Tập trung vào hiểu giải pháp cho hệ thống</a:t>
            </a:r>
            <a:endParaRPr b="0" i="0" sz="259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Hoạt động (Operation) và thuộc tính (attribute)</a:t>
            </a:r>
            <a:endParaRPr/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Hiệu năng</a:t>
            </a:r>
            <a:endParaRPr b="0" i="0" sz="259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Tiến gần tới mã chương trình</a:t>
            </a:r>
            <a:endParaRPr b="0" i="0" sz="259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Vòng đời của đối tượng</a:t>
            </a:r>
            <a:endParaRPr b="0" i="0" sz="259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Yêu cầu phi chức năng</a:t>
            </a:r>
            <a:endParaRPr b="0" i="0" sz="259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  <a:p>
            <a:pPr indent="-285750" lvl="1" marL="742950" marR="0" rtl="0" algn="l">
              <a:lnSpc>
                <a:spcPct val="80000"/>
              </a:lnSpc>
              <a:spcBef>
                <a:spcPts val="518"/>
              </a:spcBef>
              <a:spcAft>
                <a:spcPts val="0"/>
              </a:spcAft>
              <a:buClr>
                <a:schemeClr val="dk1"/>
              </a:buClr>
              <a:buSzPts val="2590"/>
              <a:buFont typeface="Arial"/>
              <a:buChar char="•"/>
            </a:pPr>
            <a:r>
              <a:rPr b="0" i="0" lang="en-US" sz="2590" u="none" cap="none" strike="noStrike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Một mô hình lớn</a:t>
            </a:r>
            <a:endParaRPr b="0" i="0" sz="2590" u="none" cap="none" strike="noStrike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600"/>
              <a:buFont typeface="Calibri"/>
              <a:buNone/>
            </a:pPr>
            <a:r>
              <a:rPr lang="en-US" sz="3600"/>
              <a:t>Phân tích và Thiết kế không phải là quá trình Top-Down or Bottom-Up</a:t>
            </a:r>
            <a:endParaRPr sz="3600"/>
          </a:p>
        </p:txBody>
      </p:sp>
      <p:sp>
        <p:nvSpPr>
          <p:cNvPr id="149" name="Google Shape;149;p5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150" name="Google Shape;150;p5"/>
          <p:cNvCxnSpPr/>
          <p:nvPr/>
        </p:nvCxnSpPr>
        <p:spPr>
          <a:xfrm>
            <a:off x="5880100" y="5041900"/>
            <a:ext cx="576263" cy="576263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sm" w="sm" type="none"/>
            <a:tailEnd len="lg" w="lg" type="triangle"/>
          </a:ln>
        </p:spPr>
      </p:cxnSp>
      <p:grpSp>
        <p:nvGrpSpPr>
          <p:cNvPr id="151" name="Google Shape;151;p5"/>
          <p:cNvGrpSpPr/>
          <p:nvPr/>
        </p:nvGrpSpPr>
        <p:grpSpPr>
          <a:xfrm>
            <a:off x="6642103" y="2065338"/>
            <a:ext cx="1087438" cy="1149350"/>
            <a:chOff x="4128" y="865"/>
            <a:chExt cx="685" cy="724"/>
          </a:xfrm>
        </p:grpSpPr>
        <p:grpSp>
          <p:nvGrpSpPr>
            <p:cNvPr id="152" name="Google Shape;152;p5"/>
            <p:cNvGrpSpPr/>
            <p:nvPr/>
          </p:nvGrpSpPr>
          <p:grpSpPr>
            <a:xfrm>
              <a:off x="4179" y="865"/>
              <a:ext cx="629" cy="495"/>
              <a:chOff x="3918" y="864"/>
              <a:chExt cx="786" cy="618"/>
            </a:xfrm>
          </p:grpSpPr>
          <p:grpSp>
            <p:nvGrpSpPr>
              <p:cNvPr id="153" name="Google Shape;153;p5"/>
              <p:cNvGrpSpPr/>
              <p:nvPr/>
            </p:nvGrpSpPr>
            <p:grpSpPr>
              <a:xfrm>
                <a:off x="3918" y="1221"/>
                <a:ext cx="321" cy="261"/>
                <a:chOff x="3903" y="1371"/>
                <a:chExt cx="321" cy="261"/>
              </a:xfrm>
            </p:grpSpPr>
            <p:sp>
              <p:nvSpPr>
                <p:cNvPr id="154" name="Google Shape;154;p5"/>
                <p:cNvSpPr/>
                <p:nvPr/>
              </p:nvSpPr>
              <p:spPr>
                <a:xfrm>
                  <a:off x="3903" y="1428"/>
                  <a:ext cx="321" cy="204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55" name="Google Shape;155;p5"/>
                <p:cNvSpPr/>
                <p:nvPr/>
              </p:nvSpPr>
              <p:spPr>
                <a:xfrm>
                  <a:off x="3903" y="1371"/>
                  <a:ext cx="112" cy="57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156" name="Google Shape;156;p5"/>
              <p:cNvGrpSpPr/>
              <p:nvPr/>
            </p:nvGrpSpPr>
            <p:grpSpPr>
              <a:xfrm>
                <a:off x="4383" y="1221"/>
                <a:ext cx="321" cy="261"/>
                <a:chOff x="4527" y="1371"/>
                <a:chExt cx="321" cy="261"/>
              </a:xfrm>
            </p:grpSpPr>
            <p:sp>
              <p:nvSpPr>
                <p:cNvPr id="157" name="Google Shape;157;p5"/>
                <p:cNvSpPr/>
                <p:nvPr/>
              </p:nvSpPr>
              <p:spPr>
                <a:xfrm>
                  <a:off x="4527" y="1428"/>
                  <a:ext cx="321" cy="204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58" name="Google Shape;158;p5"/>
                <p:cNvSpPr/>
                <p:nvPr/>
              </p:nvSpPr>
              <p:spPr>
                <a:xfrm>
                  <a:off x="4527" y="1371"/>
                  <a:ext cx="112" cy="57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159" name="Google Shape;159;p5"/>
              <p:cNvGrpSpPr/>
              <p:nvPr/>
            </p:nvGrpSpPr>
            <p:grpSpPr>
              <a:xfrm>
                <a:off x="4383" y="864"/>
                <a:ext cx="321" cy="261"/>
                <a:chOff x="4527" y="939"/>
                <a:chExt cx="321" cy="261"/>
              </a:xfrm>
            </p:grpSpPr>
            <p:sp>
              <p:nvSpPr>
                <p:cNvPr id="160" name="Google Shape;160;p5"/>
                <p:cNvSpPr/>
                <p:nvPr/>
              </p:nvSpPr>
              <p:spPr>
                <a:xfrm>
                  <a:off x="4527" y="996"/>
                  <a:ext cx="321" cy="204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61" name="Google Shape;161;p5"/>
                <p:cNvSpPr/>
                <p:nvPr/>
              </p:nvSpPr>
              <p:spPr>
                <a:xfrm>
                  <a:off x="4527" y="939"/>
                  <a:ext cx="112" cy="57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162" name="Google Shape;162;p5"/>
              <p:cNvGrpSpPr/>
              <p:nvPr/>
            </p:nvGrpSpPr>
            <p:grpSpPr>
              <a:xfrm>
                <a:off x="3918" y="864"/>
                <a:ext cx="321" cy="261"/>
                <a:chOff x="3903" y="939"/>
                <a:chExt cx="321" cy="261"/>
              </a:xfrm>
            </p:grpSpPr>
            <p:sp>
              <p:nvSpPr>
                <p:cNvPr id="163" name="Google Shape;163;p5"/>
                <p:cNvSpPr/>
                <p:nvPr/>
              </p:nvSpPr>
              <p:spPr>
                <a:xfrm>
                  <a:off x="3903" y="996"/>
                  <a:ext cx="321" cy="204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164" name="Google Shape;164;p5"/>
                <p:cNvSpPr/>
                <p:nvPr/>
              </p:nvSpPr>
              <p:spPr>
                <a:xfrm>
                  <a:off x="3903" y="939"/>
                  <a:ext cx="112" cy="57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</p:grpSp>
        <p:sp>
          <p:nvSpPr>
            <p:cNvPr id="165" name="Google Shape;165;p5"/>
            <p:cNvSpPr txBox="1"/>
            <p:nvPr/>
          </p:nvSpPr>
          <p:spPr>
            <a:xfrm>
              <a:off x="4128" y="1415"/>
              <a:ext cx="685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Subsystems</a:t>
              </a:r>
              <a:endParaRPr/>
            </a:p>
          </p:txBody>
        </p:sp>
      </p:grpSp>
      <p:grpSp>
        <p:nvGrpSpPr>
          <p:cNvPr id="166" name="Google Shape;166;p5"/>
          <p:cNvGrpSpPr/>
          <p:nvPr/>
        </p:nvGrpSpPr>
        <p:grpSpPr>
          <a:xfrm>
            <a:off x="2819400" y="3475039"/>
            <a:ext cx="935038" cy="1446213"/>
            <a:chOff x="192" y="1730"/>
            <a:chExt cx="589" cy="911"/>
          </a:xfrm>
        </p:grpSpPr>
        <p:grpSp>
          <p:nvGrpSpPr>
            <p:cNvPr id="167" name="Google Shape;167;p5"/>
            <p:cNvGrpSpPr/>
            <p:nvPr/>
          </p:nvGrpSpPr>
          <p:grpSpPr>
            <a:xfrm>
              <a:off x="192" y="1730"/>
              <a:ext cx="514" cy="686"/>
              <a:chOff x="446" y="2208"/>
              <a:chExt cx="754" cy="1008"/>
            </a:xfrm>
          </p:grpSpPr>
          <p:sp>
            <p:nvSpPr>
              <p:cNvPr id="168" name="Google Shape;168;p5"/>
              <p:cNvSpPr/>
              <p:nvPr/>
            </p:nvSpPr>
            <p:spPr>
              <a:xfrm>
                <a:off x="446" y="2208"/>
                <a:ext cx="624" cy="28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169" name="Google Shape;169;p5"/>
              <p:cNvSpPr/>
              <p:nvPr/>
            </p:nvSpPr>
            <p:spPr>
              <a:xfrm>
                <a:off x="768" y="2496"/>
                <a:ext cx="432" cy="72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170" name="Google Shape;170;p5"/>
              <p:cNvCxnSpPr/>
              <p:nvPr/>
            </p:nvCxnSpPr>
            <p:spPr>
              <a:xfrm>
                <a:off x="1056" y="2496"/>
                <a:ext cx="144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1" name="Google Shape;171;p5"/>
              <p:cNvCxnSpPr/>
              <p:nvPr/>
            </p:nvCxnSpPr>
            <p:spPr>
              <a:xfrm>
                <a:off x="1056" y="2496"/>
                <a:ext cx="0" cy="144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2" name="Google Shape;172;p5"/>
              <p:cNvCxnSpPr/>
              <p:nvPr/>
            </p:nvCxnSpPr>
            <p:spPr>
              <a:xfrm rot="10800000">
                <a:off x="1056" y="2640"/>
                <a:ext cx="144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3" name="Google Shape;173;p5"/>
              <p:cNvCxnSpPr/>
              <p:nvPr/>
            </p:nvCxnSpPr>
            <p:spPr>
              <a:xfrm>
                <a:off x="816" y="273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4" name="Google Shape;174;p5"/>
              <p:cNvCxnSpPr/>
              <p:nvPr/>
            </p:nvCxnSpPr>
            <p:spPr>
              <a:xfrm>
                <a:off x="816" y="278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5" name="Google Shape;175;p5"/>
              <p:cNvCxnSpPr/>
              <p:nvPr/>
            </p:nvCxnSpPr>
            <p:spPr>
              <a:xfrm>
                <a:off x="816" y="283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6" name="Google Shape;176;p5"/>
              <p:cNvCxnSpPr/>
              <p:nvPr/>
            </p:nvCxnSpPr>
            <p:spPr>
              <a:xfrm>
                <a:off x="816" y="292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7" name="Google Shape;177;p5"/>
              <p:cNvCxnSpPr/>
              <p:nvPr/>
            </p:nvCxnSpPr>
            <p:spPr>
              <a:xfrm>
                <a:off x="816" y="288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8" name="Google Shape;178;p5"/>
              <p:cNvCxnSpPr/>
              <p:nvPr/>
            </p:nvCxnSpPr>
            <p:spPr>
              <a:xfrm>
                <a:off x="816" y="2976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5"/>
              <p:cNvCxnSpPr/>
              <p:nvPr/>
            </p:nvCxnSpPr>
            <p:spPr>
              <a:xfrm>
                <a:off x="816" y="3024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5"/>
              <p:cNvCxnSpPr/>
              <p:nvPr/>
            </p:nvCxnSpPr>
            <p:spPr>
              <a:xfrm>
                <a:off x="816" y="3072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5"/>
              <p:cNvCxnSpPr/>
              <p:nvPr/>
            </p:nvCxnSpPr>
            <p:spPr>
              <a:xfrm>
                <a:off x="816" y="3120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5"/>
              <p:cNvCxnSpPr/>
              <p:nvPr/>
            </p:nvCxnSpPr>
            <p:spPr>
              <a:xfrm>
                <a:off x="816" y="316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5"/>
              <p:cNvCxnSpPr/>
              <p:nvPr/>
            </p:nvCxnSpPr>
            <p:spPr>
              <a:xfrm>
                <a:off x="816" y="2688"/>
                <a:ext cx="336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5"/>
              <p:cNvCxnSpPr/>
              <p:nvPr/>
            </p:nvCxnSpPr>
            <p:spPr>
              <a:xfrm>
                <a:off x="816" y="2592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5"/>
              <p:cNvCxnSpPr/>
              <p:nvPr/>
            </p:nvCxnSpPr>
            <p:spPr>
              <a:xfrm>
                <a:off x="816" y="2544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5"/>
              <p:cNvCxnSpPr/>
              <p:nvPr/>
            </p:nvCxnSpPr>
            <p:spPr>
              <a:xfrm>
                <a:off x="816" y="2640"/>
                <a:ext cx="209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187" name="Google Shape;187;p5"/>
            <p:cNvSpPr txBox="1"/>
            <p:nvPr/>
          </p:nvSpPr>
          <p:spPr>
            <a:xfrm>
              <a:off x="192" y="2467"/>
              <a:ext cx="589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Use Cases</a:t>
              </a:r>
              <a:endParaRPr/>
            </a:p>
          </p:txBody>
        </p:sp>
      </p:grpSp>
      <p:grpSp>
        <p:nvGrpSpPr>
          <p:cNvPr id="188" name="Google Shape;188;p5"/>
          <p:cNvGrpSpPr/>
          <p:nvPr/>
        </p:nvGrpSpPr>
        <p:grpSpPr>
          <a:xfrm>
            <a:off x="4813300" y="3589337"/>
            <a:ext cx="2482850" cy="1331913"/>
            <a:chOff x="2544" y="1821"/>
            <a:chExt cx="1564" cy="839"/>
          </a:xfrm>
        </p:grpSpPr>
        <p:grpSp>
          <p:nvGrpSpPr>
            <p:cNvPr id="189" name="Google Shape;189;p5"/>
            <p:cNvGrpSpPr/>
            <p:nvPr/>
          </p:nvGrpSpPr>
          <p:grpSpPr>
            <a:xfrm>
              <a:off x="2646" y="1821"/>
              <a:ext cx="1462" cy="646"/>
              <a:chOff x="1404" y="1071"/>
              <a:chExt cx="1824" cy="809"/>
            </a:xfrm>
          </p:grpSpPr>
          <p:grpSp>
            <p:nvGrpSpPr>
              <p:cNvPr id="190" name="Google Shape;190;p5"/>
              <p:cNvGrpSpPr/>
              <p:nvPr/>
            </p:nvGrpSpPr>
            <p:grpSpPr>
              <a:xfrm>
                <a:off x="1404" y="1230"/>
                <a:ext cx="881" cy="218"/>
                <a:chOff x="144" y="1440"/>
                <a:chExt cx="881" cy="636"/>
              </a:xfrm>
            </p:grpSpPr>
            <p:sp>
              <p:nvSpPr>
                <p:cNvPr id="191" name="Google Shape;191;p5"/>
                <p:cNvSpPr/>
                <p:nvPr/>
              </p:nvSpPr>
              <p:spPr>
                <a:xfrm>
                  <a:off x="144" y="1440"/>
                  <a:ext cx="0" cy="63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92" name="Google Shape;192;p5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3" name="Google Shape;193;p5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94" name="Google Shape;194;p5"/>
              <p:cNvGrpSpPr/>
              <p:nvPr/>
            </p:nvGrpSpPr>
            <p:grpSpPr>
              <a:xfrm>
                <a:off x="2045" y="1071"/>
                <a:ext cx="881" cy="218"/>
                <a:chOff x="144" y="1440"/>
                <a:chExt cx="881" cy="636"/>
              </a:xfrm>
            </p:grpSpPr>
            <p:sp>
              <p:nvSpPr>
                <p:cNvPr id="195" name="Google Shape;195;p5"/>
                <p:cNvSpPr/>
                <p:nvPr/>
              </p:nvSpPr>
              <p:spPr>
                <a:xfrm>
                  <a:off x="144" y="1440"/>
                  <a:ext cx="0" cy="63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196" name="Google Shape;196;p5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197" name="Google Shape;197;p5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198" name="Google Shape;198;p5"/>
              <p:cNvGrpSpPr/>
              <p:nvPr/>
            </p:nvGrpSpPr>
            <p:grpSpPr>
              <a:xfrm>
                <a:off x="1743" y="1662"/>
                <a:ext cx="881" cy="218"/>
                <a:chOff x="144" y="1440"/>
                <a:chExt cx="881" cy="636"/>
              </a:xfrm>
            </p:grpSpPr>
            <p:sp>
              <p:nvSpPr>
                <p:cNvPr id="199" name="Google Shape;199;p5"/>
                <p:cNvSpPr/>
                <p:nvPr/>
              </p:nvSpPr>
              <p:spPr>
                <a:xfrm>
                  <a:off x="144" y="1440"/>
                  <a:ext cx="0" cy="63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200" name="Google Shape;200;p5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1" name="Google Shape;201;p5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202" name="Google Shape;202;p5"/>
              <p:cNvGrpSpPr/>
              <p:nvPr/>
            </p:nvGrpSpPr>
            <p:grpSpPr>
              <a:xfrm>
                <a:off x="2347" y="1579"/>
                <a:ext cx="881" cy="218"/>
                <a:chOff x="144" y="1436"/>
                <a:chExt cx="881" cy="636"/>
              </a:xfrm>
            </p:grpSpPr>
            <p:sp>
              <p:nvSpPr>
                <p:cNvPr id="203" name="Google Shape;203;p5"/>
                <p:cNvSpPr/>
                <p:nvPr/>
              </p:nvSpPr>
              <p:spPr>
                <a:xfrm>
                  <a:off x="144" y="1436"/>
                  <a:ext cx="0" cy="636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204" name="Google Shape;204;p5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205" name="Google Shape;205;p5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206" name="Google Shape;206;p5"/>
              <p:cNvCxnSpPr/>
              <p:nvPr/>
            </p:nvCxnSpPr>
            <p:spPr>
              <a:xfrm rot="10800000">
                <a:off x="1463" y="1406"/>
                <a:ext cx="312" cy="257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7" name="Google Shape;207;p5"/>
              <p:cNvCxnSpPr/>
              <p:nvPr/>
            </p:nvCxnSpPr>
            <p:spPr>
              <a:xfrm flipH="1" rot="10800000">
                <a:off x="1611" y="1160"/>
                <a:ext cx="339" cy="153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8" name="Google Shape;208;p5"/>
              <p:cNvCxnSpPr/>
              <p:nvPr/>
            </p:nvCxnSpPr>
            <p:spPr>
              <a:xfrm flipH="1" rot="10800000">
                <a:off x="1950" y="1663"/>
                <a:ext cx="302" cy="8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9" name="Google Shape;209;p5"/>
              <p:cNvCxnSpPr/>
              <p:nvPr/>
            </p:nvCxnSpPr>
            <p:spPr>
              <a:xfrm flipH="1" rot="10800000">
                <a:off x="1775" y="1247"/>
                <a:ext cx="329" cy="41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210" name="Google Shape;210;p5"/>
            <p:cNvSpPr txBox="1"/>
            <p:nvPr/>
          </p:nvSpPr>
          <p:spPr>
            <a:xfrm>
              <a:off x="2544" y="2486"/>
              <a:ext cx="931" cy="1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Analysis Classes</a:t>
              </a:r>
              <a:endParaRPr/>
            </a:p>
          </p:txBody>
        </p:sp>
      </p:grpSp>
      <p:grpSp>
        <p:nvGrpSpPr>
          <p:cNvPr id="211" name="Google Shape;211;p5"/>
          <p:cNvGrpSpPr/>
          <p:nvPr/>
        </p:nvGrpSpPr>
        <p:grpSpPr>
          <a:xfrm>
            <a:off x="1130300" y="4994275"/>
            <a:ext cx="1216025" cy="1216025"/>
            <a:chOff x="2640" y="3552"/>
            <a:chExt cx="720" cy="720"/>
          </a:xfrm>
        </p:grpSpPr>
        <p:sp>
          <p:nvSpPr>
            <p:cNvPr id="212" name="Google Shape;212;p5"/>
            <p:cNvSpPr/>
            <p:nvPr/>
          </p:nvSpPr>
          <p:spPr>
            <a:xfrm>
              <a:off x="2640" y="3552"/>
              <a:ext cx="720" cy="720"/>
            </a:xfrm>
            <a:prstGeom prst="ellipse">
              <a:avLst/>
            </a:prstGeom>
            <a:noFill/>
            <a:ln cap="flat" cmpd="sng" w="76200">
              <a:solidFill>
                <a:schemeClr val="hlink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213" name="Google Shape;213;p5"/>
            <p:cNvCxnSpPr/>
            <p:nvPr/>
          </p:nvCxnSpPr>
          <p:spPr>
            <a:xfrm rot="8100000">
              <a:off x="2647" y="3913"/>
              <a:ext cx="705" cy="0"/>
            </a:xfrm>
            <a:prstGeom prst="straightConnector1">
              <a:avLst/>
            </a:prstGeom>
            <a:noFill/>
            <a:ln cap="flat" cmpd="sng" w="76200">
              <a:solidFill>
                <a:schemeClr val="hlink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14" name="Google Shape;214;p5"/>
          <p:cNvSpPr txBox="1"/>
          <p:nvPr/>
        </p:nvSpPr>
        <p:spPr>
          <a:xfrm>
            <a:off x="1016000" y="2449513"/>
            <a:ext cx="1444625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Top</a:t>
            </a:r>
            <a:endParaRPr/>
          </a:p>
          <a:p>
            <a:pPr indent="0" lvl="0" marL="0" marR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Down</a:t>
            </a:r>
            <a:endParaRPr/>
          </a:p>
        </p:txBody>
      </p:sp>
      <p:cxnSp>
        <p:nvCxnSpPr>
          <p:cNvPr id="215" name="Google Shape;215;p5"/>
          <p:cNvCxnSpPr/>
          <p:nvPr/>
        </p:nvCxnSpPr>
        <p:spPr>
          <a:xfrm flipH="1" rot="10800000">
            <a:off x="5880100" y="2865438"/>
            <a:ext cx="576263" cy="576262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sm" w="sm" type="none"/>
            <a:tailEnd len="lg" w="lg" type="triangle"/>
          </a:ln>
        </p:spPr>
      </p:cxnSp>
      <p:grpSp>
        <p:nvGrpSpPr>
          <p:cNvPr id="216" name="Google Shape;216;p5"/>
          <p:cNvGrpSpPr/>
          <p:nvPr/>
        </p:nvGrpSpPr>
        <p:grpSpPr>
          <a:xfrm>
            <a:off x="609600" y="1905000"/>
            <a:ext cx="7848600" cy="4876800"/>
            <a:chOff x="384" y="712"/>
            <a:chExt cx="4992" cy="3168"/>
          </a:xfrm>
        </p:grpSpPr>
        <p:grpSp>
          <p:nvGrpSpPr>
            <p:cNvPr id="217" name="Google Shape;217;p5"/>
            <p:cNvGrpSpPr/>
            <p:nvPr/>
          </p:nvGrpSpPr>
          <p:grpSpPr>
            <a:xfrm>
              <a:off x="384" y="712"/>
              <a:ext cx="4992" cy="3168"/>
              <a:chOff x="384" y="720"/>
              <a:chExt cx="4992" cy="3168"/>
            </a:xfrm>
          </p:grpSpPr>
          <p:sp>
            <p:nvSpPr>
              <p:cNvPr id="218" name="Google Shape;218;p5"/>
              <p:cNvSpPr/>
              <p:nvPr/>
            </p:nvSpPr>
            <p:spPr>
              <a:xfrm>
                <a:off x="384" y="720"/>
                <a:ext cx="4992" cy="3168"/>
              </a:xfrm>
              <a:prstGeom prst="bracketPair">
                <a:avLst/>
              </a:prstGeom>
              <a:noFill/>
              <a:ln cap="flat" cmpd="sng" w="28575">
                <a:solidFill>
                  <a:srgbClr val="004E6C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53975" lIns="107950" spcFirstLastPara="1" rIns="107950" wrap="square" tIns="53975">
                <a:noAutofit/>
              </a:bodyPr>
              <a:lstStyle/>
              <a:p>
                <a:pPr indent="0" lvl="0" marL="0" marR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219" name="Google Shape;219;p5"/>
              <p:cNvCxnSpPr/>
              <p:nvPr/>
            </p:nvCxnSpPr>
            <p:spPr>
              <a:xfrm>
                <a:off x="864" y="3888"/>
                <a:ext cx="4032" cy="0"/>
              </a:xfrm>
              <a:prstGeom prst="straightConnector1">
                <a:avLst/>
              </a:prstGeom>
              <a:noFill/>
              <a:ln cap="flat" cmpd="sng" w="28575">
                <a:solidFill>
                  <a:srgbClr val="004E6C"/>
                </a:solidFill>
                <a:prstDash val="dash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220" name="Google Shape;220;p5"/>
            <p:cNvCxnSpPr/>
            <p:nvPr/>
          </p:nvCxnSpPr>
          <p:spPr>
            <a:xfrm>
              <a:off x="864" y="714"/>
              <a:ext cx="1078" cy="0"/>
            </a:xfrm>
            <a:prstGeom prst="straightConnector1">
              <a:avLst/>
            </a:prstGeom>
            <a:noFill/>
            <a:ln cap="flat" cmpd="sng" w="28575">
              <a:solidFill>
                <a:srgbClr val="004E6C"/>
              </a:solidFill>
              <a:prstDash val="dash"/>
              <a:round/>
              <a:headEnd len="med" w="med" type="none"/>
              <a:tailEnd len="med" w="med" type="none"/>
            </a:ln>
          </p:spPr>
        </p:cxnSp>
        <p:cxnSp>
          <p:nvCxnSpPr>
            <p:cNvPr id="221" name="Google Shape;221;p5"/>
            <p:cNvCxnSpPr/>
            <p:nvPr/>
          </p:nvCxnSpPr>
          <p:spPr>
            <a:xfrm>
              <a:off x="3774" y="714"/>
              <a:ext cx="1122" cy="0"/>
            </a:xfrm>
            <a:prstGeom prst="straightConnector1">
              <a:avLst/>
            </a:prstGeom>
            <a:noFill/>
            <a:ln cap="flat" cmpd="sng" w="28575">
              <a:solidFill>
                <a:srgbClr val="004E6C"/>
              </a:solidFill>
              <a:prstDash val="dash"/>
              <a:round/>
              <a:headEnd len="med" w="med" type="none"/>
              <a:tailEnd len="med" w="med" type="none"/>
            </a:ln>
          </p:spPr>
        </p:cxnSp>
      </p:grpSp>
      <p:cxnSp>
        <p:nvCxnSpPr>
          <p:cNvPr id="222" name="Google Shape;222;p5"/>
          <p:cNvCxnSpPr/>
          <p:nvPr/>
        </p:nvCxnSpPr>
        <p:spPr>
          <a:xfrm rot="-2700000">
            <a:off x="3995738" y="4008438"/>
            <a:ext cx="576262" cy="576262"/>
          </a:xfrm>
          <a:prstGeom prst="straightConnector1">
            <a:avLst/>
          </a:prstGeom>
          <a:noFill/>
          <a:ln cap="flat" cmpd="sng" w="57150">
            <a:solidFill>
              <a:schemeClr val="hlink"/>
            </a:solidFill>
            <a:prstDash val="solid"/>
            <a:round/>
            <a:headEnd len="sm" w="sm" type="none"/>
            <a:tailEnd len="lg" w="lg" type="triangle"/>
          </a:ln>
        </p:spPr>
      </p:cxnSp>
      <p:grpSp>
        <p:nvGrpSpPr>
          <p:cNvPr id="223" name="Google Shape;223;p5"/>
          <p:cNvGrpSpPr/>
          <p:nvPr/>
        </p:nvGrpSpPr>
        <p:grpSpPr>
          <a:xfrm>
            <a:off x="6477000" y="5257800"/>
            <a:ext cx="1587500" cy="1223963"/>
            <a:chOff x="4088" y="2976"/>
            <a:chExt cx="1000" cy="771"/>
          </a:xfrm>
        </p:grpSpPr>
        <p:grpSp>
          <p:nvGrpSpPr>
            <p:cNvPr id="224" name="Google Shape;224;p5"/>
            <p:cNvGrpSpPr/>
            <p:nvPr/>
          </p:nvGrpSpPr>
          <p:grpSpPr>
            <a:xfrm>
              <a:off x="4234" y="2976"/>
              <a:ext cx="708" cy="528"/>
              <a:chOff x="4224" y="2976"/>
              <a:chExt cx="708" cy="528"/>
            </a:xfrm>
          </p:grpSpPr>
          <p:grpSp>
            <p:nvGrpSpPr>
              <p:cNvPr id="225" name="Google Shape;225;p5"/>
              <p:cNvGrpSpPr/>
              <p:nvPr/>
            </p:nvGrpSpPr>
            <p:grpSpPr>
              <a:xfrm>
                <a:off x="4224" y="3072"/>
                <a:ext cx="269" cy="184"/>
                <a:chOff x="144" y="1440"/>
                <a:chExt cx="881" cy="602"/>
              </a:xfrm>
            </p:grpSpPr>
            <p:grpSp>
              <p:nvGrpSpPr>
                <p:cNvPr id="226" name="Google Shape;226;p5"/>
                <p:cNvGrpSpPr/>
                <p:nvPr/>
              </p:nvGrpSpPr>
              <p:grpSpPr>
                <a:xfrm>
                  <a:off x="144" y="1440"/>
                  <a:ext cx="881" cy="510"/>
                  <a:chOff x="144" y="1440"/>
                  <a:chExt cx="881" cy="510"/>
                </a:xfrm>
              </p:grpSpPr>
              <p:sp>
                <p:nvSpPr>
                  <p:cNvPr id="227" name="Google Shape;227;p5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28" name="Google Shape;228;p5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29" name="Google Shape;229;p5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30" name="Google Shape;230;p5"/>
                <p:cNvSpPr txBox="1"/>
                <p:nvPr/>
              </p:nvSpPr>
              <p:spPr>
                <a:xfrm>
                  <a:off x="587" y="1477"/>
                  <a:ext cx="0" cy="5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231" name="Google Shape;231;p5"/>
              <p:cNvGrpSpPr/>
              <p:nvPr/>
            </p:nvGrpSpPr>
            <p:grpSpPr>
              <a:xfrm>
                <a:off x="4279" y="3319"/>
                <a:ext cx="269" cy="185"/>
                <a:chOff x="144" y="1440"/>
                <a:chExt cx="881" cy="604"/>
              </a:xfrm>
            </p:grpSpPr>
            <p:grpSp>
              <p:nvGrpSpPr>
                <p:cNvPr id="232" name="Google Shape;232;p5"/>
                <p:cNvGrpSpPr/>
                <p:nvPr/>
              </p:nvGrpSpPr>
              <p:grpSpPr>
                <a:xfrm>
                  <a:off x="144" y="1440"/>
                  <a:ext cx="881" cy="510"/>
                  <a:chOff x="144" y="1440"/>
                  <a:chExt cx="881" cy="510"/>
                </a:xfrm>
              </p:grpSpPr>
              <p:sp>
                <p:nvSpPr>
                  <p:cNvPr id="233" name="Google Shape;233;p5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34" name="Google Shape;234;p5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35" name="Google Shape;235;p5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36" name="Google Shape;236;p5"/>
                <p:cNvSpPr txBox="1"/>
                <p:nvPr/>
              </p:nvSpPr>
              <p:spPr>
                <a:xfrm>
                  <a:off x="587" y="1477"/>
                  <a:ext cx="0" cy="56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237" name="Google Shape;237;p5"/>
              <p:cNvGrpSpPr/>
              <p:nvPr/>
            </p:nvGrpSpPr>
            <p:grpSpPr>
              <a:xfrm>
                <a:off x="4625" y="2976"/>
                <a:ext cx="269" cy="184"/>
                <a:chOff x="144" y="1440"/>
                <a:chExt cx="881" cy="602"/>
              </a:xfrm>
            </p:grpSpPr>
            <p:grpSp>
              <p:nvGrpSpPr>
                <p:cNvPr id="238" name="Google Shape;238;p5"/>
                <p:cNvGrpSpPr/>
                <p:nvPr/>
              </p:nvGrpSpPr>
              <p:grpSpPr>
                <a:xfrm>
                  <a:off x="144" y="1440"/>
                  <a:ext cx="881" cy="510"/>
                  <a:chOff x="144" y="1440"/>
                  <a:chExt cx="881" cy="510"/>
                </a:xfrm>
              </p:grpSpPr>
              <p:sp>
                <p:nvSpPr>
                  <p:cNvPr id="239" name="Google Shape;239;p5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40" name="Google Shape;240;p5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1" name="Google Shape;241;p5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42" name="Google Shape;242;p5"/>
                <p:cNvSpPr txBox="1"/>
                <p:nvPr/>
              </p:nvSpPr>
              <p:spPr>
                <a:xfrm>
                  <a:off x="587" y="1477"/>
                  <a:ext cx="0" cy="5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grpSp>
            <p:nvGrpSpPr>
              <p:cNvPr id="243" name="Google Shape;243;p5"/>
              <p:cNvGrpSpPr/>
              <p:nvPr/>
            </p:nvGrpSpPr>
            <p:grpSpPr>
              <a:xfrm>
                <a:off x="4663" y="3264"/>
                <a:ext cx="269" cy="184"/>
                <a:chOff x="144" y="1440"/>
                <a:chExt cx="881" cy="602"/>
              </a:xfrm>
            </p:grpSpPr>
            <p:grpSp>
              <p:nvGrpSpPr>
                <p:cNvPr id="244" name="Google Shape;244;p5"/>
                <p:cNvGrpSpPr/>
                <p:nvPr/>
              </p:nvGrpSpPr>
              <p:grpSpPr>
                <a:xfrm>
                  <a:off x="144" y="1440"/>
                  <a:ext cx="881" cy="510"/>
                  <a:chOff x="144" y="1440"/>
                  <a:chExt cx="881" cy="510"/>
                </a:xfrm>
              </p:grpSpPr>
              <p:sp>
                <p:nvSpPr>
                  <p:cNvPr id="245" name="Google Shape;245;p5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246" name="Google Shape;246;p5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247" name="Google Shape;247;p5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sp>
              <p:nvSpPr>
                <p:cNvPr id="248" name="Google Shape;248;p5"/>
                <p:cNvSpPr txBox="1"/>
                <p:nvPr/>
              </p:nvSpPr>
              <p:spPr>
                <a:xfrm>
                  <a:off x="587" y="1477"/>
                  <a:ext cx="0" cy="565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t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</p:grpSp>
        <p:sp>
          <p:nvSpPr>
            <p:cNvPr id="249" name="Google Shape;249;p5"/>
            <p:cNvSpPr txBox="1"/>
            <p:nvPr/>
          </p:nvSpPr>
          <p:spPr>
            <a:xfrm>
              <a:off x="4088" y="3574"/>
              <a:ext cx="1000" cy="17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Design Classes</a:t>
              </a:r>
              <a:endParaRPr/>
            </a:p>
          </p:txBody>
        </p:sp>
      </p:grpSp>
      <p:sp>
        <p:nvSpPr>
          <p:cNvPr id="250" name="Google Shape;250;p5"/>
          <p:cNvSpPr/>
          <p:nvPr/>
        </p:nvSpPr>
        <p:spPr>
          <a:xfrm>
            <a:off x="884238" y="1943100"/>
            <a:ext cx="1706562" cy="1909763"/>
          </a:xfrm>
          <a:prstGeom prst="downArrow">
            <a:avLst>
              <a:gd fmla="val 49917" name="adj1"/>
              <a:gd fmla="val 61849" name="adj2"/>
            </a:avLst>
          </a:prstGeom>
          <a:noFill/>
          <a:ln cap="flat" cmpd="sng" w="28575">
            <a:solidFill>
              <a:srgbClr val="0B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1" name="Google Shape;251;p5"/>
          <p:cNvSpPr/>
          <p:nvPr/>
        </p:nvSpPr>
        <p:spPr>
          <a:xfrm>
            <a:off x="1146175" y="2328863"/>
            <a:ext cx="1216025" cy="1216025"/>
          </a:xfrm>
          <a:prstGeom prst="ellipse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cxnSp>
        <p:nvCxnSpPr>
          <p:cNvPr id="252" name="Google Shape;252;p5"/>
          <p:cNvCxnSpPr/>
          <p:nvPr/>
        </p:nvCxnSpPr>
        <p:spPr>
          <a:xfrm rot="8100000">
            <a:off x="1121028" y="2938564"/>
            <a:ext cx="1190691" cy="0"/>
          </a:xfrm>
          <a:prstGeom prst="straightConnector1">
            <a:avLst/>
          </a:prstGeom>
          <a:noFill/>
          <a:ln cap="flat" cmpd="sng" w="76200">
            <a:solidFill>
              <a:schemeClr val="hlink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3" name="Google Shape;253;p5"/>
          <p:cNvSpPr/>
          <p:nvPr/>
        </p:nvSpPr>
        <p:spPr>
          <a:xfrm>
            <a:off x="3048000" y="1752600"/>
            <a:ext cx="2895600" cy="457200"/>
          </a:xfrm>
          <a:prstGeom prst="rect">
            <a:avLst/>
          </a:prstGeom>
          <a:noFill/>
          <a:ln cap="flat" cmpd="sng" w="12700">
            <a:solidFill>
              <a:srgbClr val="33CCCC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Analysis and Design</a:t>
            </a:r>
            <a:endParaRPr sz="1800">
              <a:solidFill>
                <a:srgbClr val="C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4" name="Google Shape;254;p5"/>
          <p:cNvSpPr/>
          <p:nvPr/>
        </p:nvSpPr>
        <p:spPr>
          <a:xfrm>
            <a:off x="923925" y="4533900"/>
            <a:ext cx="1628775" cy="1905000"/>
          </a:xfrm>
          <a:prstGeom prst="upArrow">
            <a:avLst>
              <a:gd fmla="val 52778" name="adj1"/>
              <a:gd fmla="val 63028" name="adj2"/>
            </a:avLst>
          </a:prstGeom>
          <a:noFill/>
          <a:ln cap="flat" cmpd="sng" w="28575">
            <a:solidFill>
              <a:srgbClr val="0B9B74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55" name="Google Shape;255;p5"/>
          <p:cNvSpPr txBox="1"/>
          <p:nvPr/>
        </p:nvSpPr>
        <p:spPr>
          <a:xfrm>
            <a:off x="1016000" y="5143500"/>
            <a:ext cx="1444625" cy="717550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Bottom</a:t>
            </a:r>
            <a:endParaRPr/>
          </a:p>
          <a:p>
            <a:pPr indent="0" lvl="0" marL="0" marR="0" rtl="0" algn="ctr">
              <a:lnSpc>
                <a:spcPct val="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Up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6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Kiến trúc là gì?</a:t>
            </a:r>
            <a:endParaRPr/>
          </a:p>
        </p:txBody>
      </p:sp>
      <p:sp>
        <p:nvSpPr>
          <p:cNvPr id="261" name="Google Shape;261;p6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62" name="Google Shape;262;p6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Kiến trúc phần mềm bao gồm một tập những quyết định về tổ chức hệ thống phần mềm.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Việc lựa chọn các phần tử cấu trúc và giao diện của chúng được hợp thành bên trong một hệ thống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Hành vi được xác định thông qua những cộng tác của những phần tử này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Sự hợp thành của các phần tử cấu trúc và hình vi vào trong những hệ thống con lớn hơn</a:t>
            </a:r>
            <a:endParaRPr/>
          </a:p>
          <a:p>
            <a:pPr indent="-246888" lvl="1" marL="640080" rtl="0" algn="l">
              <a:spcBef>
                <a:spcPts val="480"/>
              </a:spcBef>
              <a:spcAft>
                <a:spcPts val="0"/>
              </a:spcAft>
              <a:buSzPts val="2040"/>
              <a:buChar char="⚫"/>
            </a:pPr>
            <a:r>
              <a:rPr lang="en-US"/>
              <a:t>Phong cách kiến trúc sẽ định hướng việc tổ chức này</a:t>
            </a:r>
            <a:endParaRPr/>
          </a:p>
          <a:p>
            <a:pPr indent="-117348" lvl="1" marL="640080" rtl="0" algn="l">
              <a:spcBef>
                <a:spcPts val="480"/>
              </a:spcBef>
              <a:spcAft>
                <a:spcPts val="0"/>
              </a:spcAft>
              <a:buSzPts val="2040"/>
              <a:buNone/>
            </a:pPr>
            <a:r>
              <a:t/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7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Kiến trúc ràng buộc Thiết kế và Cài đặt</a:t>
            </a:r>
            <a:endParaRPr sz="4500"/>
          </a:p>
        </p:txBody>
      </p:sp>
      <p:sp>
        <p:nvSpPr>
          <p:cNvPr id="268" name="Google Shape;268;p7"/>
          <p:cNvSpPr txBox="1"/>
          <p:nvPr>
            <p:ph idx="1" type="body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Kiến trúc liên quan tới một tập các quyết định, qui tắc  và mẫu liên quan tới chiến lược thiết kế mà ràng buộc thiết kế và cài đặt. 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269" name="Google Shape;269;p7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0" name="Google Shape;270;p7"/>
          <p:cNvSpPr/>
          <p:nvPr/>
        </p:nvSpPr>
        <p:spPr>
          <a:xfrm>
            <a:off x="2857500" y="4572000"/>
            <a:ext cx="3429000" cy="304800"/>
          </a:xfrm>
          <a:prstGeom prst="rect">
            <a:avLst/>
          </a:prstGeom>
          <a:solidFill>
            <a:srgbClr val="FFFF66"/>
          </a:solidFill>
          <a:ln cap="flat" cmpd="sng" w="19050">
            <a:solidFill>
              <a:srgbClr val="66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71" name="Google Shape;271;p7"/>
          <p:cNvSpPr txBox="1"/>
          <p:nvPr/>
        </p:nvSpPr>
        <p:spPr>
          <a:xfrm>
            <a:off x="3810000" y="4525963"/>
            <a:ext cx="15240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Architecture</a:t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3087688" y="4191000"/>
            <a:ext cx="2970212" cy="304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99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3314700" y="3810000"/>
            <a:ext cx="2514600" cy="304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99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3543300" y="3429000"/>
            <a:ext cx="2057400" cy="304800"/>
          </a:xfrm>
          <a:prstGeom prst="rect">
            <a:avLst/>
          </a:prstGeom>
          <a:solidFill>
            <a:srgbClr val="FFFFCC"/>
          </a:solidFill>
          <a:ln cap="flat" cmpd="sng" w="9525">
            <a:solidFill>
              <a:srgbClr val="9933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C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75" name="Google Shape;275;p7"/>
          <p:cNvSpPr txBox="1"/>
          <p:nvPr/>
        </p:nvSpPr>
        <p:spPr>
          <a:xfrm>
            <a:off x="3657600" y="3770313"/>
            <a:ext cx="1828800" cy="382587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Implementation</a:t>
            </a:r>
            <a:endParaRPr/>
          </a:p>
        </p:txBody>
      </p:sp>
      <p:sp>
        <p:nvSpPr>
          <p:cNvPr id="276" name="Google Shape;276;p7"/>
          <p:cNvSpPr txBox="1"/>
          <p:nvPr/>
        </p:nvSpPr>
        <p:spPr>
          <a:xfrm>
            <a:off x="4114800" y="3390900"/>
            <a:ext cx="914400" cy="382588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Code</a:t>
            </a:r>
            <a:endParaRPr/>
          </a:p>
        </p:txBody>
      </p:sp>
      <p:sp>
        <p:nvSpPr>
          <p:cNvPr id="277" name="Google Shape;277;p7"/>
          <p:cNvSpPr txBox="1"/>
          <p:nvPr/>
        </p:nvSpPr>
        <p:spPr>
          <a:xfrm>
            <a:off x="4076700" y="4146550"/>
            <a:ext cx="990600" cy="382588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Design</a:t>
            </a:r>
            <a:endParaRPr/>
          </a:p>
        </p:txBody>
      </p:sp>
      <p:sp>
        <p:nvSpPr>
          <p:cNvPr id="278" name="Google Shape;278;p7"/>
          <p:cNvSpPr txBox="1"/>
          <p:nvPr/>
        </p:nvSpPr>
        <p:spPr>
          <a:xfrm>
            <a:off x="838200" y="5349875"/>
            <a:ext cx="7467600" cy="786113"/>
          </a:xfrm>
          <a:prstGeom prst="rect">
            <a:avLst/>
          </a:prstGeom>
          <a:noFill/>
          <a:ln>
            <a:noFill/>
          </a:ln>
        </p:spPr>
        <p:txBody>
          <a:bodyPr anchorCtr="0" anchor="t" bIns="53975" lIns="107950" spcFirstLastPara="1" rIns="107950" wrap="square" tIns="539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-US" sz="2200">
                <a:solidFill>
                  <a:srgbClr val="C00000"/>
                </a:solidFill>
                <a:latin typeface="Constantia"/>
                <a:ea typeface="Constantia"/>
                <a:cs typeface="Constantia"/>
                <a:sym typeface="Constantia"/>
              </a:rPr>
              <a:t>Những quyết định kiến trúc là những quyết định cơ bản nhất, và thay đổi chúng sẽ tạo ra những ảnh hưởng đáng kể</a:t>
            </a:r>
            <a:endParaRPr i="1" sz="2200">
              <a:solidFill>
                <a:srgbClr val="C00000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8"/>
          <p:cNvSpPr txBox="1"/>
          <p:nvPr>
            <p:ph type="title"/>
          </p:nvPr>
        </p:nvSpPr>
        <p:spPr>
          <a:xfrm>
            <a:off x="457200" y="704088"/>
            <a:ext cx="8229600" cy="819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500"/>
              <a:buFont typeface="Calibri"/>
              <a:buNone/>
            </a:pPr>
            <a:r>
              <a:rPr lang="en-US" sz="4500"/>
              <a:t>Kiến trúc phần mềm: “4+1 Views”</a:t>
            </a:r>
            <a:endParaRPr sz="4500"/>
          </a:p>
        </p:txBody>
      </p:sp>
      <p:sp>
        <p:nvSpPr>
          <p:cNvPr id="284" name="Google Shape;284;p8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5" name="Google Shape;285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81000" y="1600200"/>
            <a:ext cx="8257865" cy="4648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9"/>
          <p:cNvSpPr txBox="1"/>
          <p:nvPr>
            <p:ph type="title"/>
          </p:nvPr>
        </p:nvSpPr>
        <p:spPr>
          <a:xfrm>
            <a:off x="457200" y="704088"/>
            <a:ext cx="39624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Calibri"/>
              <a:buNone/>
            </a:pPr>
            <a:r>
              <a:rPr lang="en-US" sz="2800"/>
              <a:t>Luồng Phân tích – Thiết kế</a:t>
            </a:r>
            <a:endParaRPr sz="2800"/>
          </a:p>
        </p:txBody>
      </p:sp>
      <p:sp>
        <p:nvSpPr>
          <p:cNvPr id="291" name="Google Shape;291;p9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2" name="Google Shape;292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48200" y="914400"/>
            <a:ext cx="4213398" cy="5809663"/>
          </a:xfrm>
          <a:prstGeom prst="rect">
            <a:avLst/>
          </a:prstGeom>
          <a:noFill/>
          <a:ln>
            <a:noFill/>
          </a:ln>
        </p:spPr>
      </p:pic>
      <p:sp>
        <p:nvSpPr>
          <p:cNvPr id="293" name="Google Shape;293;p9"/>
          <p:cNvSpPr txBox="1"/>
          <p:nvPr/>
        </p:nvSpPr>
        <p:spPr>
          <a:xfrm>
            <a:off x="2743200" y="2362200"/>
            <a:ext cx="113601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Phân tích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294" name="Google Shape;294;p9"/>
          <p:cNvSpPr txBox="1"/>
          <p:nvPr/>
        </p:nvSpPr>
        <p:spPr>
          <a:xfrm>
            <a:off x="2819400" y="4800600"/>
            <a:ext cx="9979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Thiết kế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10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Tổng quan hoạt động PT - TK</a:t>
            </a:r>
            <a:endParaRPr/>
          </a:p>
        </p:txBody>
      </p:sp>
      <p:sp>
        <p:nvSpPr>
          <p:cNvPr id="300" name="Google Shape;300;p10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01" name="Google Shape;301;p10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76400" y="1935163"/>
            <a:ext cx="6975118" cy="4389437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0"/>
          <p:cNvSpPr txBox="1"/>
          <p:nvPr/>
        </p:nvSpPr>
        <p:spPr>
          <a:xfrm>
            <a:off x="228600" y="2438400"/>
            <a:ext cx="11060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Architect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303" name="Google Shape;303;p10"/>
          <p:cNvSpPr txBox="1"/>
          <p:nvPr/>
        </p:nvSpPr>
        <p:spPr>
          <a:xfrm>
            <a:off x="304800" y="4114800"/>
            <a:ext cx="8787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Design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11"/>
          <p:cNvSpPr txBox="1"/>
          <p:nvPr>
            <p:ph type="title"/>
          </p:nvPr>
        </p:nvSpPr>
        <p:spPr>
          <a:xfrm>
            <a:off x="457200" y="704088"/>
            <a:ext cx="5486400" cy="5913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US" sz="4000"/>
              <a:t>Trách nhiệm của Architect</a:t>
            </a:r>
            <a:endParaRPr sz="4000"/>
          </a:p>
        </p:txBody>
      </p:sp>
      <p:sp>
        <p:nvSpPr>
          <p:cNvPr id="309" name="Google Shape;309;p11"/>
          <p:cNvSpPr txBox="1"/>
          <p:nvPr>
            <p:ph idx="1" type="body"/>
          </p:nvPr>
        </p:nvSpPr>
        <p:spPr>
          <a:xfrm>
            <a:off x="457200" y="1935480"/>
            <a:ext cx="2667000" cy="4236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Kiến trúc sư phần mềm phải dẫn dắt và điều phối các hoạt động kỹ thuật và tạo tác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310" name="Google Shape;310;p11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311" name="Google Shape;311;p11"/>
          <p:cNvGrpSpPr/>
          <p:nvPr/>
        </p:nvGrpSpPr>
        <p:grpSpPr>
          <a:xfrm>
            <a:off x="3124200" y="1217612"/>
            <a:ext cx="5922965" cy="5339517"/>
            <a:chOff x="2971800" y="912812"/>
            <a:chExt cx="5922965" cy="5339517"/>
          </a:xfrm>
        </p:grpSpPr>
        <p:sp>
          <p:nvSpPr>
            <p:cNvPr id="312" name="Google Shape;312;p11"/>
            <p:cNvSpPr txBox="1"/>
            <p:nvPr/>
          </p:nvSpPr>
          <p:spPr>
            <a:xfrm>
              <a:off x="3657600" y="2362200"/>
              <a:ext cx="1334020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Kiến trúc sư</a:t>
              </a:r>
              <a:endParaRPr b="1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313" name="Google Shape;313;p11"/>
            <p:cNvGrpSpPr/>
            <p:nvPr/>
          </p:nvGrpSpPr>
          <p:grpSpPr>
            <a:xfrm>
              <a:off x="3886205" y="1066803"/>
              <a:ext cx="895351" cy="1223964"/>
              <a:chOff x="1098" y="1074"/>
              <a:chExt cx="222" cy="324"/>
            </a:xfrm>
          </p:grpSpPr>
          <p:sp>
            <p:nvSpPr>
              <p:cNvPr id="314" name="Google Shape;314;p11"/>
              <p:cNvSpPr/>
              <p:nvPr/>
            </p:nvSpPr>
            <p:spPr>
              <a:xfrm>
                <a:off x="1176" y="1074"/>
                <a:ext cx="126" cy="126"/>
              </a:xfrm>
              <a:prstGeom prst="ellipse">
                <a:avLst/>
              </a:prstGeom>
              <a:solidFill>
                <a:srgbClr val="FFCC99"/>
              </a:solidFill>
              <a:ln cap="flat" cmpd="sng" w="12700">
                <a:solidFill>
                  <a:schemeClr val="lt2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315" name="Google Shape;315;p11"/>
              <p:cNvSpPr/>
              <p:nvPr/>
            </p:nvSpPr>
            <p:spPr>
              <a:xfrm>
                <a:off x="1098" y="1227"/>
                <a:ext cx="222" cy="171"/>
              </a:xfrm>
              <a:prstGeom prst="parallelogram">
                <a:avLst>
                  <a:gd fmla="val 32456" name="adj"/>
                </a:avLst>
              </a:prstGeom>
              <a:solidFill>
                <a:srgbClr val="FFCC99"/>
              </a:solidFill>
              <a:ln cap="flat" cmpd="sng" w="12700">
                <a:solidFill>
                  <a:schemeClr val="lt2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316" name="Google Shape;316;p11"/>
            <p:cNvGrpSpPr/>
            <p:nvPr/>
          </p:nvGrpSpPr>
          <p:grpSpPr>
            <a:xfrm>
              <a:off x="6934194" y="4325938"/>
              <a:ext cx="1714871" cy="1652689"/>
              <a:chOff x="4043" y="1776"/>
              <a:chExt cx="1145" cy="1262"/>
            </a:xfrm>
          </p:grpSpPr>
          <p:grpSp>
            <p:nvGrpSpPr>
              <p:cNvPr id="317" name="Google Shape;317;p11"/>
              <p:cNvGrpSpPr/>
              <p:nvPr/>
            </p:nvGrpSpPr>
            <p:grpSpPr>
              <a:xfrm>
                <a:off x="4297" y="1776"/>
                <a:ext cx="432" cy="720"/>
                <a:chOff x="1249" y="2496"/>
                <a:chExt cx="432" cy="720"/>
              </a:xfrm>
            </p:grpSpPr>
            <p:sp>
              <p:nvSpPr>
                <p:cNvPr id="318" name="Google Shape;318;p11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319" name="Google Shape;319;p11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0" name="Google Shape;320;p11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1" name="Google Shape;321;p11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2" name="Google Shape;322;p11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3" name="Google Shape;323;p11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4" name="Google Shape;324;p11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5" name="Google Shape;325;p11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6" name="Google Shape;326;p11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7" name="Google Shape;327;p11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8" name="Google Shape;328;p11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29" name="Google Shape;329;p11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0" name="Google Shape;330;p11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1" name="Google Shape;331;p11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2" name="Google Shape;332;p11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3" name="Google Shape;333;p11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4" name="Google Shape;334;p11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35" name="Google Shape;335;p11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36" name="Google Shape;336;p11"/>
              <p:cNvSpPr txBox="1"/>
              <p:nvPr/>
            </p:nvSpPr>
            <p:spPr>
              <a:xfrm>
                <a:off x="4043" y="2544"/>
                <a:ext cx="1145" cy="4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Tài liệu kiến trúc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phần mềm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337" name="Google Shape;337;p11"/>
            <p:cNvCxnSpPr/>
            <p:nvPr/>
          </p:nvCxnSpPr>
          <p:spPr>
            <a:xfrm>
              <a:off x="4267200" y="2895600"/>
              <a:ext cx="0" cy="1447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338" name="Google Shape;338;p11"/>
            <p:cNvCxnSpPr/>
            <p:nvPr/>
          </p:nvCxnSpPr>
          <p:spPr>
            <a:xfrm>
              <a:off x="5181600" y="1752600"/>
              <a:ext cx="14478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grpSp>
          <p:nvGrpSpPr>
            <p:cNvPr id="339" name="Google Shape;339;p11"/>
            <p:cNvGrpSpPr/>
            <p:nvPr/>
          </p:nvGrpSpPr>
          <p:grpSpPr>
            <a:xfrm>
              <a:off x="5378449" y="4600575"/>
              <a:ext cx="1275636" cy="1651754"/>
              <a:chOff x="4044" y="1776"/>
              <a:chExt cx="849" cy="1261"/>
            </a:xfrm>
          </p:grpSpPr>
          <p:grpSp>
            <p:nvGrpSpPr>
              <p:cNvPr id="340" name="Google Shape;340;p11"/>
              <p:cNvGrpSpPr/>
              <p:nvPr/>
            </p:nvGrpSpPr>
            <p:grpSpPr>
              <a:xfrm>
                <a:off x="4297" y="1776"/>
                <a:ext cx="432" cy="720"/>
                <a:chOff x="1249" y="2496"/>
                <a:chExt cx="432" cy="720"/>
              </a:xfrm>
            </p:grpSpPr>
            <p:sp>
              <p:nvSpPr>
                <p:cNvPr id="341" name="Google Shape;341;p11"/>
                <p:cNvSpPr/>
                <p:nvPr/>
              </p:nvSpPr>
              <p:spPr>
                <a:xfrm>
                  <a:off x="1249" y="2496"/>
                  <a:ext cx="432" cy="72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342" name="Google Shape;342;p11"/>
                <p:cNvCxnSpPr/>
                <p:nvPr/>
              </p:nvCxnSpPr>
              <p:spPr>
                <a:xfrm>
                  <a:off x="1537" y="2496"/>
                  <a:ext cx="144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3" name="Google Shape;343;p11"/>
                <p:cNvCxnSpPr/>
                <p:nvPr/>
              </p:nvCxnSpPr>
              <p:spPr>
                <a:xfrm>
                  <a:off x="1537" y="2496"/>
                  <a:ext cx="0" cy="144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4" name="Google Shape;344;p11"/>
                <p:cNvCxnSpPr/>
                <p:nvPr/>
              </p:nvCxnSpPr>
              <p:spPr>
                <a:xfrm rot="10800000">
                  <a:off x="1537" y="2640"/>
                  <a:ext cx="144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5" name="Google Shape;345;p11"/>
                <p:cNvCxnSpPr/>
                <p:nvPr/>
              </p:nvCxnSpPr>
              <p:spPr>
                <a:xfrm>
                  <a:off x="1297" y="273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6" name="Google Shape;346;p11"/>
                <p:cNvCxnSpPr/>
                <p:nvPr/>
              </p:nvCxnSpPr>
              <p:spPr>
                <a:xfrm>
                  <a:off x="1297" y="278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7" name="Google Shape;347;p11"/>
                <p:cNvCxnSpPr/>
                <p:nvPr/>
              </p:nvCxnSpPr>
              <p:spPr>
                <a:xfrm>
                  <a:off x="1297" y="283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8" name="Google Shape;348;p11"/>
                <p:cNvCxnSpPr/>
                <p:nvPr/>
              </p:nvCxnSpPr>
              <p:spPr>
                <a:xfrm>
                  <a:off x="1297" y="292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49" name="Google Shape;349;p11"/>
                <p:cNvCxnSpPr/>
                <p:nvPr/>
              </p:nvCxnSpPr>
              <p:spPr>
                <a:xfrm>
                  <a:off x="1297" y="288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0" name="Google Shape;350;p11"/>
                <p:cNvCxnSpPr/>
                <p:nvPr/>
              </p:nvCxnSpPr>
              <p:spPr>
                <a:xfrm>
                  <a:off x="1297" y="2976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1" name="Google Shape;351;p11"/>
                <p:cNvCxnSpPr/>
                <p:nvPr/>
              </p:nvCxnSpPr>
              <p:spPr>
                <a:xfrm>
                  <a:off x="1297" y="3024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2" name="Google Shape;352;p11"/>
                <p:cNvCxnSpPr/>
                <p:nvPr/>
              </p:nvCxnSpPr>
              <p:spPr>
                <a:xfrm>
                  <a:off x="1297" y="3072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3" name="Google Shape;353;p11"/>
                <p:cNvCxnSpPr/>
                <p:nvPr/>
              </p:nvCxnSpPr>
              <p:spPr>
                <a:xfrm>
                  <a:off x="1297" y="3120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4" name="Google Shape;354;p11"/>
                <p:cNvCxnSpPr/>
                <p:nvPr/>
              </p:nvCxnSpPr>
              <p:spPr>
                <a:xfrm>
                  <a:off x="1297" y="316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5" name="Google Shape;355;p11"/>
                <p:cNvCxnSpPr/>
                <p:nvPr/>
              </p:nvCxnSpPr>
              <p:spPr>
                <a:xfrm>
                  <a:off x="1297" y="2688"/>
                  <a:ext cx="336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6" name="Google Shape;356;p11"/>
                <p:cNvCxnSpPr/>
                <p:nvPr/>
              </p:nvCxnSpPr>
              <p:spPr>
                <a:xfrm>
                  <a:off x="1297" y="2592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7" name="Google Shape;357;p11"/>
                <p:cNvCxnSpPr/>
                <p:nvPr/>
              </p:nvCxnSpPr>
              <p:spPr>
                <a:xfrm>
                  <a:off x="1297" y="2544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58" name="Google Shape;358;p11"/>
                <p:cNvCxnSpPr/>
                <p:nvPr/>
              </p:nvCxnSpPr>
              <p:spPr>
                <a:xfrm>
                  <a:off x="1297" y="2640"/>
                  <a:ext cx="209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59" name="Google Shape;359;p11"/>
              <p:cNvSpPr txBox="1"/>
              <p:nvPr/>
            </p:nvSpPr>
            <p:spPr>
              <a:xfrm>
                <a:off x="4044" y="2544"/>
                <a:ext cx="849" cy="4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Kiến trúc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tham chiếu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360" name="Google Shape;360;p11"/>
            <p:cNvGrpSpPr/>
            <p:nvPr/>
          </p:nvGrpSpPr>
          <p:grpSpPr>
            <a:xfrm>
              <a:off x="6931027" y="912812"/>
              <a:ext cx="1963738" cy="1438275"/>
              <a:chOff x="4510" y="575"/>
              <a:chExt cx="1237" cy="906"/>
            </a:xfrm>
          </p:grpSpPr>
          <p:grpSp>
            <p:nvGrpSpPr>
              <p:cNvPr id="361" name="Google Shape;361;p11"/>
              <p:cNvGrpSpPr/>
              <p:nvPr/>
            </p:nvGrpSpPr>
            <p:grpSpPr>
              <a:xfrm>
                <a:off x="4510" y="575"/>
                <a:ext cx="1150" cy="640"/>
                <a:chOff x="1309" y="1072"/>
                <a:chExt cx="1245" cy="766"/>
              </a:xfrm>
            </p:grpSpPr>
            <p:grpSp>
              <p:nvGrpSpPr>
                <p:cNvPr id="362" name="Google Shape;362;p11"/>
                <p:cNvGrpSpPr/>
                <p:nvPr/>
              </p:nvGrpSpPr>
              <p:grpSpPr>
                <a:xfrm>
                  <a:off x="1309" y="1231"/>
                  <a:ext cx="302" cy="175"/>
                  <a:chOff x="144" y="1440"/>
                  <a:chExt cx="881" cy="510"/>
                </a:xfrm>
              </p:grpSpPr>
              <p:sp>
                <p:nvSpPr>
                  <p:cNvPr id="363" name="Google Shape;363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364" name="Google Shape;364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65" name="Google Shape;365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66" name="Google Shape;366;p11"/>
                <p:cNvGrpSpPr/>
                <p:nvPr/>
              </p:nvGrpSpPr>
              <p:grpSpPr>
                <a:xfrm>
                  <a:off x="1950" y="1072"/>
                  <a:ext cx="302" cy="175"/>
                  <a:chOff x="144" y="1440"/>
                  <a:chExt cx="881" cy="510"/>
                </a:xfrm>
              </p:grpSpPr>
              <p:sp>
                <p:nvSpPr>
                  <p:cNvPr id="367" name="Google Shape;367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368" name="Google Shape;368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69" name="Google Shape;369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70" name="Google Shape;370;p11"/>
                <p:cNvGrpSpPr/>
                <p:nvPr/>
              </p:nvGrpSpPr>
              <p:grpSpPr>
                <a:xfrm>
                  <a:off x="1648" y="1663"/>
                  <a:ext cx="302" cy="175"/>
                  <a:chOff x="144" y="1440"/>
                  <a:chExt cx="881" cy="510"/>
                </a:xfrm>
              </p:grpSpPr>
              <p:sp>
                <p:nvSpPr>
                  <p:cNvPr id="371" name="Google Shape;371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372" name="Google Shape;372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3" name="Google Shape;373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74" name="Google Shape;374;p11"/>
                <p:cNvGrpSpPr/>
                <p:nvPr/>
              </p:nvGrpSpPr>
              <p:grpSpPr>
                <a:xfrm>
                  <a:off x="2252" y="1581"/>
                  <a:ext cx="302" cy="175"/>
                  <a:chOff x="144" y="1440"/>
                  <a:chExt cx="881" cy="510"/>
                </a:xfrm>
              </p:grpSpPr>
              <p:sp>
                <p:nvSpPr>
                  <p:cNvPr id="375" name="Google Shape;375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376" name="Google Shape;376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77" name="Google Shape;377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378" name="Google Shape;378;p11"/>
                <p:cNvCxnSpPr/>
                <p:nvPr/>
              </p:nvCxnSpPr>
              <p:spPr>
                <a:xfrm rot="10800000">
                  <a:off x="1463" y="1406"/>
                  <a:ext cx="312" cy="2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79" name="Google Shape;379;p11"/>
                <p:cNvCxnSpPr/>
                <p:nvPr/>
              </p:nvCxnSpPr>
              <p:spPr>
                <a:xfrm flipH="1" rot="10800000">
                  <a:off x="1611" y="1160"/>
                  <a:ext cx="339" cy="153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80" name="Google Shape;380;p11"/>
                <p:cNvCxnSpPr/>
                <p:nvPr/>
              </p:nvCxnSpPr>
              <p:spPr>
                <a:xfrm flipH="1" rot="10800000">
                  <a:off x="1950" y="1663"/>
                  <a:ext cx="302" cy="8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381" name="Google Shape;381;p11"/>
                <p:cNvCxnSpPr/>
                <p:nvPr/>
              </p:nvCxnSpPr>
              <p:spPr>
                <a:xfrm flipH="1" rot="10800000">
                  <a:off x="1775" y="1247"/>
                  <a:ext cx="329" cy="41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382" name="Google Shape;382;p11"/>
              <p:cNvSpPr txBox="1"/>
              <p:nvPr/>
            </p:nvSpPr>
            <p:spPr>
              <a:xfrm>
                <a:off x="4546" y="1248"/>
                <a:ext cx="1201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Mô hình phân tích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383" name="Google Shape;383;p11"/>
            <p:cNvCxnSpPr/>
            <p:nvPr/>
          </p:nvCxnSpPr>
          <p:spPr>
            <a:xfrm>
              <a:off x="5181600" y="2133600"/>
              <a:ext cx="1447800" cy="7620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384" name="Google Shape;384;p11"/>
            <p:cNvCxnSpPr/>
            <p:nvPr/>
          </p:nvCxnSpPr>
          <p:spPr>
            <a:xfrm>
              <a:off x="5181600" y="2667000"/>
              <a:ext cx="1905000" cy="16764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385" name="Google Shape;385;p11"/>
            <p:cNvCxnSpPr/>
            <p:nvPr/>
          </p:nvCxnSpPr>
          <p:spPr>
            <a:xfrm>
              <a:off x="4724400" y="2895600"/>
              <a:ext cx="1066800" cy="14478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grpSp>
          <p:nvGrpSpPr>
            <p:cNvPr id="386" name="Google Shape;386;p11"/>
            <p:cNvGrpSpPr/>
            <p:nvPr/>
          </p:nvGrpSpPr>
          <p:grpSpPr>
            <a:xfrm>
              <a:off x="6931027" y="2603500"/>
              <a:ext cx="1862138" cy="1438275"/>
              <a:chOff x="4510" y="575"/>
              <a:chExt cx="1173" cy="906"/>
            </a:xfrm>
          </p:grpSpPr>
          <p:grpSp>
            <p:nvGrpSpPr>
              <p:cNvPr id="387" name="Google Shape;387;p11"/>
              <p:cNvGrpSpPr/>
              <p:nvPr/>
            </p:nvGrpSpPr>
            <p:grpSpPr>
              <a:xfrm>
                <a:off x="4510" y="575"/>
                <a:ext cx="1150" cy="640"/>
                <a:chOff x="1309" y="1072"/>
                <a:chExt cx="1245" cy="766"/>
              </a:xfrm>
            </p:grpSpPr>
            <p:grpSp>
              <p:nvGrpSpPr>
                <p:cNvPr id="388" name="Google Shape;388;p11"/>
                <p:cNvGrpSpPr/>
                <p:nvPr/>
              </p:nvGrpSpPr>
              <p:grpSpPr>
                <a:xfrm>
                  <a:off x="1309" y="1231"/>
                  <a:ext cx="302" cy="175"/>
                  <a:chOff x="144" y="1440"/>
                  <a:chExt cx="881" cy="510"/>
                </a:xfrm>
              </p:grpSpPr>
              <p:sp>
                <p:nvSpPr>
                  <p:cNvPr id="389" name="Google Shape;389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390" name="Google Shape;390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91" name="Google Shape;391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92" name="Google Shape;392;p11"/>
                <p:cNvGrpSpPr/>
                <p:nvPr/>
              </p:nvGrpSpPr>
              <p:grpSpPr>
                <a:xfrm>
                  <a:off x="1950" y="1072"/>
                  <a:ext cx="302" cy="175"/>
                  <a:chOff x="144" y="1440"/>
                  <a:chExt cx="881" cy="510"/>
                </a:xfrm>
              </p:grpSpPr>
              <p:sp>
                <p:nvSpPr>
                  <p:cNvPr id="393" name="Google Shape;393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394" name="Google Shape;394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95" name="Google Shape;395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396" name="Google Shape;396;p11"/>
                <p:cNvGrpSpPr/>
                <p:nvPr/>
              </p:nvGrpSpPr>
              <p:grpSpPr>
                <a:xfrm>
                  <a:off x="1648" y="1663"/>
                  <a:ext cx="302" cy="175"/>
                  <a:chOff x="144" y="1440"/>
                  <a:chExt cx="881" cy="510"/>
                </a:xfrm>
              </p:grpSpPr>
              <p:sp>
                <p:nvSpPr>
                  <p:cNvPr id="397" name="Google Shape;397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398" name="Google Shape;398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399" name="Google Shape;399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00" name="Google Shape;400;p11"/>
                <p:cNvGrpSpPr/>
                <p:nvPr/>
              </p:nvGrpSpPr>
              <p:grpSpPr>
                <a:xfrm>
                  <a:off x="2252" y="1581"/>
                  <a:ext cx="302" cy="175"/>
                  <a:chOff x="144" y="1440"/>
                  <a:chExt cx="881" cy="510"/>
                </a:xfrm>
              </p:grpSpPr>
              <p:sp>
                <p:nvSpPr>
                  <p:cNvPr id="401" name="Google Shape;401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402" name="Google Shape;402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03" name="Google Shape;403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404" name="Google Shape;404;p11"/>
                <p:cNvCxnSpPr/>
                <p:nvPr/>
              </p:nvCxnSpPr>
              <p:spPr>
                <a:xfrm rot="10800000">
                  <a:off x="1463" y="1406"/>
                  <a:ext cx="312" cy="2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05" name="Google Shape;405;p11"/>
                <p:cNvCxnSpPr/>
                <p:nvPr/>
              </p:nvCxnSpPr>
              <p:spPr>
                <a:xfrm flipH="1" rot="10800000">
                  <a:off x="1611" y="1160"/>
                  <a:ext cx="339" cy="153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06" name="Google Shape;406;p11"/>
                <p:cNvCxnSpPr/>
                <p:nvPr/>
              </p:nvCxnSpPr>
              <p:spPr>
                <a:xfrm flipH="1" rot="10800000">
                  <a:off x="1950" y="1663"/>
                  <a:ext cx="302" cy="8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07" name="Google Shape;407;p11"/>
                <p:cNvCxnSpPr/>
                <p:nvPr/>
              </p:nvCxnSpPr>
              <p:spPr>
                <a:xfrm flipH="1" rot="10800000">
                  <a:off x="1775" y="1247"/>
                  <a:ext cx="329" cy="41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08" name="Google Shape;408;p11"/>
              <p:cNvSpPr txBox="1"/>
              <p:nvPr/>
            </p:nvSpPr>
            <p:spPr>
              <a:xfrm>
                <a:off x="4590" y="1248"/>
                <a:ext cx="1093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Mô hình thiết kế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409" name="Google Shape;409;p11"/>
            <p:cNvGrpSpPr/>
            <p:nvPr/>
          </p:nvGrpSpPr>
          <p:grpSpPr>
            <a:xfrm>
              <a:off x="2971800" y="4813300"/>
              <a:ext cx="1952625" cy="1438275"/>
              <a:chOff x="4430" y="575"/>
              <a:chExt cx="1230" cy="906"/>
            </a:xfrm>
          </p:grpSpPr>
          <p:grpSp>
            <p:nvGrpSpPr>
              <p:cNvPr id="410" name="Google Shape;410;p11"/>
              <p:cNvGrpSpPr/>
              <p:nvPr/>
            </p:nvGrpSpPr>
            <p:grpSpPr>
              <a:xfrm>
                <a:off x="4510" y="575"/>
                <a:ext cx="1150" cy="640"/>
                <a:chOff x="1309" y="1072"/>
                <a:chExt cx="1245" cy="766"/>
              </a:xfrm>
            </p:grpSpPr>
            <p:grpSp>
              <p:nvGrpSpPr>
                <p:cNvPr id="411" name="Google Shape;411;p11"/>
                <p:cNvGrpSpPr/>
                <p:nvPr/>
              </p:nvGrpSpPr>
              <p:grpSpPr>
                <a:xfrm>
                  <a:off x="1309" y="1231"/>
                  <a:ext cx="302" cy="175"/>
                  <a:chOff x="144" y="1440"/>
                  <a:chExt cx="881" cy="510"/>
                </a:xfrm>
              </p:grpSpPr>
              <p:sp>
                <p:nvSpPr>
                  <p:cNvPr id="412" name="Google Shape;412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413" name="Google Shape;413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4" name="Google Shape;414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15" name="Google Shape;415;p11"/>
                <p:cNvGrpSpPr/>
                <p:nvPr/>
              </p:nvGrpSpPr>
              <p:grpSpPr>
                <a:xfrm>
                  <a:off x="1950" y="1072"/>
                  <a:ext cx="302" cy="175"/>
                  <a:chOff x="144" y="1440"/>
                  <a:chExt cx="881" cy="510"/>
                </a:xfrm>
              </p:grpSpPr>
              <p:sp>
                <p:nvSpPr>
                  <p:cNvPr id="416" name="Google Shape;416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417" name="Google Shape;417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18" name="Google Shape;418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19" name="Google Shape;419;p11"/>
                <p:cNvGrpSpPr/>
                <p:nvPr/>
              </p:nvGrpSpPr>
              <p:grpSpPr>
                <a:xfrm>
                  <a:off x="1648" y="1663"/>
                  <a:ext cx="302" cy="175"/>
                  <a:chOff x="144" y="1440"/>
                  <a:chExt cx="881" cy="510"/>
                </a:xfrm>
              </p:grpSpPr>
              <p:sp>
                <p:nvSpPr>
                  <p:cNvPr id="420" name="Google Shape;420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421" name="Google Shape;421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2" name="Google Shape;422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grpSp>
              <p:nvGrpSpPr>
                <p:cNvPr id="423" name="Google Shape;423;p11"/>
                <p:cNvGrpSpPr/>
                <p:nvPr/>
              </p:nvGrpSpPr>
              <p:grpSpPr>
                <a:xfrm>
                  <a:off x="2252" y="1581"/>
                  <a:ext cx="302" cy="175"/>
                  <a:chOff x="144" y="1440"/>
                  <a:chExt cx="881" cy="510"/>
                </a:xfrm>
              </p:grpSpPr>
              <p:sp>
                <p:nvSpPr>
                  <p:cNvPr id="424" name="Google Shape;424;p11"/>
                  <p:cNvSpPr/>
                  <p:nvPr/>
                </p:nvSpPr>
                <p:spPr>
                  <a:xfrm>
                    <a:off x="144" y="1440"/>
                    <a:ext cx="881" cy="510"/>
                  </a:xfrm>
                  <a:prstGeom prst="rect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miter lim="800000"/>
                    <a:headEnd len="sm" w="sm" type="none"/>
                    <a:tailEnd len="sm" w="sm" type="none"/>
                  </a:ln>
                </p:spPr>
                <p:txBody>
                  <a:bodyPr anchorCtr="0" anchor="ctr" bIns="0" lIns="0" spcFirstLastPara="1" rIns="0" wrap="square" tIns="0">
                    <a:sp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chemeClr val="dk1"/>
                      </a:solidFill>
                      <a:latin typeface="Constantia"/>
                      <a:ea typeface="Constantia"/>
                      <a:cs typeface="Constantia"/>
                      <a:sym typeface="Constantia"/>
                    </a:endParaRPr>
                  </a:p>
                </p:txBody>
              </p:sp>
              <p:cxnSp>
                <p:nvCxnSpPr>
                  <p:cNvPr id="425" name="Google Shape;425;p11"/>
                  <p:cNvCxnSpPr/>
                  <p:nvPr/>
                </p:nvCxnSpPr>
                <p:spPr>
                  <a:xfrm>
                    <a:off x="144" y="181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  <p:cxnSp>
                <p:nvCxnSpPr>
                  <p:cNvPr id="426" name="Google Shape;426;p11"/>
                  <p:cNvCxnSpPr/>
                  <p:nvPr/>
                </p:nvCxnSpPr>
                <p:spPr>
                  <a:xfrm>
                    <a:off x="144" y="1680"/>
                    <a:ext cx="881" cy="0"/>
                  </a:xfrm>
                  <a:prstGeom prst="straightConnector1">
                    <a:avLst/>
                  </a:prstGeom>
                  <a:noFill/>
                  <a:ln cap="flat" cmpd="sng" w="2857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</p:cxnSp>
            </p:grpSp>
            <p:cxnSp>
              <p:nvCxnSpPr>
                <p:cNvPr id="427" name="Google Shape;427;p11"/>
                <p:cNvCxnSpPr/>
                <p:nvPr/>
              </p:nvCxnSpPr>
              <p:spPr>
                <a:xfrm rot="10800000">
                  <a:off x="1463" y="1406"/>
                  <a:ext cx="312" cy="257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8" name="Google Shape;428;p11"/>
                <p:cNvCxnSpPr/>
                <p:nvPr/>
              </p:nvCxnSpPr>
              <p:spPr>
                <a:xfrm flipH="1" rot="10800000">
                  <a:off x="1611" y="1160"/>
                  <a:ext cx="339" cy="153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29" name="Google Shape;429;p11"/>
                <p:cNvCxnSpPr/>
                <p:nvPr/>
              </p:nvCxnSpPr>
              <p:spPr>
                <a:xfrm flipH="1" rot="10800000">
                  <a:off x="1950" y="1663"/>
                  <a:ext cx="302" cy="8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30" name="Google Shape;430;p11"/>
                <p:cNvCxnSpPr/>
                <p:nvPr/>
              </p:nvCxnSpPr>
              <p:spPr>
                <a:xfrm flipH="1" rot="10800000">
                  <a:off x="1775" y="1247"/>
                  <a:ext cx="329" cy="416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31" name="Google Shape;431;p11"/>
              <p:cNvSpPr txBox="1"/>
              <p:nvPr/>
            </p:nvSpPr>
            <p:spPr>
              <a:xfrm>
                <a:off x="4430" y="1248"/>
                <a:ext cx="1208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Mô hình triển khai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2"/>
          <p:cNvSpPr txBox="1"/>
          <p:nvPr>
            <p:ph type="title"/>
          </p:nvPr>
        </p:nvSpPr>
        <p:spPr>
          <a:xfrm>
            <a:off x="457200" y="704088"/>
            <a:ext cx="8229600" cy="819912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Trách nhiệm của Nhà thiết kế</a:t>
            </a:r>
            <a:endParaRPr/>
          </a:p>
        </p:txBody>
      </p:sp>
      <p:sp>
        <p:nvSpPr>
          <p:cNvPr id="437" name="Google Shape;437;p12"/>
          <p:cNvSpPr txBox="1"/>
          <p:nvPr>
            <p:ph idx="1" type="body"/>
          </p:nvPr>
        </p:nvSpPr>
        <p:spPr>
          <a:xfrm>
            <a:off x="457200" y="1935480"/>
            <a:ext cx="3810000" cy="438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74320" lvl="0" marL="274320" rtl="0" algn="l">
              <a:spcBef>
                <a:spcPts val="0"/>
              </a:spcBef>
              <a:spcAft>
                <a:spcPts val="0"/>
              </a:spcAft>
              <a:buSzPts val="2470"/>
              <a:buChar char="⚫"/>
            </a:pPr>
            <a:r>
              <a:rPr lang="en-US"/>
              <a:t>Nhà thiết kế cần phải biết các kỹ thuật mô hình hóa ca sử dụng, yêu cầu hệ thống, và các kỹ thuật thiết kế phần mềm</a:t>
            </a:r>
            <a:endParaRPr/>
          </a:p>
          <a:p>
            <a:pPr indent="-117475" lvl="0" marL="274320" rtl="0" algn="l">
              <a:spcBef>
                <a:spcPts val="520"/>
              </a:spcBef>
              <a:spcAft>
                <a:spcPts val="0"/>
              </a:spcAft>
              <a:buSzPts val="2470"/>
              <a:buNone/>
            </a:pPr>
            <a:r>
              <a:t/>
            </a:r>
            <a:endParaRPr/>
          </a:p>
        </p:txBody>
      </p:sp>
      <p:sp>
        <p:nvSpPr>
          <p:cNvPr id="438" name="Google Shape;438;p12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grpSp>
        <p:nvGrpSpPr>
          <p:cNvPr id="439" name="Google Shape;439;p12"/>
          <p:cNvGrpSpPr/>
          <p:nvPr/>
        </p:nvGrpSpPr>
        <p:grpSpPr>
          <a:xfrm>
            <a:off x="4572000" y="1530749"/>
            <a:ext cx="4077424" cy="4355702"/>
            <a:chOff x="4191000" y="1530749"/>
            <a:chExt cx="4077424" cy="4355702"/>
          </a:xfrm>
        </p:grpSpPr>
        <p:grpSp>
          <p:nvGrpSpPr>
            <p:cNvPr id="440" name="Google Shape;440;p12"/>
            <p:cNvGrpSpPr/>
            <p:nvPr/>
          </p:nvGrpSpPr>
          <p:grpSpPr>
            <a:xfrm>
              <a:off x="6915150" y="1530749"/>
              <a:ext cx="1353274" cy="1906845"/>
              <a:chOff x="479" y="1703"/>
              <a:chExt cx="552" cy="847"/>
            </a:xfrm>
          </p:grpSpPr>
          <p:sp>
            <p:nvSpPr>
              <p:cNvPr id="441" name="Google Shape;441;p12"/>
              <p:cNvSpPr txBox="1"/>
              <p:nvPr/>
            </p:nvSpPr>
            <p:spPr>
              <a:xfrm>
                <a:off x="479" y="2386"/>
                <a:ext cx="552" cy="16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Nhà thiết kế</a:t>
                </a:r>
                <a:endParaRPr b="1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grpSp>
            <p:nvGrpSpPr>
              <p:cNvPr id="442" name="Google Shape;442;p12"/>
              <p:cNvGrpSpPr/>
              <p:nvPr/>
            </p:nvGrpSpPr>
            <p:grpSpPr>
              <a:xfrm>
                <a:off x="492" y="1703"/>
                <a:ext cx="446" cy="651"/>
                <a:chOff x="1098" y="1074"/>
                <a:chExt cx="222" cy="324"/>
              </a:xfrm>
            </p:grpSpPr>
            <p:sp>
              <p:nvSpPr>
                <p:cNvPr id="443" name="Google Shape;443;p12"/>
                <p:cNvSpPr/>
                <p:nvPr/>
              </p:nvSpPr>
              <p:spPr>
                <a:xfrm>
                  <a:off x="1176" y="1074"/>
                  <a:ext cx="126" cy="126"/>
                </a:xfrm>
                <a:prstGeom prst="ellipse">
                  <a:avLst/>
                </a:prstGeom>
                <a:solidFill>
                  <a:srgbClr val="FFCC99"/>
                </a:solidFill>
                <a:ln cap="flat" cmpd="sng" w="12700">
                  <a:solidFill>
                    <a:schemeClr val="lt2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444" name="Google Shape;444;p12"/>
                <p:cNvSpPr/>
                <p:nvPr/>
              </p:nvSpPr>
              <p:spPr>
                <a:xfrm>
                  <a:off x="1098" y="1227"/>
                  <a:ext cx="222" cy="171"/>
                </a:xfrm>
                <a:prstGeom prst="parallelogram">
                  <a:avLst>
                    <a:gd fmla="val 32456" name="adj"/>
                  </a:avLst>
                </a:prstGeom>
                <a:solidFill>
                  <a:srgbClr val="FFCC99"/>
                </a:solidFill>
                <a:ln cap="flat" cmpd="sng" w="12700">
                  <a:solidFill>
                    <a:schemeClr val="lt2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</p:grpSp>
        <p:grpSp>
          <p:nvGrpSpPr>
            <p:cNvPr id="445" name="Google Shape;445;p12"/>
            <p:cNvGrpSpPr/>
            <p:nvPr/>
          </p:nvGrpSpPr>
          <p:grpSpPr>
            <a:xfrm>
              <a:off x="4191000" y="2166941"/>
              <a:ext cx="1528763" cy="1620839"/>
              <a:chOff x="2435" y="1078"/>
              <a:chExt cx="963" cy="1021"/>
            </a:xfrm>
          </p:grpSpPr>
          <p:sp>
            <p:nvSpPr>
              <p:cNvPr id="446" name="Google Shape;446;p12"/>
              <p:cNvSpPr/>
              <p:nvPr/>
            </p:nvSpPr>
            <p:spPr>
              <a:xfrm>
                <a:off x="2435" y="1078"/>
                <a:ext cx="963" cy="409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447" name="Google Shape;447;p12"/>
              <p:cNvSpPr txBox="1"/>
              <p:nvPr/>
            </p:nvSpPr>
            <p:spPr>
              <a:xfrm>
                <a:off x="2502" y="1517"/>
                <a:ext cx="858" cy="58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Hiện thực hóa ca sử dụng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448" name="Google Shape;448;p12"/>
            <p:cNvCxnSpPr/>
            <p:nvPr/>
          </p:nvCxnSpPr>
          <p:spPr>
            <a:xfrm rot="10800000">
              <a:off x="5943600" y="2481263"/>
              <a:ext cx="838200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grpSp>
          <p:nvGrpSpPr>
            <p:cNvPr id="449" name="Google Shape;449;p12"/>
            <p:cNvGrpSpPr/>
            <p:nvPr/>
          </p:nvGrpSpPr>
          <p:grpSpPr>
            <a:xfrm>
              <a:off x="4572002" y="3962401"/>
              <a:ext cx="1851026" cy="1557338"/>
              <a:chOff x="2820" y="2544"/>
              <a:chExt cx="1166" cy="981"/>
            </a:xfrm>
          </p:grpSpPr>
          <p:grpSp>
            <p:nvGrpSpPr>
              <p:cNvPr id="450" name="Google Shape;450;p12"/>
              <p:cNvGrpSpPr/>
              <p:nvPr/>
            </p:nvGrpSpPr>
            <p:grpSpPr>
              <a:xfrm>
                <a:off x="2832" y="2544"/>
                <a:ext cx="816" cy="715"/>
                <a:chOff x="2432" y="2259"/>
                <a:chExt cx="928" cy="813"/>
              </a:xfrm>
            </p:grpSpPr>
            <p:sp>
              <p:nvSpPr>
                <p:cNvPr id="451" name="Google Shape;451;p12"/>
                <p:cNvSpPr/>
                <p:nvPr/>
              </p:nvSpPr>
              <p:spPr>
                <a:xfrm>
                  <a:off x="2432" y="2428"/>
                  <a:ext cx="928" cy="644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sp>
              <p:nvSpPr>
                <p:cNvPr id="452" name="Google Shape;452;p12"/>
                <p:cNvSpPr/>
                <p:nvPr/>
              </p:nvSpPr>
              <p:spPr>
                <a:xfrm>
                  <a:off x="2432" y="2259"/>
                  <a:ext cx="363" cy="169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sp>
            <p:nvSpPr>
              <p:cNvPr id="453" name="Google Shape;453;p12"/>
              <p:cNvSpPr txBox="1"/>
              <p:nvPr/>
            </p:nvSpPr>
            <p:spPr>
              <a:xfrm>
                <a:off x="2820" y="3292"/>
                <a:ext cx="1166" cy="2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Gói/Hệ thống con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grpSp>
          <p:nvGrpSpPr>
            <p:cNvPr id="454" name="Google Shape;454;p12"/>
            <p:cNvGrpSpPr/>
            <p:nvPr/>
          </p:nvGrpSpPr>
          <p:grpSpPr>
            <a:xfrm>
              <a:off x="6858000" y="4510088"/>
              <a:ext cx="1293813" cy="1376362"/>
              <a:chOff x="4464" y="2937"/>
              <a:chExt cx="815" cy="867"/>
            </a:xfrm>
          </p:grpSpPr>
          <p:grpSp>
            <p:nvGrpSpPr>
              <p:cNvPr id="455" name="Google Shape;455;p12"/>
              <p:cNvGrpSpPr/>
              <p:nvPr/>
            </p:nvGrpSpPr>
            <p:grpSpPr>
              <a:xfrm>
                <a:off x="4464" y="2937"/>
                <a:ext cx="815" cy="534"/>
                <a:chOff x="3701" y="2784"/>
                <a:chExt cx="815" cy="534"/>
              </a:xfrm>
            </p:grpSpPr>
            <p:sp>
              <p:nvSpPr>
                <p:cNvPr id="456" name="Google Shape;456;p12"/>
                <p:cNvSpPr/>
                <p:nvPr/>
              </p:nvSpPr>
              <p:spPr>
                <a:xfrm>
                  <a:off x="3701" y="2784"/>
                  <a:ext cx="815" cy="534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457" name="Google Shape;457;p12"/>
                <p:cNvCxnSpPr/>
                <p:nvPr/>
              </p:nvCxnSpPr>
              <p:spPr>
                <a:xfrm>
                  <a:off x="3701" y="3151"/>
                  <a:ext cx="815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58" name="Google Shape;458;p12"/>
                <p:cNvCxnSpPr/>
                <p:nvPr/>
              </p:nvCxnSpPr>
              <p:spPr>
                <a:xfrm>
                  <a:off x="3701" y="3024"/>
                  <a:ext cx="815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sp>
            <p:nvSpPr>
              <p:cNvPr id="459" name="Google Shape;459;p12"/>
              <p:cNvSpPr txBox="1"/>
              <p:nvPr/>
            </p:nvSpPr>
            <p:spPr>
              <a:xfrm>
                <a:off x="4647" y="3504"/>
                <a:ext cx="600" cy="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5700" lIns="91425" spcFirstLastPara="1" rIns="91425" wrap="square" tIns="4570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-US"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rPr>
                  <a:t>Lớp</a:t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460" name="Google Shape;460;p12"/>
            <p:cNvCxnSpPr/>
            <p:nvPr/>
          </p:nvCxnSpPr>
          <p:spPr>
            <a:xfrm rot="8100000">
              <a:off x="5943600" y="3808413"/>
              <a:ext cx="838200" cy="1587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  <p:cxnSp>
          <p:nvCxnSpPr>
            <p:cNvPr id="461" name="Google Shape;461;p12"/>
            <p:cNvCxnSpPr/>
            <p:nvPr/>
          </p:nvCxnSpPr>
          <p:spPr>
            <a:xfrm rot="5400000">
              <a:off x="7049294" y="3923506"/>
              <a:ext cx="838200" cy="158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lg" w="lg" type="triangle"/>
            </a:ln>
          </p:spPr>
        </p:cxn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13"/>
          <p:cNvSpPr txBox="1"/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Hiện thực hóa ca sử dụng</a:t>
            </a:r>
            <a:endParaRPr/>
          </a:p>
        </p:txBody>
      </p:sp>
      <p:sp>
        <p:nvSpPr>
          <p:cNvPr id="467" name="Google Shape;467;p13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8" name="Google Shape;468;p13"/>
          <p:cNvSpPr/>
          <p:nvPr/>
        </p:nvSpPr>
        <p:spPr>
          <a:xfrm>
            <a:off x="3167063" y="3576638"/>
            <a:ext cx="5761037" cy="3167062"/>
          </a:xfrm>
          <a:prstGeom prst="ellipse">
            <a:avLst/>
          </a:prstGeom>
          <a:noFill/>
          <a:ln cap="flat" cmpd="sng" w="28575">
            <a:solidFill>
              <a:schemeClr val="folHlink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pSp>
        <p:nvGrpSpPr>
          <p:cNvPr id="469" name="Google Shape;469;p13"/>
          <p:cNvGrpSpPr/>
          <p:nvPr/>
        </p:nvGrpSpPr>
        <p:grpSpPr>
          <a:xfrm>
            <a:off x="647700" y="3797300"/>
            <a:ext cx="1476375" cy="2044700"/>
            <a:chOff x="365" y="2533"/>
            <a:chExt cx="754" cy="1008"/>
          </a:xfrm>
        </p:grpSpPr>
        <p:sp>
          <p:nvSpPr>
            <p:cNvPr id="470" name="Google Shape;470;p13"/>
            <p:cNvSpPr/>
            <p:nvPr/>
          </p:nvSpPr>
          <p:spPr>
            <a:xfrm>
              <a:off x="365" y="2533"/>
              <a:ext cx="624" cy="288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471" name="Google Shape;471;p13"/>
            <p:cNvSpPr/>
            <p:nvPr/>
          </p:nvSpPr>
          <p:spPr>
            <a:xfrm>
              <a:off x="687" y="2821"/>
              <a:ext cx="432" cy="720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cxnSp>
          <p:nvCxnSpPr>
            <p:cNvPr id="472" name="Google Shape;472;p13"/>
            <p:cNvCxnSpPr/>
            <p:nvPr/>
          </p:nvCxnSpPr>
          <p:spPr>
            <a:xfrm>
              <a:off x="975" y="2821"/>
              <a:ext cx="144" cy="14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3" name="Google Shape;473;p13"/>
            <p:cNvCxnSpPr/>
            <p:nvPr/>
          </p:nvCxnSpPr>
          <p:spPr>
            <a:xfrm>
              <a:off x="975" y="2821"/>
              <a:ext cx="0" cy="144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4" name="Google Shape;474;p13"/>
            <p:cNvCxnSpPr/>
            <p:nvPr/>
          </p:nvCxnSpPr>
          <p:spPr>
            <a:xfrm rot="10800000">
              <a:off x="975" y="2965"/>
              <a:ext cx="144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5" name="Google Shape;475;p13"/>
            <p:cNvCxnSpPr/>
            <p:nvPr/>
          </p:nvCxnSpPr>
          <p:spPr>
            <a:xfrm>
              <a:off x="735" y="3061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6" name="Google Shape;476;p13"/>
            <p:cNvCxnSpPr/>
            <p:nvPr/>
          </p:nvCxnSpPr>
          <p:spPr>
            <a:xfrm>
              <a:off x="735" y="3109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7" name="Google Shape;477;p13"/>
            <p:cNvCxnSpPr/>
            <p:nvPr/>
          </p:nvCxnSpPr>
          <p:spPr>
            <a:xfrm>
              <a:off x="735" y="3157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8" name="Google Shape;478;p13"/>
            <p:cNvCxnSpPr/>
            <p:nvPr/>
          </p:nvCxnSpPr>
          <p:spPr>
            <a:xfrm>
              <a:off x="735" y="3253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79" name="Google Shape;479;p13"/>
            <p:cNvCxnSpPr/>
            <p:nvPr/>
          </p:nvCxnSpPr>
          <p:spPr>
            <a:xfrm>
              <a:off x="735" y="3205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0" name="Google Shape;480;p13"/>
            <p:cNvCxnSpPr/>
            <p:nvPr/>
          </p:nvCxnSpPr>
          <p:spPr>
            <a:xfrm>
              <a:off x="735" y="3301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1" name="Google Shape;481;p13"/>
            <p:cNvCxnSpPr/>
            <p:nvPr/>
          </p:nvCxnSpPr>
          <p:spPr>
            <a:xfrm>
              <a:off x="735" y="3349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2" name="Google Shape;482;p13"/>
            <p:cNvCxnSpPr/>
            <p:nvPr/>
          </p:nvCxnSpPr>
          <p:spPr>
            <a:xfrm>
              <a:off x="735" y="3397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3" name="Google Shape;483;p13"/>
            <p:cNvCxnSpPr/>
            <p:nvPr/>
          </p:nvCxnSpPr>
          <p:spPr>
            <a:xfrm>
              <a:off x="735" y="3445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4" name="Google Shape;484;p13"/>
            <p:cNvCxnSpPr/>
            <p:nvPr/>
          </p:nvCxnSpPr>
          <p:spPr>
            <a:xfrm>
              <a:off x="735" y="3493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5" name="Google Shape;485;p13"/>
            <p:cNvCxnSpPr/>
            <p:nvPr/>
          </p:nvCxnSpPr>
          <p:spPr>
            <a:xfrm>
              <a:off x="735" y="3013"/>
              <a:ext cx="336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6" name="Google Shape;486;p13"/>
            <p:cNvCxnSpPr/>
            <p:nvPr/>
          </p:nvCxnSpPr>
          <p:spPr>
            <a:xfrm>
              <a:off x="735" y="2917"/>
              <a:ext cx="209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7" name="Google Shape;487;p13"/>
            <p:cNvCxnSpPr/>
            <p:nvPr/>
          </p:nvCxnSpPr>
          <p:spPr>
            <a:xfrm>
              <a:off x="735" y="2869"/>
              <a:ext cx="209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88" name="Google Shape;488;p13"/>
            <p:cNvCxnSpPr/>
            <p:nvPr/>
          </p:nvCxnSpPr>
          <p:spPr>
            <a:xfrm>
              <a:off x="735" y="2965"/>
              <a:ext cx="209" cy="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489" name="Google Shape;489;p13"/>
          <p:cNvSpPr/>
          <p:nvPr/>
        </p:nvSpPr>
        <p:spPr>
          <a:xfrm>
            <a:off x="2408238" y="4918075"/>
            <a:ext cx="539750" cy="533400"/>
          </a:xfrm>
          <a:prstGeom prst="rightArrow">
            <a:avLst>
              <a:gd fmla="val 55954" name="adj1"/>
              <a:gd fmla="val 50295" name="adj2"/>
            </a:avLst>
          </a:prstGeom>
          <a:solidFill>
            <a:schemeClr val="hlink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490" name="Google Shape;490;p13"/>
          <p:cNvSpPr/>
          <p:nvPr/>
        </p:nvSpPr>
        <p:spPr>
          <a:xfrm>
            <a:off x="3167063" y="3576638"/>
            <a:ext cx="5761037" cy="3167062"/>
          </a:xfrm>
          <a:prstGeom prst="ellipse">
            <a:avLst/>
          </a:prstGeom>
          <a:noFill/>
          <a:ln cap="flat" cmpd="sng" w="28575">
            <a:solidFill>
              <a:schemeClr val="folHlink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grpSp>
        <p:nvGrpSpPr>
          <p:cNvPr id="491" name="Google Shape;491;p13"/>
          <p:cNvGrpSpPr/>
          <p:nvPr/>
        </p:nvGrpSpPr>
        <p:grpSpPr>
          <a:xfrm>
            <a:off x="5224463" y="5435600"/>
            <a:ext cx="1539875" cy="1198563"/>
            <a:chOff x="3231" y="2968"/>
            <a:chExt cx="970" cy="755"/>
          </a:xfrm>
        </p:grpSpPr>
        <p:grpSp>
          <p:nvGrpSpPr>
            <p:cNvPr id="492" name="Google Shape;492;p13"/>
            <p:cNvGrpSpPr/>
            <p:nvPr/>
          </p:nvGrpSpPr>
          <p:grpSpPr>
            <a:xfrm>
              <a:off x="3393" y="2968"/>
              <a:ext cx="808" cy="511"/>
              <a:chOff x="1309" y="1072"/>
              <a:chExt cx="1245" cy="766"/>
            </a:xfrm>
          </p:grpSpPr>
          <p:grpSp>
            <p:nvGrpSpPr>
              <p:cNvPr id="493" name="Google Shape;493;p13"/>
              <p:cNvGrpSpPr/>
              <p:nvPr/>
            </p:nvGrpSpPr>
            <p:grpSpPr>
              <a:xfrm>
                <a:off x="1309" y="1231"/>
                <a:ext cx="302" cy="175"/>
                <a:chOff x="144" y="1440"/>
                <a:chExt cx="881" cy="510"/>
              </a:xfrm>
            </p:grpSpPr>
            <p:sp>
              <p:nvSpPr>
                <p:cNvPr id="494" name="Google Shape;494;p13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495" name="Google Shape;495;p13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496" name="Google Shape;496;p13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497" name="Google Shape;497;p13"/>
              <p:cNvGrpSpPr/>
              <p:nvPr/>
            </p:nvGrpSpPr>
            <p:grpSpPr>
              <a:xfrm>
                <a:off x="1950" y="1072"/>
                <a:ext cx="302" cy="175"/>
                <a:chOff x="144" y="1440"/>
                <a:chExt cx="881" cy="510"/>
              </a:xfrm>
            </p:grpSpPr>
            <p:sp>
              <p:nvSpPr>
                <p:cNvPr id="498" name="Google Shape;498;p13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499" name="Google Shape;499;p13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0" name="Google Shape;500;p13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01" name="Google Shape;501;p13"/>
              <p:cNvGrpSpPr/>
              <p:nvPr/>
            </p:nvGrpSpPr>
            <p:grpSpPr>
              <a:xfrm>
                <a:off x="1648" y="1663"/>
                <a:ext cx="302" cy="175"/>
                <a:chOff x="144" y="1440"/>
                <a:chExt cx="881" cy="510"/>
              </a:xfrm>
            </p:grpSpPr>
            <p:sp>
              <p:nvSpPr>
                <p:cNvPr id="502" name="Google Shape;502;p13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503" name="Google Shape;503;p13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4" name="Google Shape;504;p13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grpSp>
            <p:nvGrpSpPr>
              <p:cNvPr id="505" name="Google Shape;505;p13"/>
              <p:cNvGrpSpPr/>
              <p:nvPr/>
            </p:nvGrpSpPr>
            <p:grpSpPr>
              <a:xfrm>
                <a:off x="2252" y="1581"/>
                <a:ext cx="302" cy="175"/>
                <a:chOff x="144" y="1440"/>
                <a:chExt cx="881" cy="510"/>
              </a:xfrm>
            </p:grpSpPr>
            <p:sp>
              <p:nvSpPr>
                <p:cNvPr id="506" name="Google Shape;506;p13"/>
                <p:cNvSpPr/>
                <p:nvPr/>
              </p:nvSpPr>
              <p:spPr>
                <a:xfrm>
                  <a:off x="144" y="1440"/>
                  <a:ext cx="881" cy="510"/>
                </a:xfrm>
                <a:prstGeom prst="rect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miter lim="800000"/>
                  <a:headEnd len="sm" w="sm" type="none"/>
                  <a:tailEnd len="sm" w="sm" type="none"/>
                </a:ln>
              </p:spPr>
              <p:txBody>
                <a:bodyPr anchorCtr="0" anchor="ctr" bIns="0" lIns="0" spcFirstLastPara="1" rIns="0" wrap="square" tIns="0">
                  <a:sp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507" name="Google Shape;507;p13"/>
                <p:cNvCxnSpPr/>
                <p:nvPr/>
              </p:nvCxnSpPr>
              <p:spPr>
                <a:xfrm>
                  <a:off x="144" y="181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  <p:cxnSp>
              <p:nvCxnSpPr>
                <p:cNvPr id="508" name="Google Shape;508;p13"/>
                <p:cNvCxnSpPr/>
                <p:nvPr/>
              </p:nvCxnSpPr>
              <p:spPr>
                <a:xfrm>
                  <a:off x="144" y="1680"/>
                  <a:ext cx="881" cy="0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</p:cxnSp>
          </p:grpSp>
          <p:cxnSp>
            <p:nvCxnSpPr>
              <p:cNvPr id="509" name="Google Shape;509;p13"/>
              <p:cNvCxnSpPr/>
              <p:nvPr/>
            </p:nvCxnSpPr>
            <p:spPr>
              <a:xfrm rot="10800000">
                <a:off x="1463" y="1406"/>
                <a:ext cx="312" cy="257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0" name="Google Shape;510;p13"/>
              <p:cNvCxnSpPr/>
              <p:nvPr/>
            </p:nvCxnSpPr>
            <p:spPr>
              <a:xfrm flipH="1" rot="10800000">
                <a:off x="1611" y="1160"/>
                <a:ext cx="339" cy="153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13"/>
              <p:cNvCxnSpPr/>
              <p:nvPr/>
            </p:nvCxnSpPr>
            <p:spPr>
              <a:xfrm flipH="1" rot="10800000">
                <a:off x="1950" y="1663"/>
                <a:ext cx="302" cy="8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13"/>
              <p:cNvCxnSpPr/>
              <p:nvPr/>
            </p:nvCxnSpPr>
            <p:spPr>
              <a:xfrm flipH="1" rot="10800000">
                <a:off x="1775" y="1247"/>
                <a:ext cx="329" cy="41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sp>
          <p:nvSpPr>
            <p:cNvPr id="513" name="Google Shape;513;p13"/>
            <p:cNvSpPr txBox="1"/>
            <p:nvPr/>
          </p:nvSpPr>
          <p:spPr>
            <a:xfrm>
              <a:off x="3231" y="3490"/>
              <a:ext cx="82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Lược đồ lớp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grpSp>
        <p:nvGrpSpPr>
          <p:cNvPr id="514" name="Google Shape;514;p13"/>
          <p:cNvGrpSpPr/>
          <p:nvPr/>
        </p:nvGrpSpPr>
        <p:grpSpPr>
          <a:xfrm>
            <a:off x="6029326" y="3695700"/>
            <a:ext cx="2582863" cy="1457325"/>
            <a:chOff x="3408" y="2040"/>
            <a:chExt cx="1627" cy="918"/>
          </a:xfrm>
        </p:grpSpPr>
        <p:grpSp>
          <p:nvGrpSpPr>
            <p:cNvPr id="515" name="Google Shape;515;p13"/>
            <p:cNvGrpSpPr/>
            <p:nvPr/>
          </p:nvGrpSpPr>
          <p:grpSpPr>
            <a:xfrm>
              <a:off x="3592" y="2062"/>
              <a:ext cx="98" cy="149"/>
              <a:chOff x="7654" y="3380"/>
              <a:chExt cx="554" cy="754"/>
            </a:xfrm>
          </p:grpSpPr>
          <p:sp>
            <p:nvSpPr>
              <p:cNvPr id="516" name="Google Shape;516;p13"/>
              <p:cNvSpPr/>
              <p:nvPr/>
            </p:nvSpPr>
            <p:spPr>
              <a:xfrm>
                <a:off x="7805" y="3380"/>
                <a:ext cx="253" cy="248"/>
              </a:xfrm>
              <a:prstGeom prst="ellipse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17" name="Google Shape;517;p13"/>
              <p:cNvCxnSpPr/>
              <p:nvPr/>
            </p:nvCxnSpPr>
            <p:spPr>
              <a:xfrm>
                <a:off x="7931" y="3630"/>
                <a:ext cx="1" cy="23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518" name="Google Shape;518;p13"/>
              <p:cNvCxnSpPr/>
              <p:nvPr/>
            </p:nvCxnSpPr>
            <p:spPr>
              <a:xfrm>
                <a:off x="7731" y="3695"/>
                <a:ext cx="401" cy="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sp>
            <p:nvSpPr>
              <p:cNvPr id="519" name="Google Shape;519;p13"/>
              <p:cNvSpPr/>
              <p:nvPr/>
            </p:nvSpPr>
            <p:spPr>
              <a:xfrm>
                <a:off x="7654" y="3862"/>
                <a:ext cx="554" cy="272"/>
              </a:xfrm>
              <a:custGeom>
                <a:rect b="b" l="l" r="r" t="t"/>
                <a:pathLst>
                  <a:path extrusionOk="0" h="54" w="108">
                    <a:moveTo>
                      <a:pt x="0" y="54"/>
                    </a:moveTo>
                    <a:lnTo>
                      <a:pt x="54" y="0"/>
                    </a:lnTo>
                    <a:lnTo>
                      <a:pt x="108" y="54"/>
                    </a:lnTo>
                  </a:path>
                </a:pathLst>
              </a:cu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  <p:txBody>
              <a:bodyPr anchorCtr="0" anchor="t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  <p:cxnSp>
          <p:nvCxnSpPr>
            <p:cNvPr id="520" name="Google Shape;520;p13"/>
            <p:cNvCxnSpPr/>
            <p:nvPr/>
          </p:nvCxnSpPr>
          <p:spPr>
            <a:xfrm>
              <a:off x="3717" y="2297"/>
              <a:ext cx="186" cy="199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1" name="Google Shape;521;p13"/>
            <p:cNvCxnSpPr/>
            <p:nvPr/>
          </p:nvCxnSpPr>
          <p:spPr>
            <a:xfrm flipH="1" rot="10800000">
              <a:off x="3717" y="2118"/>
              <a:ext cx="280" cy="3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2" name="Google Shape;522;p13"/>
            <p:cNvCxnSpPr/>
            <p:nvPr/>
          </p:nvCxnSpPr>
          <p:spPr>
            <a:xfrm>
              <a:off x="3967" y="2560"/>
              <a:ext cx="471" cy="10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3" name="Google Shape;523;p13"/>
            <p:cNvCxnSpPr/>
            <p:nvPr/>
          </p:nvCxnSpPr>
          <p:spPr>
            <a:xfrm flipH="1" rot="10800000">
              <a:off x="3967" y="2393"/>
              <a:ext cx="442" cy="14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4" name="Google Shape;524;p13"/>
            <p:cNvCxnSpPr/>
            <p:nvPr/>
          </p:nvCxnSpPr>
          <p:spPr>
            <a:xfrm flipH="1" rot="10800000">
              <a:off x="4489" y="2130"/>
              <a:ext cx="80" cy="20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5" name="Google Shape;525;p13"/>
            <p:cNvCxnSpPr/>
            <p:nvPr/>
          </p:nvCxnSpPr>
          <p:spPr>
            <a:xfrm flipH="1">
              <a:off x="3937" y="2170"/>
              <a:ext cx="148" cy="318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6" name="Google Shape;526;p13"/>
            <p:cNvCxnSpPr/>
            <p:nvPr/>
          </p:nvCxnSpPr>
          <p:spPr>
            <a:xfrm>
              <a:off x="3806" y="2401"/>
              <a:ext cx="71" cy="7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27" name="Google Shape;527;p13"/>
            <p:cNvCxnSpPr/>
            <p:nvPr/>
          </p:nvCxnSpPr>
          <p:spPr>
            <a:xfrm flipH="1">
              <a:off x="3940" y="2380"/>
              <a:ext cx="50" cy="96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28" name="Google Shape;528;p13"/>
            <p:cNvCxnSpPr/>
            <p:nvPr/>
          </p:nvCxnSpPr>
          <p:spPr>
            <a:xfrm flipH="1" rot="10800000">
              <a:off x="4299" y="2393"/>
              <a:ext cx="101" cy="3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29" name="Google Shape;529;p13"/>
            <p:cNvCxnSpPr/>
            <p:nvPr/>
          </p:nvCxnSpPr>
          <p:spPr>
            <a:xfrm>
              <a:off x="4336" y="2632"/>
              <a:ext cx="100" cy="23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cxnSp>
          <p:nvCxnSpPr>
            <p:cNvPr id="530" name="Google Shape;530;p13"/>
            <p:cNvCxnSpPr/>
            <p:nvPr/>
          </p:nvCxnSpPr>
          <p:spPr>
            <a:xfrm flipH="1" rot="10800000">
              <a:off x="4521" y="2146"/>
              <a:ext cx="40" cy="95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stealth"/>
            </a:ln>
          </p:spPr>
        </p:cxnSp>
        <p:cxnSp>
          <p:nvCxnSpPr>
            <p:cNvPr id="531" name="Google Shape;531;p13"/>
            <p:cNvCxnSpPr/>
            <p:nvPr/>
          </p:nvCxnSpPr>
          <p:spPr>
            <a:xfrm flipH="1" rot="10800000">
              <a:off x="3867" y="2114"/>
              <a:ext cx="90" cy="12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med" w="med" type="stealth"/>
            </a:ln>
          </p:spPr>
        </p:cxnSp>
        <p:sp>
          <p:nvSpPr>
            <p:cNvPr id="532" name="Google Shape;532;p13"/>
            <p:cNvSpPr txBox="1"/>
            <p:nvPr/>
          </p:nvSpPr>
          <p:spPr>
            <a:xfrm>
              <a:off x="3408" y="2727"/>
              <a:ext cx="1627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Lược đồ cộng tác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33" name="Google Shape;533;p13"/>
            <p:cNvSpPr/>
            <p:nvPr/>
          </p:nvSpPr>
          <p:spPr>
            <a:xfrm>
              <a:off x="3994" y="2073"/>
              <a:ext cx="121" cy="97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34" name="Google Shape;534;p13"/>
            <p:cNvSpPr/>
            <p:nvPr/>
          </p:nvSpPr>
          <p:spPr>
            <a:xfrm>
              <a:off x="3843" y="2496"/>
              <a:ext cx="121" cy="98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35" name="Google Shape;535;p13"/>
            <p:cNvSpPr/>
            <p:nvPr/>
          </p:nvSpPr>
          <p:spPr>
            <a:xfrm>
              <a:off x="4449" y="2626"/>
              <a:ext cx="121" cy="98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36" name="Google Shape;536;p13"/>
            <p:cNvSpPr/>
            <p:nvPr/>
          </p:nvSpPr>
          <p:spPr>
            <a:xfrm>
              <a:off x="4419" y="2333"/>
              <a:ext cx="121" cy="98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37" name="Google Shape;537;p13"/>
            <p:cNvSpPr/>
            <p:nvPr/>
          </p:nvSpPr>
          <p:spPr>
            <a:xfrm>
              <a:off x="4510" y="2040"/>
              <a:ext cx="121" cy="98"/>
            </a:xfrm>
            <a:prstGeom prst="rect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53975" lIns="107950" spcFirstLastPara="1" rIns="107950" wrap="square" tIns="5397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grpSp>
        <p:nvGrpSpPr>
          <p:cNvPr id="538" name="Google Shape;538;p13"/>
          <p:cNvGrpSpPr/>
          <p:nvPr/>
        </p:nvGrpSpPr>
        <p:grpSpPr>
          <a:xfrm>
            <a:off x="3495675" y="3892551"/>
            <a:ext cx="2268538" cy="1460500"/>
            <a:chOff x="2202" y="2020"/>
            <a:chExt cx="1429" cy="920"/>
          </a:xfrm>
        </p:grpSpPr>
        <p:sp>
          <p:nvSpPr>
            <p:cNvPr id="539" name="Google Shape;539;p13"/>
            <p:cNvSpPr txBox="1"/>
            <p:nvPr/>
          </p:nvSpPr>
          <p:spPr>
            <a:xfrm>
              <a:off x="2202" y="2709"/>
              <a:ext cx="1429" cy="2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Lược đồ tuần tự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grpSp>
          <p:nvGrpSpPr>
            <p:cNvPr id="540" name="Google Shape;540;p13"/>
            <p:cNvGrpSpPr/>
            <p:nvPr/>
          </p:nvGrpSpPr>
          <p:grpSpPr>
            <a:xfrm>
              <a:off x="2234" y="2020"/>
              <a:ext cx="1310" cy="738"/>
              <a:chOff x="2234" y="2020"/>
              <a:chExt cx="1310" cy="738"/>
            </a:xfrm>
          </p:grpSpPr>
          <p:grpSp>
            <p:nvGrpSpPr>
              <p:cNvPr id="541" name="Google Shape;541;p13"/>
              <p:cNvGrpSpPr/>
              <p:nvPr/>
            </p:nvGrpSpPr>
            <p:grpSpPr>
              <a:xfrm>
                <a:off x="2234" y="2020"/>
                <a:ext cx="120" cy="161"/>
                <a:chOff x="7654" y="3380"/>
                <a:chExt cx="554" cy="754"/>
              </a:xfrm>
            </p:grpSpPr>
            <p:sp>
              <p:nvSpPr>
                <p:cNvPr id="542" name="Google Shape;542;p13"/>
                <p:cNvSpPr/>
                <p:nvPr/>
              </p:nvSpPr>
              <p:spPr>
                <a:xfrm>
                  <a:off x="7805" y="3380"/>
                  <a:ext cx="253" cy="248"/>
                </a:xfrm>
                <a:prstGeom prst="ellipse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  <p:cxnSp>
              <p:nvCxnSpPr>
                <p:cNvPr id="543" name="Google Shape;543;p13"/>
                <p:cNvCxnSpPr/>
                <p:nvPr/>
              </p:nvCxnSpPr>
              <p:spPr>
                <a:xfrm>
                  <a:off x="7931" y="3630"/>
                  <a:ext cx="1" cy="232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cxnSp>
              <p:nvCxnSpPr>
                <p:cNvPr id="544" name="Google Shape;544;p13"/>
                <p:cNvCxnSpPr/>
                <p:nvPr/>
              </p:nvCxnSpPr>
              <p:spPr>
                <a:xfrm>
                  <a:off x="7731" y="3695"/>
                  <a:ext cx="401" cy="1"/>
                </a:xfrm>
                <a:prstGeom prst="straightConnector1">
                  <a:avLst/>
                </a:pr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</p:cxnSp>
            <p:sp>
              <p:nvSpPr>
                <p:cNvPr id="545" name="Google Shape;545;p13"/>
                <p:cNvSpPr/>
                <p:nvPr/>
              </p:nvSpPr>
              <p:spPr>
                <a:xfrm>
                  <a:off x="7654" y="3862"/>
                  <a:ext cx="554" cy="272"/>
                </a:xfrm>
                <a:custGeom>
                  <a:rect b="b" l="l" r="r" t="t"/>
                  <a:pathLst>
                    <a:path extrusionOk="0" h="54" w="108">
                      <a:moveTo>
                        <a:pt x="0" y="54"/>
                      </a:moveTo>
                      <a:lnTo>
                        <a:pt x="54" y="0"/>
                      </a:lnTo>
                      <a:lnTo>
                        <a:pt x="108" y="54"/>
                      </a:lnTo>
                    </a:path>
                  </a:pathLst>
                </a:custGeom>
                <a:noFill/>
                <a:ln cap="flat" cmpd="sng" w="28575">
                  <a:solidFill>
                    <a:schemeClr val="dk1"/>
                  </a:solidFill>
                  <a:prstDash val="solid"/>
                  <a:round/>
                  <a:headEnd len="med" w="med" type="none"/>
                  <a:tailEnd len="med" w="med" type="none"/>
                </a:ln>
              </p:spPr>
              <p:txBody>
                <a:bodyPr anchorCtr="0" anchor="t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chemeClr val="dk1"/>
                    </a:solidFill>
                    <a:latin typeface="Constantia"/>
                    <a:ea typeface="Constantia"/>
                    <a:cs typeface="Constantia"/>
                    <a:sym typeface="Constantia"/>
                  </a:endParaRPr>
                </a:p>
              </p:txBody>
            </p:sp>
          </p:grpSp>
          <p:cxnSp>
            <p:nvCxnSpPr>
              <p:cNvPr id="546" name="Google Shape;546;p13"/>
              <p:cNvCxnSpPr/>
              <p:nvPr/>
            </p:nvCxnSpPr>
            <p:spPr>
              <a:xfrm>
                <a:off x="2300" y="2283"/>
                <a:ext cx="305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47" name="Google Shape;547;p13"/>
              <p:cNvCxnSpPr/>
              <p:nvPr/>
            </p:nvCxnSpPr>
            <p:spPr>
              <a:xfrm>
                <a:off x="2919" y="2488"/>
                <a:ext cx="240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48" name="Google Shape;548;p13"/>
              <p:cNvCxnSpPr/>
              <p:nvPr/>
            </p:nvCxnSpPr>
            <p:spPr>
              <a:xfrm>
                <a:off x="2626" y="2380"/>
                <a:ext cx="257" cy="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med" w="med" type="triangle"/>
              </a:ln>
            </p:spPr>
          </p:cxnSp>
          <p:cxnSp>
            <p:nvCxnSpPr>
              <p:cNvPr id="549" name="Google Shape;549;p13"/>
              <p:cNvCxnSpPr/>
              <p:nvPr/>
            </p:nvCxnSpPr>
            <p:spPr>
              <a:xfrm>
                <a:off x="2302" y="2669"/>
                <a:ext cx="0" cy="89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13"/>
              <p:cNvCxnSpPr/>
              <p:nvPr/>
            </p:nvCxnSpPr>
            <p:spPr>
              <a:xfrm>
                <a:off x="2609" y="2231"/>
                <a:ext cx="0" cy="57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13"/>
              <p:cNvCxnSpPr/>
              <p:nvPr/>
            </p:nvCxnSpPr>
            <p:spPr>
              <a:xfrm>
                <a:off x="2892" y="2231"/>
                <a:ext cx="0" cy="15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13"/>
              <p:cNvCxnSpPr/>
              <p:nvPr/>
            </p:nvCxnSpPr>
            <p:spPr>
              <a:xfrm>
                <a:off x="3169" y="2565"/>
                <a:ext cx="0" cy="191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13"/>
              <p:cNvCxnSpPr/>
              <p:nvPr/>
            </p:nvCxnSpPr>
            <p:spPr>
              <a:xfrm>
                <a:off x="3426" y="2231"/>
                <a:ext cx="0" cy="525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554" name="Google Shape;554;p13"/>
              <p:cNvSpPr/>
              <p:nvPr/>
            </p:nvSpPr>
            <p:spPr>
              <a:xfrm rot="-5400000">
                <a:off x="2112" y="2454"/>
                <a:ext cx="380" cy="38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55" name="Google Shape;555;p13"/>
              <p:cNvCxnSpPr/>
              <p:nvPr/>
            </p:nvCxnSpPr>
            <p:spPr>
              <a:xfrm>
                <a:off x="2302" y="2230"/>
                <a:ext cx="0" cy="56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556" name="Google Shape;556;p13"/>
              <p:cNvSpPr/>
              <p:nvPr/>
            </p:nvSpPr>
            <p:spPr>
              <a:xfrm rot="-5400000">
                <a:off x="2455" y="2421"/>
                <a:ext cx="306" cy="4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57" name="Google Shape;557;p13"/>
              <p:cNvCxnSpPr/>
              <p:nvPr/>
            </p:nvCxnSpPr>
            <p:spPr>
              <a:xfrm>
                <a:off x="2609" y="2599"/>
                <a:ext cx="0" cy="157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558" name="Google Shape;558;p13"/>
              <p:cNvSpPr/>
              <p:nvPr/>
            </p:nvSpPr>
            <p:spPr>
              <a:xfrm rot="-5400000">
                <a:off x="2806" y="2450"/>
                <a:ext cx="170" cy="40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59" name="Google Shape;559;p13"/>
              <p:cNvCxnSpPr/>
              <p:nvPr/>
            </p:nvCxnSpPr>
            <p:spPr>
              <a:xfrm>
                <a:off x="2891" y="2555"/>
                <a:ext cx="1" cy="2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560" name="Google Shape;560;p13"/>
              <p:cNvSpPr/>
              <p:nvPr/>
            </p:nvSpPr>
            <p:spPr>
              <a:xfrm rot="-5400000">
                <a:off x="3135" y="2508"/>
                <a:ext cx="64" cy="36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cxnSp>
            <p:nvCxnSpPr>
              <p:cNvPr id="561" name="Google Shape;561;p13"/>
              <p:cNvCxnSpPr/>
              <p:nvPr/>
            </p:nvCxnSpPr>
            <p:spPr>
              <a:xfrm>
                <a:off x="3169" y="2231"/>
                <a:ext cx="0" cy="262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dash"/>
                <a:round/>
                <a:headEnd len="sm" w="sm" type="none"/>
                <a:tailEnd len="sm" w="sm" type="none"/>
              </a:ln>
            </p:spPr>
          </p:cxnSp>
          <p:sp>
            <p:nvSpPr>
              <p:cNvPr id="562" name="Google Shape;562;p13"/>
              <p:cNvSpPr/>
              <p:nvPr/>
            </p:nvSpPr>
            <p:spPr>
              <a:xfrm>
                <a:off x="2764" y="2086"/>
                <a:ext cx="219" cy="124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563" name="Google Shape;563;p13"/>
              <p:cNvSpPr/>
              <p:nvPr/>
            </p:nvSpPr>
            <p:spPr>
              <a:xfrm>
                <a:off x="3325" y="2086"/>
                <a:ext cx="219" cy="124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564" name="Google Shape;564;p13"/>
              <p:cNvSpPr/>
              <p:nvPr/>
            </p:nvSpPr>
            <p:spPr>
              <a:xfrm>
                <a:off x="3014" y="2086"/>
                <a:ext cx="279" cy="124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  <p:sp>
            <p:nvSpPr>
              <p:cNvPr id="565" name="Google Shape;565;p13"/>
              <p:cNvSpPr/>
              <p:nvPr/>
            </p:nvSpPr>
            <p:spPr>
              <a:xfrm>
                <a:off x="2510" y="2086"/>
                <a:ext cx="220" cy="124"/>
              </a:xfrm>
              <a:prstGeom prst="rect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miter lim="800000"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sp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endParaRPr>
              </a:p>
            </p:txBody>
          </p:sp>
        </p:grpSp>
      </p:grpSp>
      <p:grpSp>
        <p:nvGrpSpPr>
          <p:cNvPr id="566" name="Google Shape;566;p13"/>
          <p:cNvGrpSpPr/>
          <p:nvPr/>
        </p:nvGrpSpPr>
        <p:grpSpPr>
          <a:xfrm>
            <a:off x="973142" y="2492375"/>
            <a:ext cx="1228726" cy="860425"/>
            <a:chOff x="2840" y="3541"/>
            <a:chExt cx="774" cy="542"/>
          </a:xfrm>
        </p:grpSpPr>
        <p:sp>
          <p:nvSpPr>
            <p:cNvPr id="567" name="Google Shape;567;p13"/>
            <p:cNvSpPr/>
            <p:nvPr/>
          </p:nvSpPr>
          <p:spPr>
            <a:xfrm>
              <a:off x="2901" y="3541"/>
              <a:ext cx="624" cy="288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68" name="Google Shape;568;p13"/>
            <p:cNvSpPr txBox="1"/>
            <p:nvPr/>
          </p:nvSpPr>
          <p:spPr>
            <a:xfrm>
              <a:off x="2840" y="3850"/>
              <a:ext cx="774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Ca sử dụng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grpSp>
        <p:nvGrpSpPr>
          <p:cNvPr id="569" name="Google Shape;569;p13"/>
          <p:cNvGrpSpPr/>
          <p:nvPr/>
        </p:nvGrpSpPr>
        <p:grpSpPr>
          <a:xfrm>
            <a:off x="4803784" y="2492375"/>
            <a:ext cx="2584454" cy="860425"/>
            <a:chOff x="3484" y="3648"/>
            <a:chExt cx="1628" cy="542"/>
          </a:xfrm>
        </p:grpSpPr>
        <p:sp>
          <p:nvSpPr>
            <p:cNvPr id="570" name="Google Shape;570;p13"/>
            <p:cNvSpPr/>
            <p:nvPr/>
          </p:nvSpPr>
          <p:spPr>
            <a:xfrm>
              <a:off x="3925" y="3648"/>
              <a:ext cx="624" cy="288"/>
            </a:xfrm>
            <a:prstGeom prst="ellipse">
              <a:avLst/>
            </a:prstGeom>
            <a:noFill/>
            <a:ln cap="flat" cmpd="sng" w="28575">
              <a:solidFill>
                <a:schemeClr val="dk1"/>
              </a:solidFill>
              <a:prstDash val="dash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  <p:sp>
          <p:nvSpPr>
            <p:cNvPr id="571" name="Google Shape;571;p13"/>
            <p:cNvSpPr txBox="1"/>
            <p:nvPr/>
          </p:nvSpPr>
          <p:spPr>
            <a:xfrm>
              <a:off x="3484" y="3957"/>
              <a:ext cx="1628" cy="23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1800">
                  <a:solidFill>
                    <a:schemeClr val="dk1"/>
                  </a:solidFill>
                  <a:latin typeface="Constantia"/>
                  <a:ea typeface="Constantia"/>
                  <a:cs typeface="Constantia"/>
                  <a:sym typeface="Constantia"/>
                </a:rPr>
                <a:t>Hiện thực hóa ca sử dụng</a:t>
              </a:r>
              <a:endParaRPr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endParaRPr>
            </a:p>
          </p:txBody>
        </p:sp>
      </p:grpSp>
      <p:cxnSp>
        <p:nvCxnSpPr>
          <p:cNvPr id="572" name="Google Shape;572;p13"/>
          <p:cNvCxnSpPr/>
          <p:nvPr/>
        </p:nvCxnSpPr>
        <p:spPr>
          <a:xfrm rot="10800000">
            <a:off x="2476500" y="2720975"/>
            <a:ext cx="3014663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med" w="med" type="none"/>
          </a:ln>
        </p:spPr>
      </p:cxnSp>
      <p:sp>
        <p:nvSpPr>
          <p:cNvPr id="573" name="Google Shape;573;p13"/>
          <p:cNvSpPr/>
          <p:nvPr/>
        </p:nvSpPr>
        <p:spPr>
          <a:xfrm rot="-5400000">
            <a:off x="2095500" y="2555875"/>
            <a:ext cx="381000" cy="304800"/>
          </a:xfrm>
          <a:prstGeom prst="triangle">
            <a:avLst>
              <a:gd fmla="val 50000" name="adj"/>
            </a:avLst>
          </a:prstGeom>
          <a:noFill/>
          <a:ln cap="flat" cmpd="sng" w="2857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53975" lIns="107950" spcFirstLastPara="1" rIns="107950" wrap="square" tIns="5397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574" name="Google Shape;574;p13"/>
          <p:cNvSpPr txBox="1"/>
          <p:nvPr/>
        </p:nvSpPr>
        <p:spPr>
          <a:xfrm>
            <a:off x="990600" y="2057400"/>
            <a:ext cx="183806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Mô hình usecase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  <p:sp>
        <p:nvSpPr>
          <p:cNvPr id="575" name="Google Shape;575;p13"/>
          <p:cNvSpPr txBox="1"/>
          <p:nvPr/>
        </p:nvSpPr>
        <p:spPr>
          <a:xfrm>
            <a:off x="5029200" y="1981200"/>
            <a:ext cx="183813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onstantia"/>
                <a:ea typeface="Constantia"/>
                <a:cs typeface="Constantia"/>
                <a:sym typeface="Constantia"/>
              </a:rPr>
              <a:t>Mô hình thiết kế</a:t>
            </a:r>
            <a:endParaRPr sz="1800">
              <a:solidFill>
                <a:schemeClr val="dk1"/>
              </a:solidFill>
              <a:latin typeface="Constantia"/>
              <a:ea typeface="Constantia"/>
              <a:cs typeface="Constantia"/>
              <a:sym typeface="Constant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14"/>
          <p:cNvSpPr txBox="1"/>
          <p:nvPr>
            <p:ph type="title"/>
          </p:nvPr>
        </p:nvSpPr>
        <p:spPr>
          <a:xfrm>
            <a:off x="2895600" y="2438400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000"/>
              <a:buFont typeface="Calibri"/>
              <a:buNone/>
            </a:pPr>
            <a:r>
              <a:rPr lang="en-US"/>
              <a:t>The End.</a:t>
            </a:r>
            <a:endParaRPr/>
          </a:p>
        </p:txBody>
      </p:sp>
      <p:sp>
        <p:nvSpPr>
          <p:cNvPr id="581" name="Google Shape;581;p14"/>
          <p:cNvSpPr txBox="1"/>
          <p:nvPr>
            <p:ph idx="12" type="sldNum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Flow">
  <a:themeElements>
    <a:clrScheme name="Flow">
      <a:dk1>
        <a:srgbClr val="000000"/>
      </a:dk1>
      <a:lt1>
        <a:srgbClr val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2017-11-13T20:26:15Z</dcterms:created>
  <dc:creator>ThuGiang</dc:creator>
</cp:coreProperties>
</file>