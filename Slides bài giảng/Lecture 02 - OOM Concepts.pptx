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6858000" cx="9144000"/>
  <p:notesSz cx="6858000" cy="9144000"/>
  <p:embeddedFontLst>
    <p:embeddedFont>
      <p:font typeface="Constantia"/>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26" roundtripDataSignature="AMtx7mgYz5SfBPKidCMQ/s1hcW0MVwuPA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Constantia-regular.fntdata"/><Relationship Id="rId21" Type="http://schemas.openxmlformats.org/officeDocument/2006/relationships/slide" Target="slides/slide15.xml"/><Relationship Id="rId24" Type="http://schemas.openxmlformats.org/officeDocument/2006/relationships/font" Target="fonts/Constantia-italic.fntdata"/><Relationship Id="rId23" Type="http://schemas.openxmlformats.org/officeDocument/2006/relationships/font" Target="fonts/Constantia-bold.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customschemas.google.com/relationships/presentationmetadata" Target="metadata"/><Relationship Id="rId25" Type="http://schemas.openxmlformats.org/officeDocument/2006/relationships/font" Target="fonts/Constantia-bold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21" name="Google Shape;121;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gradFill>
          <a:gsLst>
            <a:gs pos="0">
              <a:srgbClr val="439FD7"/>
            </a:gs>
            <a:gs pos="25000">
              <a:srgbClr val="4397CA"/>
            </a:gs>
            <a:gs pos="100000">
              <a:srgbClr val="00466A"/>
            </a:gs>
          </a:gsLst>
          <a:path path="circle">
            <a:fillToRect b="50%" l="50%" r="50%" t="50%"/>
          </a:path>
          <a:tileRect/>
        </a:gradFill>
      </p:bgPr>
    </p:bg>
    <p:spTree>
      <p:nvGrpSpPr>
        <p:cNvPr id="20" name="Shape 20"/>
        <p:cNvGrpSpPr/>
        <p:nvPr/>
      </p:nvGrpSpPr>
      <p:grpSpPr>
        <a:xfrm>
          <a:off x="0" y="0"/>
          <a:ext cx="0" cy="0"/>
          <a:chOff x="0" y="0"/>
          <a:chExt cx="0" cy="0"/>
        </a:xfrm>
      </p:grpSpPr>
      <p:sp>
        <p:nvSpPr>
          <p:cNvPr id="21" name="Google Shape;21;p19"/>
          <p:cNvSpPr txBox="1"/>
          <p:nvPr>
            <p:ph type="ctrTitle"/>
          </p:nvPr>
        </p:nvSpPr>
        <p:spPr>
          <a:xfrm>
            <a:off x="533400" y="1371600"/>
            <a:ext cx="7851648" cy="1828800"/>
          </a:xfrm>
          <a:prstGeom prst="rect">
            <a:avLst/>
          </a:prstGeom>
          <a:noFill/>
          <a:ln>
            <a:noFill/>
          </a:ln>
        </p:spPr>
        <p:txBody>
          <a:bodyPr anchorCtr="0" anchor="b" bIns="0" lIns="0" spcFirstLastPara="1" rIns="18275" wrap="square" tIns="0">
            <a:normAutofit/>
          </a:bodyPr>
          <a:lstStyle>
            <a:lvl1pPr lvl="0" algn="r">
              <a:spcBef>
                <a:spcPts val="0"/>
              </a:spcBef>
              <a:spcAft>
                <a:spcPts val="0"/>
              </a:spcAft>
              <a:buClr>
                <a:srgbClr val="4CE0EA"/>
              </a:buClr>
              <a:buSzPts val="5600"/>
              <a:buFont typeface="Calibri"/>
              <a:buNone/>
              <a:defRPr b="1" sz="5600">
                <a:solidFill>
                  <a:srgbClr val="4CE0EA"/>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19"/>
          <p:cNvSpPr txBox="1"/>
          <p:nvPr>
            <p:ph idx="1" type="subTitle"/>
          </p:nvPr>
        </p:nvSpPr>
        <p:spPr>
          <a:xfrm>
            <a:off x="533400" y="3228536"/>
            <a:ext cx="7854696" cy="1752600"/>
          </a:xfrm>
          <a:prstGeom prst="rect">
            <a:avLst/>
          </a:prstGeom>
          <a:noFill/>
          <a:ln>
            <a:noFill/>
          </a:ln>
        </p:spPr>
        <p:txBody>
          <a:bodyPr anchorCtr="0" anchor="t" bIns="45700" lIns="0" spcFirstLastPara="1" rIns="18275" wrap="square" tIns="45700">
            <a:normAutofit/>
          </a:bodyPr>
          <a:lstStyle>
            <a:lvl1pPr lvl="0" marR="45720" algn="r">
              <a:spcBef>
                <a:spcPts val="520"/>
              </a:spcBef>
              <a:spcAft>
                <a:spcPts val="0"/>
              </a:spcAft>
              <a:buSzPts val="2470"/>
              <a:buNone/>
              <a:defRPr>
                <a:solidFill>
                  <a:schemeClr val="lt1"/>
                </a:solidFill>
              </a:defRPr>
            </a:lvl1pPr>
            <a:lvl2pPr lvl="1" algn="ctr">
              <a:spcBef>
                <a:spcPts val="360"/>
              </a:spcBef>
              <a:spcAft>
                <a:spcPts val="0"/>
              </a:spcAft>
              <a:buSzPts val="1530"/>
              <a:buNone/>
              <a:defRPr/>
            </a:lvl2pPr>
            <a:lvl3pPr lvl="2" algn="ctr">
              <a:spcBef>
                <a:spcPts val="360"/>
              </a:spcBef>
              <a:spcAft>
                <a:spcPts val="0"/>
              </a:spcAft>
              <a:buSzPts val="1260"/>
              <a:buNone/>
              <a:defRPr/>
            </a:lvl3pPr>
            <a:lvl4pPr lvl="3" algn="ctr">
              <a:spcBef>
                <a:spcPts val="360"/>
              </a:spcBef>
              <a:spcAft>
                <a:spcPts val="0"/>
              </a:spcAft>
              <a:buSzPts val="1170"/>
              <a:buNone/>
              <a:defRPr/>
            </a:lvl4pPr>
            <a:lvl5pPr lvl="4" algn="ctr">
              <a:spcBef>
                <a:spcPts val="360"/>
              </a:spcBef>
              <a:spcAft>
                <a:spcPts val="0"/>
              </a:spcAft>
              <a:buSzPts val="1170"/>
              <a:buNone/>
              <a:defRPr/>
            </a:lvl5pPr>
            <a:lvl6pPr lvl="5" algn="ctr">
              <a:spcBef>
                <a:spcPts val="360"/>
              </a:spcBef>
              <a:spcAft>
                <a:spcPts val="0"/>
              </a:spcAft>
              <a:buSzPts val="1440"/>
              <a:buNone/>
              <a:defRPr/>
            </a:lvl6pPr>
            <a:lvl7pPr lvl="6" algn="ctr">
              <a:spcBef>
                <a:spcPts val="360"/>
              </a:spcBef>
              <a:spcAft>
                <a:spcPts val="0"/>
              </a:spcAft>
              <a:buSzPts val="144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p:txBody>
      </p:sp>
      <p:sp>
        <p:nvSpPr>
          <p:cNvPr id="23" name="Google Shape;23;p19"/>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19"/>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7" name="Shape 37"/>
        <p:cNvGrpSpPr/>
        <p:nvPr/>
      </p:nvGrpSpPr>
      <p:grpSpPr>
        <a:xfrm>
          <a:off x="0" y="0"/>
          <a:ext cx="0" cy="0"/>
          <a:chOff x="0" y="0"/>
          <a:chExt cx="0" cy="0"/>
        </a:xfrm>
      </p:grpSpPr>
      <p:sp>
        <p:nvSpPr>
          <p:cNvPr id="38" name="Google Shape;38;p20"/>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20"/>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0" name="Google Shape;40;p20"/>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20"/>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2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gradFill>
          <a:gsLst>
            <a:gs pos="0">
              <a:srgbClr val="439FD7"/>
            </a:gs>
            <a:gs pos="25000">
              <a:srgbClr val="4397CA"/>
            </a:gs>
            <a:gs pos="100000">
              <a:srgbClr val="00466A"/>
            </a:gs>
          </a:gsLst>
          <a:path path="circle">
            <a:fillToRect b="50%" l="50%" r="50%" t="50%"/>
          </a:path>
          <a:tileRect/>
        </a:gradFill>
      </p:bgPr>
    </p:bg>
    <p:spTree>
      <p:nvGrpSpPr>
        <p:cNvPr id="43" name="Shape 43"/>
        <p:cNvGrpSpPr/>
        <p:nvPr/>
      </p:nvGrpSpPr>
      <p:grpSpPr>
        <a:xfrm>
          <a:off x="0" y="0"/>
          <a:ext cx="0" cy="0"/>
          <a:chOff x="0" y="0"/>
          <a:chExt cx="0" cy="0"/>
        </a:xfrm>
      </p:grpSpPr>
      <p:sp>
        <p:nvSpPr>
          <p:cNvPr id="44" name="Google Shape;44;p18"/>
          <p:cNvSpPr txBox="1"/>
          <p:nvPr>
            <p:ph type="ctrTitle"/>
          </p:nvPr>
        </p:nvSpPr>
        <p:spPr>
          <a:xfrm>
            <a:off x="533400" y="1371600"/>
            <a:ext cx="7851648" cy="1828800"/>
          </a:xfrm>
          <a:prstGeom prst="rect">
            <a:avLst/>
          </a:prstGeom>
          <a:noFill/>
          <a:ln>
            <a:noFill/>
          </a:ln>
        </p:spPr>
        <p:txBody>
          <a:bodyPr anchorCtr="0" anchor="b" bIns="0" lIns="0" spcFirstLastPara="1" rIns="18275" wrap="square" tIns="0">
            <a:normAutofit/>
          </a:bodyPr>
          <a:lstStyle>
            <a:lvl1pPr lvl="0" algn="r">
              <a:spcBef>
                <a:spcPts val="0"/>
              </a:spcBef>
              <a:spcAft>
                <a:spcPts val="0"/>
              </a:spcAft>
              <a:buClr>
                <a:srgbClr val="4CE0EA"/>
              </a:buClr>
              <a:buSzPts val="5600"/>
              <a:buFont typeface="Calibri"/>
              <a:buNone/>
              <a:defRPr b="1" sz="5600">
                <a:solidFill>
                  <a:srgbClr val="4CE0EA"/>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18"/>
          <p:cNvSpPr txBox="1"/>
          <p:nvPr>
            <p:ph idx="1" type="subTitle"/>
          </p:nvPr>
        </p:nvSpPr>
        <p:spPr>
          <a:xfrm>
            <a:off x="533400" y="3228536"/>
            <a:ext cx="7854696" cy="1752600"/>
          </a:xfrm>
          <a:prstGeom prst="rect">
            <a:avLst/>
          </a:prstGeom>
          <a:noFill/>
          <a:ln>
            <a:noFill/>
          </a:ln>
        </p:spPr>
        <p:txBody>
          <a:bodyPr anchorCtr="0" anchor="t" bIns="45700" lIns="0" spcFirstLastPara="1" rIns="18275" wrap="square" tIns="45700">
            <a:normAutofit/>
          </a:bodyPr>
          <a:lstStyle>
            <a:lvl1pPr lvl="0" marR="45720" algn="r">
              <a:spcBef>
                <a:spcPts val="520"/>
              </a:spcBef>
              <a:spcAft>
                <a:spcPts val="0"/>
              </a:spcAft>
              <a:buSzPts val="2470"/>
              <a:buNone/>
              <a:defRPr>
                <a:solidFill>
                  <a:schemeClr val="lt1"/>
                </a:solidFill>
              </a:defRPr>
            </a:lvl1pPr>
            <a:lvl2pPr lvl="1" algn="ctr">
              <a:spcBef>
                <a:spcPts val="360"/>
              </a:spcBef>
              <a:spcAft>
                <a:spcPts val="0"/>
              </a:spcAft>
              <a:buSzPts val="1530"/>
              <a:buNone/>
              <a:defRPr/>
            </a:lvl2pPr>
            <a:lvl3pPr lvl="2" algn="ctr">
              <a:spcBef>
                <a:spcPts val="360"/>
              </a:spcBef>
              <a:spcAft>
                <a:spcPts val="0"/>
              </a:spcAft>
              <a:buSzPts val="1260"/>
              <a:buNone/>
              <a:defRPr/>
            </a:lvl3pPr>
            <a:lvl4pPr lvl="3" algn="ctr">
              <a:spcBef>
                <a:spcPts val="360"/>
              </a:spcBef>
              <a:spcAft>
                <a:spcPts val="0"/>
              </a:spcAft>
              <a:buSzPts val="1170"/>
              <a:buNone/>
              <a:defRPr/>
            </a:lvl4pPr>
            <a:lvl5pPr lvl="4" algn="ctr">
              <a:spcBef>
                <a:spcPts val="360"/>
              </a:spcBef>
              <a:spcAft>
                <a:spcPts val="0"/>
              </a:spcAft>
              <a:buSzPts val="1170"/>
              <a:buNone/>
              <a:defRPr/>
            </a:lvl5pPr>
            <a:lvl6pPr lvl="5" algn="ctr">
              <a:spcBef>
                <a:spcPts val="360"/>
              </a:spcBef>
              <a:spcAft>
                <a:spcPts val="0"/>
              </a:spcAft>
              <a:buSzPts val="1440"/>
              <a:buNone/>
              <a:defRPr/>
            </a:lvl6pPr>
            <a:lvl7pPr lvl="6" algn="ctr">
              <a:spcBef>
                <a:spcPts val="360"/>
              </a:spcBef>
              <a:spcAft>
                <a:spcPts val="0"/>
              </a:spcAft>
              <a:buSzPts val="144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p:txBody>
      </p:sp>
      <p:sp>
        <p:nvSpPr>
          <p:cNvPr id="46" name="Google Shape;46;p18"/>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8"/>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gradFill>
          <a:gsLst>
            <a:gs pos="0">
              <a:srgbClr val="439FD7"/>
            </a:gs>
            <a:gs pos="25000">
              <a:srgbClr val="4397CA"/>
            </a:gs>
            <a:gs pos="100000">
              <a:srgbClr val="00466A"/>
            </a:gs>
          </a:gsLst>
          <a:path path="circle">
            <a:fillToRect b="50%" l="50%" r="50%" t="50%"/>
          </a:path>
          <a:tileRect/>
        </a:gradFill>
      </p:bgPr>
    </p:bg>
    <p:spTree>
      <p:nvGrpSpPr>
        <p:cNvPr id="49" name="Shape 49"/>
        <p:cNvGrpSpPr/>
        <p:nvPr/>
      </p:nvGrpSpPr>
      <p:grpSpPr>
        <a:xfrm>
          <a:off x="0" y="0"/>
          <a:ext cx="0" cy="0"/>
          <a:chOff x="0" y="0"/>
          <a:chExt cx="0" cy="0"/>
        </a:xfrm>
      </p:grpSpPr>
      <p:sp>
        <p:nvSpPr>
          <p:cNvPr id="50" name="Google Shape;50;p21"/>
          <p:cNvSpPr txBox="1"/>
          <p:nvPr>
            <p:ph type="title"/>
          </p:nvPr>
        </p:nvSpPr>
        <p:spPr>
          <a:xfrm>
            <a:off x="530352" y="1316736"/>
            <a:ext cx="7772400" cy="1362456"/>
          </a:xfrm>
          <a:prstGeom prst="rect">
            <a:avLst/>
          </a:prstGeom>
          <a:noFill/>
          <a:ln>
            <a:noFill/>
          </a:ln>
        </p:spPr>
        <p:txBody>
          <a:bodyPr anchorCtr="0" anchor="b" bIns="0" lIns="0" spcFirstLastPara="1" rIns="0" wrap="square" tIns="0">
            <a:noAutofit/>
          </a:bodyPr>
          <a:lstStyle>
            <a:lvl1pPr lvl="0" algn="l">
              <a:spcBef>
                <a:spcPts val="0"/>
              </a:spcBef>
              <a:spcAft>
                <a:spcPts val="0"/>
              </a:spcAft>
              <a:buClr>
                <a:srgbClr val="4AE3AC"/>
              </a:buClr>
              <a:buSzPts val="5600"/>
              <a:buFont typeface="Calibri"/>
              <a:buNone/>
              <a:defRPr b="1" sz="5600" cap="none">
                <a:solidFill>
                  <a:srgbClr val="4AE3AC"/>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1"/>
          <p:cNvSpPr txBox="1"/>
          <p:nvPr>
            <p:ph idx="1" type="body"/>
          </p:nvPr>
        </p:nvSpPr>
        <p:spPr>
          <a:xfrm>
            <a:off x="530352" y="2704664"/>
            <a:ext cx="7772400" cy="1509712"/>
          </a:xfrm>
          <a:prstGeom prst="rect">
            <a:avLst/>
          </a:prstGeom>
          <a:noFill/>
          <a:ln>
            <a:noFill/>
          </a:ln>
        </p:spPr>
        <p:txBody>
          <a:bodyPr anchorCtr="0" anchor="t" bIns="45700" lIns="45700" spcFirstLastPara="1" rIns="45700" wrap="square" tIns="45700">
            <a:normAutofit/>
          </a:bodyPr>
          <a:lstStyle>
            <a:lvl1pPr indent="-228600" lvl="0" marL="457200" algn="l">
              <a:spcBef>
                <a:spcPts val="440"/>
              </a:spcBef>
              <a:spcAft>
                <a:spcPts val="0"/>
              </a:spcAft>
              <a:buSzPts val="2090"/>
              <a:buNone/>
              <a:defRPr sz="2200">
                <a:solidFill>
                  <a:schemeClr val="lt1"/>
                </a:solidFill>
              </a:defRPr>
            </a:lvl1pPr>
            <a:lvl2pPr indent="-228600" lvl="1" marL="914400" algn="l">
              <a:spcBef>
                <a:spcPts val="360"/>
              </a:spcBef>
              <a:spcAft>
                <a:spcPts val="0"/>
              </a:spcAft>
              <a:buSzPts val="1530"/>
              <a:buNone/>
              <a:defRPr sz="1800">
                <a:solidFill>
                  <a:schemeClr val="lt1"/>
                </a:solidFill>
              </a:defRPr>
            </a:lvl2pPr>
            <a:lvl3pPr indent="-228600" lvl="2" marL="1371600" algn="l">
              <a:spcBef>
                <a:spcPts val="320"/>
              </a:spcBef>
              <a:spcAft>
                <a:spcPts val="0"/>
              </a:spcAft>
              <a:buSzPts val="1120"/>
              <a:buNone/>
              <a:defRPr sz="1600">
                <a:solidFill>
                  <a:schemeClr val="lt1"/>
                </a:solidFill>
              </a:defRPr>
            </a:lvl3pPr>
            <a:lvl4pPr indent="-228600" lvl="3" marL="1828800" algn="l">
              <a:spcBef>
                <a:spcPts val="280"/>
              </a:spcBef>
              <a:spcAft>
                <a:spcPts val="0"/>
              </a:spcAft>
              <a:buSzPts val="910"/>
              <a:buNone/>
              <a:defRPr sz="1400">
                <a:solidFill>
                  <a:schemeClr val="lt1"/>
                </a:solidFill>
              </a:defRPr>
            </a:lvl4pPr>
            <a:lvl5pPr indent="-228600" lvl="4" marL="2286000" algn="l">
              <a:spcBef>
                <a:spcPts val="280"/>
              </a:spcBef>
              <a:spcAft>
                <a:spcPts val="0"/>
              </a:spcAft>
              <a:buSzPts val="910"/>
              <a:buNone/>
              <a:defRPr sz="1400">
                <a:solidFill>
                  <a:schemeClr val="lt1"/>
                </a:solidFill>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2" name="Google Shape;52;p21"/>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1"/>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5" name="Shape 55"/>
        <p:cNvGrpSpPr/>
        <p:nvPr/>
      </p:nvGrpSpPr>
      <p:grpSpPr>
        <a:xfrm>
          <a:off x="0" y="0"/>
          <a:ext cx="0" cy="0"/>
          <a:chOff x="0" y="0"/>
          <a:chExt cx="0" cy="0"/>
        </a:xfrm>
      </p:grpSpPr>
      <p:sp>
        <p:nvSpPr>
          <p:cNvPr id="56" name="Google Shape;56;p22"/>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22"/>
          <p:cNvSpPr txBox="1"/>
          <p:nvPr>
            <p:ph idx="1" type="body"/>
          </p:nvPr>
        </p:nvSpPr>
        <p:spPr>
          <a:xfrm>
            <a:off x="457200" y="1920085"/>
            <a:ext cx="4038600" cy="4434840"/>
          </a:xfrm>
          <a:prstGeom prst="rect">
            <a:avLst/>
          </a:prstGeom>
          <a:noFill/>
          <a:ln>
            <a:noFill/>
          </a:ln>
        </p:spPr>
        <p:txBody>
          <a:bodyPr anchorCtr="0" anchor="t" bIns="45700" lIns="91425" spcFirstLastPara="1" rIns="91425" wrap="square" tIns="45700">
            <a:normAutofit/>
          </a:bodyPr>
          <a:lstStyle>
            <a:lvl1pPr indent="-385445" lvl="0" marL="457200" algn="l">
              <a:spcBef>
                <a:spcPts val="520"/>
              </a:spcBef>
              <a:spcAft>
                <a:spcPts val="0"/>
              </a:spcAft>
              <a:buSzPts val="2470"/>
              <a:buChar char="⚫"/>
              <a:defRPr sz="2600"/>
            </a:lvl1pPr>
            <a:lvl2pPr indent="-358140" lvl="1" marL="914400" algn="l">
              <a:spcBef>
                <a:spcPts val="480"/>
              </a:spcBef>
              <a:spcAft>
                <a:spcPts val="0"/>
              </a:spcAft>
              <a:buSzPts val="2040"/>
              <a:buChar char="⚫"/>
              <a:defRPr sz="2400"/>
            </a:lvl2pPr>
            <a:lvl3pPr indent="-317500" lvl="2" marL="1371600" algn="l">
              <a:spcBef>
                <a:spcPts val="400"/>
              </a:spcBef>
              <a:spcAft>
                <a:spcPts val="0"/>
              </a:spcAft>
              <a:buSzPts val="1400"/>
              <a:buChar char="⚫"/>
              <a:defRPr sz="2000"/>
            </a:lvl3pPr>
            <a:lvl4pPr indent="-302894" lvl="3" marL="1828800" algn="l">
              <a:spcBef>
                <a:spcPts val="360"/>
              </a:spcBef>
              <a:spcAft>
                <a:spcPts val="0"/>
              </a:spcAft>
              <a:buSzPts val="1170"/>
              <a:buChar char="⚫"/>
              <a:defRPr sz="18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8" name="Google Shape;58;p22"/>
          <p:cNvSpPr txBox="1"/>
          <p:nvPr>
            <p:ph idx="2" type="body"/>
          </p:nvPr>
        </p:nvSpPr>
        <p:spPr>
          <a:xfrm>
            <a:off x="4648200" y="1920085"/>
            <a:ext cx="4038600" cy="4434840"/>
          </a:xfrm>
          <a:prstGeom prst="rect">
            <a:avLst/>
          </a:prstGeom>
          <a:noFill/>
          <a:ln>
            <a:noFill/>
          </a:ln>
        </p:spPr>
        <p:txBody>
          <a:bodyPr anchorCtr="0" anchor="t" bIns="45700" lIns="91425" spcFirstLastPara="1" rIns="91425" wrap="square" tIns="45700">
            <a:normAutofit/>
          </a:bodyPr>
          <a:lstStyle>
            <a:lvl1pPr indent="-385445" lvl="0" marL="457200" algn="l">
              <a:spcBef>
                <a:spcPts val="520"/>
              </a:spcBef>
              <a:spcAft>
                <a:spcPts val="0"/>
              </a:spcAft>
              <a:buSzPts val="2470"/>
              <a:buChar char="⚫"/>
              <a:defRPr sz="2600"/>
            </a:lvl1pPr>
            <a:lvl2pPr indent="-358140" lvl="1" marL="914400" algn="l">
              <a:spcBef>
                <a:spcPts val="480"/>
              </a:spcBef>
              <a:spcAft>
                <a:spcPts val="0"/>
              </a:spcAft>
              <a:buSzPts val="2040"/>
              <a:buChar char="⚫"/>
              <a:defRPr sz="2400"/>
            </a:lvl2pPr>
            <a:lvl3pPr indent="-317500" lvl="2" marL="1371600" algn="l">
              <a:spcBef>
                <a:spcPts val="400"/>
              </a:spcBef>
              <a:spcAft>
                <a:spcPts val="0"/>
              </a:spcAft>
              <a:buSzPts val="1400"/>
              <a:buChar char="⚫"/>
              <a:defRPr sz="2000"/>
            </a:lvl3pPr>
            <a:lvl4pPr indent="-302894" lvl="3" marL="1828800" algn="l">
              <a:spcBef>
                <a:spcPts val="360"/>
              </a:spcBef>
              <a:spcAft>
                <a:spcPts val="0"/>
              </a:spcAft>
              <a:buSzPts val="1170"/>
              <a:buChar char="⚫"/>
              <a:defRPr sz="18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9" name="Google Shape;59;p22"/>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2"/>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2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2" name="Shape 62"/>
        <p:cNvGrpSpPr/>
        <p:nvPr/>
      </p:nvGrpSpPr>
      <p:grpSpPr>
        <a:xfrm>
          <a:off x="0" y="0"/>
          <a:ext cx="0" cy="0"/>
          <a:chOff x="0" y="0"/>
          <a:chExt cx="0" cy="0"/>
        </a:xfrm>
      </p:grpSpPr>
      <p:sp>
        <p:nvSpPr>
          <p:cNvPr id="63" name="Google Shape;63;p23"/>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50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23"/>
          <p:cNvSpPr txBox="1"/>
          <p:nvPr>
            <p:ph idx="1" type="body"/>
          </p:nvPr>
        </p:nvSpPr>
        <p:spPr>
          <a:xfrm>
            <a:off x="457200" y="1855248"/>
            <a:ext cx="4040188" cy="659352"/>
          </a:xfrm>
          <a:prstGeom prst="rect">
            <a:avLst/>
          </a:prstGeom>
          <a:noFill/>
          <a:ln>
            <a:noFill/>
          </a:ln>
        </p:spPr>
        <p:txBody>
          <a:bodyPr anchorCtr="0" anchor="ctr" bIns="0" lIns="45700" spcFirstLastPara="1" rIns="45700" wrap="square" tIns="0">
            <a:noAutofit/>
          </a:bodyPr>
          <a:lstStyle>
            <a:lvl1pPr indent="-228600" lvl="0" marL="457200" algn="l">
              <a:spcBef>
                <a:spcPts val="480"/>
              </a:spcBef>
              <a:spcAft>
                <a:spcPts val="0"/>
              </a:spcAft>
              <a:buSzPts val="2280"/>
              <a:buNone/>
              <a:defRPr b="1" sz="2400" cap="none">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260"/>
              <a:buNone/>
              <a:defRPr b="1" sz="1800"/>
            </a:lvl3pPr>
            <a:lvl4pPr indent="-228600" lvl="3" marL="1828800" algn="l">
              <a:spcBef>
                <a:spcPts val="320"/>
              </a:spcBef>
              <a:spcAft>
                <a:spcPts val="0"/>
              </a:spcAft>
              <a:buSzPts val="1040"/>
              <a:buNone/>
              <a:defRPr b="1" sz="1600"/>
            </a:lvl4pPr>
            <a:lvl5pPr indent="-228600" lvl="4" marL="2286000" algn="l">
              <a:spcBef>
                <a:spcPts val="320"/>
              </a:spcBef>
              <a:spcAft>
                <a:spcPts val="0"/>
              </a:spcAft>
              <a:buSzPts val="1040"/>
              <a:buNone/>
              <a:defRPr b="1"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5" name="Google Shape;65;p23"/>
          <p:cNvSpPr txBox="1"/>
          <p:nvPr>
            <p:ph idx="2" type="body"/>
          </p:nvPr>
        </p:nvSpPr>
        <p:spPr>
          <a:xfrm>
            <a:off x="4645025" y="1859757"/>
            <a:ext cx="4041775" cy="654843"/>
          </a:xfrm>
          <a:prstGeom prst="rect">
            <a:avLst/>
          </a:prstGeom>
          <a:noFill/>
          <a:ln>
            <a:noFill/>
          </a:ln>
        </p:spPr>
        <p:txBody>
          <a:bodyPr anchorCtr="0" anchor="ctr" bIns="0" lIns="45700" spcFirstLastPara="1" rIns="45700" wrap="square" tIns="0">
            <a:normAutofit/>
          </a:bodyPr>
          <a:lstStyle>
            <a:lvl1pPr indent="-228600" lvl="0" marL="457200" algn="l">
              <a:spcBef>
                <a:spcPts val="480"/>
              </a:spcBef>
              <a:spcAft>
                <a:spcPts val="0"/>
              </a:spcAft>
              <a:buSzPts val="2280"/>
              <a:buNone/>
              <a:defRPr b="1" sz="2400" cap="none">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260"/>
              <a:buNone/>
              <a:defRPr b="1" sz="1800"/>
            </a:lvl3pPr>
            <a:lvl4pPr indent="-228600" lvl="3" marL="1828800" algn="l">
              <a:spcBef>
                <a:spcPts val="320"/>
              </a:spcBef>
              <a:spcAft>
                <a:spcPts val="0"/>
              </a:spcAft>
              <a:buSzPts val="1040"/>
              <a:buNone/>
              <a:defRPr b="1" sz="1600"/>
            </a:lvl4pPr>
            <a:lvl5pPr indent="-228600" lvl="4" marL="2286000" algn="l">
              <a:spcBef>
                <a:spcPts val="320"/>
              </a:spcBef>
              <a:spcAft>
                <a:spcPts val="0"/>
              </a:spcAft>
              <a:buSzPts val="1040"/>
              <a:buNone/>
              <a:defRPr b="1"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6" name="Google Shape;66;p23"/>
          <p:cNvSpPr txBox="1"/>
          <p:nvPr>
            <p:ph idx="3" type="body"/>
          </p:nvPr>
        </p:nvSpPr>
        <p:spPr>
          <a:xfrm>
            <a:off x="457200" y="2514600"/>
            <a:ext cx="4040188" cy="3845720"/>
          </a:xfrm>
          <a:prstGeom prst="rect">
            <a:avLst/>
          </a:prstGeom>
          <a:noFill/>
          <a:ln>
            <a:noFill/>
          </a:ln>
        </p:spPr>
        <p:txBody>
          <a:bodyPr anchorCtr="0" anchor="t" bIns="45700" lIns="91425" spcFirstLastPara="1" rIns="91425" wrap="square" tIns="0">
            <a:normAutofit/>
          </a:bodyPr>
          <a:lstStyle>
            <a:lvl1pPr indent="-361315" lvl="0" marL="457200" algn="l">
              <a:spcBef>
                <a:spcPts val="440"/>
              </a:spcBef>
              <a:spcAft>
                <a:spcPts val="0"/>
              </a:spcAft>
              <a:buSzPts val="2090"/>
              <a:buChar char="⚫"/>
              <a:defRPr sz="2200"/>
            </a:lvl1pPr>
            <a:lvl2pPr indent="-336550" lvl="1" marL="914400" algn="l">
              <a:spcBef>
                <a:spcPts val="400"/>
              </a:spcBef>
              <a:spcAft>
                <a:spcPts val="0"/>
              </a:spcAft>
              <a:buSzPts val="1700"/>
              <a:buChar char="⚫"/>
              <a:defRPr sz="2000"/>
            </a:lvl2pPr>
            <a:lvl3pPr indent="-308610" lvl="2" marL="1371600" algn="l">
              <a:spcBef>
                <a:spcPts val="360"/>
              </a:spcBef>
              <a:spcAft>
                <a:spcPts val="0"/>
              </a:spcAft>
              <a:buSzPts val="1260"/>
              <a:buChar char="⚫"/>
              <a:defRPr sz="1800"/>
            </a:lvl3pPr>
            <a:lvl4pPr indent="-294639" lvl="3" marL="1828800" algn="l">
              <a:spcBef>
                <a:spcPts val="320"/>
              </a:spcBef>
              <a:spcAft>
                <a:spcPts val="0"/>
              </a:spcAft>
              <a:buSzPts val="1040"/>
              <a:buChar char="⚫"/>
              <a:defRPr sz="1600"/>
            </a:lvl4pPr>
            <a:lvl5pPr indent="-294639" lvl="4" marL="2286000" algn="l">
              <a:spcBef>
                <a:spcPts val="320"/>
              </a:spcBef>
              <a:spcAft>
                <a:spcPts val="0"/>
              </a:spcAft>
              <a:buSzPts val="1040"/>
              <a:buChar char="⚫"/>
              <a:defRPr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7" name="Google Shape;67;p23"/>
          <p:cNvSpPr txBox="1"/>
          <p:nvPr>
            <p:ph idx="4" type="body"/>
          </p:nvPr>
        </p:nvSpPr>
        <p:spPr>
          <a:xfrm>
            <a:off x="4645025" y="2514600"/>
            <a:ext cx="4041775" cy="3845720"/>
          </a:xfrm>
          <a:prstGeom prst="rect">
            <a:avLst/>
          </a:prstGeom>
          <a:noFill/>
          <a:ln>
            <a:noFill/>
          </a:ln>
        </p:spPr>
        <p:txBody>
          <a:bodyPr anchorCtr="0" anchor="t" bIns="45700" lIns="91425" spcFirstLastPara="1" rIns="91425" wrap="square" tIns="0">
            <a:normAutofit/>
          </a:bodyPr>
          <a:lstStyle>
            <a:lvl1pPr indent="-361315" lvl="0" marL="457200" algn="l">
              <a:spcBef>
                <a:spcPts val="440"/>
              </a:spcBef>
              <a:spcAft>
                <a:spcPts val="0"/>
              </a:spcAft>
              <a:buSzPts val="2090"/>
              <a:buChar char="⚫"/>
              <a:defRPr sz="2200"/>
            </a:lvl1pPr>
            <a:lvl2pPr indent="-336550" lvl="1" marL="914400" algn="l">
              <a:spcBef>
                <a:spcPts val="400"/>
              </a:spcBef>
              <a:spcAft>
                <a:spcPts val="0"/>
              </a:spcAft>
              <a:buSzPts val="1700"/>
              <a:buChar char="⚫"/>
              <a:defRPr sz="2000"/>
            </a:lvl2pPr>
            <a:lvl3pPr indent="-308610" lvl="2" marL="1371600" algn="l">
              <a:spcBef>
                <a:spcPts val="360"/>
              </a:spcBef>
              <a:spcAft>
                <a:spcPts val="0"/>
              </a:spcAft>
              <a:buSzPts val="1260"/>
              <a:buChar char="⚫"/>
              <a:defRPr sz="1800"/>
            </a:lvl3pPr>
            <a:lvl4pPr indent="-294639" lvl="3" marL="1828800" algn="l">
              <a:spcBef>
                <a:spcPts val="320"/>
              </a:spcBef>
              <a:spcAft>
                <a:spcPts val="0"/>
              </a:spcAft>
              <a:buSzPts val="1040"/>
              <a:buChar char="⚫"/>
              <a:defRPr sz="1600"/>
            </a:lvl4pPr>
            <a:lvl5pPr indent="-294639" lvl="4" marL="2286000" algn="l">
              <a:spcBef>
                <a:spcPts val="320"/>
              </a:spcBef>
              <a:spcAft>
                <a:spcPts val="0"/>
              </a:spcAft>
              <a:buSzPts val="1040"/>
              <a:buChar char="⚫"/>
              <a:defRPr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8" name="Google Shape;68;p23"/>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23"/>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1" name="Shape 71"/>
        <p:cNvGrpSpPr/>
        <p:nvPr/>
      </p:nvGrpSpPr>
      <p:grpSpPr>
        <a:xfrm>
          <a:off x="0" y="0"/>
          <a:ext cx="0" cy="0"/>
          <a:chOff x="0" y="0"/>
          <a:chExt cx="0" cy="0"/>
        </a:xfrm>
      </p:grpSpPr>
      <p:sp>
        <p:nvSpPr>
          <p:cNvPr id="72" name="Google Shape;72;p24"/>
          <p:cNvSpPr txBox="1"/>
          <p:nvPr>
            <p:ph type="title"/>
          </p:nvPr>
        </p:nvSpPr>
        <p:spPr>
          <a:xfrm>
            <a:off x="457200" y="704088"/>
            <a:ext cx="83058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5000"/>
              <a:buFont typeface="Calibri"/>
              <a:buNone/>
              <a:defRPr b="0" sz="50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24"/>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24"/>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2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6" name="Shape 76"/>
        <p:cNvGrpSpPr/>
        <p:nvPr/>
      </p:nvGrpSpPr>
      <p:grpSpPr>
        <a:xfrm>
          <a:off x="0" y="0"/>
          <a:ext cx="0" cy="0"/>
          <a:chOff x="0" y="0"/>
          <a:chExt cx="0" cy="0"/>
        </a:xfrm>
      </p:grpSpPr>
      <p:sp>
        <p:nvSpPr>
          <p:cNvPr id="77" name="Google Shape;77;p25"/>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5"/>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0" name="Shape 80"/>
        <p:cNvGrpSpPr/>
        <p:nvPr/>
      </p:nvGrpSpPr>
      <p:grpSpPr>
        <a:xfrm>
          <a:off x="0" y="0"/>
          <a:ext cx="0" cy="0"/>
          <a:chOff x="0" y="0"/>
          <a:chExt cx="0" cy="0"/>
        </a:xfrm>
      </p:grpSpPr>
      <p:sp>
        <p:nvSpPr>
          <p:cNvPr id="81" name="Google Shape;81;p26"/>
          <p:cNvSpPr txBox="1"/>
          <p:nvPr>
            <p:ph type="title"/>
          </p:nvPr>
        </p:nvSpPr>
        <p:spPr>
          <a:xfrm>
            <a:off x="685800" y="514352"/>
            <a:ext cx="2743200" cy="1162050"/>
          </a:xfrm>
          <a:prstGeom prst="rect">
            <a:avLst/>
          </a:prstGeom>
          <a:noFill/>
          <a:ln>
            <a:noFill/>
          </a:ln>
        </p:spPr>
        <p:txBody>
          <a:bodyPr anchorCtr="0" anchor="b" bIns="0" lIns="0" spcFirstLastPara="1" rIns="0" wrap="square" tIns="45700">
            <a:noAutofit/>
          </a:bodyPr>
          <a:lstStyle>
            <a:lvl1pPr lvl="0" algn="l">
              <a:spcBef>
                <a:spcPts val="0"/>
              </a:spcBef>
              <a:spcAft>
                <a:spcPts val="0"/>
              </a:spcAft>
              <a:buClr>
                <a:schemeClr val="dk2"/>
              </a:buClr>
              <a:buSzPts val="2600"/>
              <a:buFont typeface="Calibri"/>
              <a:buNone/>
              <a:defRPr b="0" sz="26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26"/>
          <p:cNvSpPr txBox="1"/>
          <p:nvPr>
            <p:ph idx="1" type="body"/>
          </p:nvPr>
        </p:nvSpPr>
        <p:spPr>
          <a:xfrm>
            <a:off x="685800" y="1676400"/>
            <a:ext cx="2743200" cy="4572000"/>
          </a:xfrm>
          <a:prstGeom prst="rect">
            <a:avLst/>
          </a:prstGeom>
          <a:noFill/>
          <a:ln>
            <a:noFill/>
          </a:ln>
        </p:spPr>
        <p:txBody>
          <a:bodyPr anchorCtr="0" anchor="t" bIns="45700" lIns="18275" spcFirstLastPara="1" rIns="18275" wrap="square" tIns="45700">
            <a:normAutofit/>
          </a:bodyPr>
          <a:lstStyle>
            <a:lvl1pPr indent="-228600" lvl="0" marL="457200" algn="l">
              <a:spcBef>
                <a:spcPts val="280"/>
              </a:spcBef>
              <a:spcAft>
                <a:spcPts val="0"/>
              </a:spcAft>
              <a:buSzPts val="1330"/>
              <a:buNone/>
              <a:defRPr sz="1400"/>
            </a:lvl1pPr>
            <a:lvl2pPr indent="-228600" lvl="1" marL="914400" algn="l">
              <a:spcBef>
                <a:spcPts val="240"/>
              </a:spcBef>
              <a:spcAft>
                <a:spcPts val="0"/>
              </a:spcAft>
              <a:buSzPts val="1020"/>
              <a:buNone/>
              <a:defRPr sz="1200"/>
            </a:lvl2pPr>
            <a:lvl3pPr indent="-228600" lvl="2" marL="1371600" algn="l">
              <a:spcBef>
                <a:spcPts val="200"/>
              </a:spcBef>
              <a:spcAft>
                <a:spcPts val="0"/>
              </a:spcAft>
              <a:buSzPts val="700"/>
              <a:buNone/>
              <a:defRPr sz="1000"/>
            </a:lvl3pPr>
            <a:lvl4pPr indent="-228600" lvl="3" marL="1828800" algn="l">
              <a:spcBef>
                <a:spcPts val="180"/>
              </a:spcBef>
              <a:spcAft>
                <a:spcPts val="0"/>
              </a:spcAft>
              <a:buSzPts val="585"/>
              <a:buNone/>
              <a:defRPr sz="900"/>
            </a:lvl4pPr>
            <a:lvl5pPr indent="-228600" lvl="4" marL="2286000" algn="l">
              <a:spcBef>
                <a:spcPts val="180"/>
              </a:spcBef>
              <a:spcAft>
                <a:spcPts val="0"/>
              </a:spcAft>
              <a:buSzPts val="585"/>
              <a:buNone/>
              <a:defRPr sz="9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3" name="Google Shape;83;p26"/>
          <p:cNvSpPr txBox="1"/>
          <p:nvPr>
            <p:ph idx="2" type="body"/>
          </p:nvPr>
        </p:nvSpPr>
        <p:spPr>
          <a:xfrm>
            <a:off x="3575050" y="1676400"/>
            <a:ext cx="5111750" cy="4572000"/>
          </a:xfrm>
          <a:prstGeom prst="rect">
            <a:avLst/>
          </a:prstGeom>
          <a:noFill/>
          <a:ln>
            <a:noFill/>
          </a:ln>
        </p:spPr>
        <p:txBody>
          <a:bodyPr anchorCtr="0" anchor="t" bIns="45700" lIns="91425" spcFirstLastPara="1" rIns="91425" wrap="square" tIns="0">
            <a:normAutofit/>
          </a:bodyPr>
          <a:lstStyle>
            <a:lvl1pPr indent="-397510" lvl="0" marL="457200" algn="l">
              <a:spcBef>
                <a:spcPts val="560"/>
              </a:spcBef>
              <a:spcAft>
                <a:spcPts val="0"/>
              </a:spcAft>
              <a:buSzPts val="2660"/>
              <a:buChar char="⚫"/>
              <a:defRPr sz="2800"/>
            </a:lvl1pPr>
            <a:lvl2pPr indent="-368935" lvl="1" marL="914400" algn="l">
              <a:spcBef>
                <a:spcPts val="520"/>
              </a:spcBef>
              <a:spcAft>
                <a:spcPts val="0"/>
              </a:spcAft>
              <a:buSzPts val="2210"/>
              <a:buChar char="⚫"/>
              <a:defRPr sz="2600"/>
            </a:lvl2pPr>
            <a:lvl3pPr indent="-335280" lvl="2" marL="1371600" algn="l">
              <a:spcBef>
                <a:spcPts val="480"/>
              </a:spcBef>
              <a:spcAft>
                <a:spcPts val="0"/>
              </a:spcAft>
              <a:buSzPts val="1680"/>
              <a:buChar char="⚫"/>
              <a:defRPr sz="2400"/>
            </a:lvl3pPr>
            <a:lvl4pPr indent="-311150" lvl="3" marL="1828800" algn="l">
              <a:spcBef>
                <a:spcPts val="400"/>
              </a:spcBef>
              <a:spcAft>
                <a:spcPts val="0"/>
              </a:spcAft>
              <a:buSzPts val="1300"/>
              <a:buChar char="⚫"/>
              <a:defRPr sz="20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4" name="Google Shape;84;p26"/>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26"/>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2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87" name="Shape 87"/>
        <p:cNvGrpSpPr/>
        <p:nvPr/>
      </p:nvGrpSpPr>
      <p:grpSpPr>
        <a:xfrm>
          <a:off x="0" y="0"/>
          <a:ext cx="0" cy="0"/>
          <a:chOff x="0" y="0"/>
          <a:chExt cx="0" cy="0"/>
        </a:xfrm>
      </p:grpSpPr>
      <p:sp>
        <p:nvSpPr>
          <p:cNvPr id="88" name="Google Shape;88;p27"/>
          <p:cNvSpPr/>
          <p:nvPr/>
        </p:nvSpPr>
        <p:spPr>
          <a:xfrm flipH="1" rot="-10380000">
            <a:off x="3165753" y="1108077"/>
            <a:ext cx="5257800" cy="4114800"/>
          </a:xfrm>
          <a:prstGeom prst="snipRoundRect">
            <a:avLst>
              <a:gd fmla="val 0" name="adj1"/>
              <a:gd fmla="val 3646" name="adj2"/>
            </a:avLst>
          </a:prstGeom>
          <a:solidFill>
            <a:srgbClr val="FFFFFF"/>
          </a:solidFill>
          <a:ln cap="rnd" cmpd="sng" w="9525">
            <a:solidFill>
              <a:srgbClr val="C0C0C0"/>
            </a:solidFill>
            <a:prstDash val="solid"/>
            <a:round/>
            <a:headEnd len="sm" w="sm" type="none"/>
            <a:tailEnd len="sm" w="sm" type="none"/>
          </a:ln>
          <a:effectLst>
            <a:outerShdw blurRad="63500" sx="98500" kx="100000" rotWithShape="0" algn="tl" dir="7500000" dist="38500" sy="100080">
              <a:srgbClr val="000000">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nstantia"/>
              <a:ea typeface="Constantia"/>
              <a:cs typeface="Constantia"/>
              <a:sym typeface="Constantia"/>
            </a:endParaRPr>
          </a:p>
        </p:txBody>
      </p:sp>
      <p:sp>
        <p:nvSpPr>
          <p:cNvPr id="89" name="Google Shape;89;p27"/>
          <p:cNvSpPr/>
          <p:nvPr/>
        </p:nvSpPr>
        <p:spPr>
          <a:xfrm flipH="1" rot="-10380000">
            <a:off x="8004134" y="5359769"/>
            <a:ext cx="155448" cy="155448"/>
          </a:xfrm>
          <a:prstGeom prst="rtTriangle">
            <a:avLst/>
          </a:prstGeom>
          <a:solidFill>
            <a:srgbClr val="FFFFFF"/>
          </a:solidFill>
          <a:ln cap="flat" cmpd="sng" w="12700">
            <a:solidFill>
              <a:srgbClr val="FFFFFF"/>
            </a:solidFill>
            <a:prstDash val="solid"/>
            <a:bevel/>
            <a:headEnd len="sm" w="sm" type="none"/>
            <a:tailEnd len="sm" w="sm" type="none"/>
          </a:ln>
          <a:effectLst>
            <a:outerShdw blurRad="19685" rotWithShape="0" algn="tl" dir="12900000" dist="6350">
              <a:srgbClr val="000000">
                <a:alpha val="46666"/>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nstantia"/>
              <a:ea typeface="Constantia"/>
              <a:cs typeface="Constantia"/>
              <a:sym typeface="Constantia"/>
            </a:endParaRPr>
          </a:p>
        </p:txBody>
      </p:sp>
      <p:sp>
        <p:nvSpPr>
          <p:cNvPr id="90" name="Google Shape;90;p27"/>
          <p:cNvSpPr txBox="1"/>
          <p:nvPr>
            <p:ph type="title"/>
          </p:nvPr>
        </p:nvSpPr>
        <p:spPr>
          <a:xfrm>
            <a:off x="609600" y="1176996"/>
            <a:ext cx="2212848" cy="1582621"/>
          </a:xfrm>
          <a:prstGeom prst="rect">
            <a:avLst/>
          </a:prstGeom>
          <a:noFill/>
          <a:ln>
            <a:noFill/>
          </a:ln>
        </p:spPr>
        <p:txBody>
          <a:bodyPr anchorCtr="0" anchor="b" bIns="45700" lIns="45700" spcFirstLastPara="1" rIns="45700" wrap="square" tIns="45700">
            <a:normAutofit/>
          </a:bodyPr>
          <a:lstStyle>
            <a:lvl1pPr lvl="0" algn="l">
              <a:spcBef>
                <a:spcPts val="0"/>
              </a:spcBef>
              <a:spcAft>
                <a:spcPts val="0"/>
              </a:spcAft>
              <a:buClr>
                <a:schemeClr val="dk2"/>
              </a:buClr>
              <a:buSzPts val="2000"/>
              <a:buFont typeface="Calibri"/>
              <a:buNone/>
              <a:defRPr b="1" sz="2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1" name="Google Shape;91;p27"/>
          <p:cNvSpPr txBox="1"/>
          <p:nvPr>
            <p:ph idx="1" type="body"/>
          </p:nvPr>
        </p:nvSpPr>
        <p:spPr>
          <a:xfrm>
            <a:off x="609600" y="2828785"/>
            <a:ext cx="2209800" cy="2179320"/>
          </a:xfrm>
          <a:prstGeom prst="rect">
            <a:avLst/>
          </a:prstGeom>
          <a:noFill/>
          <a:ln>
            <a:noFill/>
          </a:ln>
        </p:spPr>
        <p:txBody>
          <a:bodyPr anchorCtr="0" anchor="t" bIns="45700" lIns="64000" spcFirstLastPara="1" rIns="45700" wrap="square" tIns="45700">
            <a:normAutofit/>
          </a:bodyPr>
          <a:lstStyle>
            <a:lvl1pPr indent="-228600" lvl="0" marL="457200" algn="l">
              <a:spcBef>
                <a:spcPts val="250"/>
              </a:spcBef>
              <a:spcAft>
                <a:spcPts val="0"/>
              </a:spcAft>
              <a:buSzPts val="1235"/>
              <a:buFont typeface="Constantia"/>
              <a:buNone/>
              <a:defRPr sz="1300"/>
            </a:lvl1pPr>
            <a:lvl2pPr indent="-293369" lvl="1" marL="914400" algn="l">
              <a:spcBef>
                <a:spcPts val="240"/>
              </a:spcBef>
              <a:spcAft>
                <a:spcPts val="0"/>
              </a:spcAft>
              <a:buSzPts val="1020"/>
              <a:buChar char="⚫"/>
              <a:defRPr sz="1200"/>
            </a:lvl2pPr>
            <a:lvl3pPr indent="-273050" lvl="2" marL="1371600" algn="l">
              <a:spcBef>
                <a:spcPts val="200"/>
              </a:spcBef>
              <a:spcAft>
                <a:spcPts val="0"/>
              </a:spcAft>
              <a:buSzPts val="700"/>
              <a:buChar char="⚫"/>
              <a:defRPr sz="1000"/>
            </a:lvl3pPr>
            <a:lvl4pPr indent="-265747" lvl="3" marL="1828800" algn="l">
              <a:spcBef>
                <a:spcPts val="180"/>
              </a:spcBef>
              <a:spcAft>
                <a:spcPts val="0"/>
              </a:spcAft>
              <a:buSzPts val="585"/>
              <a:buChar char="⚫"/>
              <a:defRPr sz="900"/>
            </a:lvl4pPr>
            <a:lvl5pPr indent="-265747" lvl="4" marL="2286000" algn="l">
              <a:spcBef>
                <a:spcPts val="180"/>
              </a:spcBef>
              <a:spcAft>
                <a:spcPts val="0"/>
              </a:spcAft>
              <a:buSzPts val="585"/>
              <a:buChar char="⚫"/>
              <a:defRPr sz="9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2" name="Google Shape;92;p27"/>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27"/>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27"/>
          <p:cNvSpPr txBox="1"/>
          <p:nvPr>
            <p:ph idx="12" type="sldNum"/>
          </p:nvPr>
        </p:nvSpPr>
        <p:spPr>
          <a:xfrm>
            <a:off x="8077200" y="6356350"/>
            <a:ext cx="6096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5" name="Google Shape;95;p27"/>
          <p:cNvSpPr/>
          <p:nvPr>
            <p:ph idx="2" type="pic"/>
          </p:nvPr>
        </p:nvSpPr>
        <p:spPr>
          <a:xfrm rot="420000">
            <a:off x="3485793" y="1199517"/>
            <a:ext cx="4617720" cy="3931920"/>
          </a:xfrm>
          <a:prstGeom prst="rect">
            <a:avLst/>
          </a:prstGeom>
          <a:solidFill>
            <a:schemeClr val="lt2"/>
          </a:solidFill>
          <a:ln cap="rnd" cmpd="sng" w="9525">
            <a:solidFill>
              <a:srgbClr val="C0C0C0"/>
            </a:solidFill>
            <a:prstDash val="solid"/>
            <a:round/>
            <a:headEnd len="sm" w="sm" type="none"/>
            <a:tailEnd len="sm" w="sm" type="none"/>
          </a:ln>
        </p:spPr>
        <p:txBody>
          <a:bodyPr anchorCtr="0" anchor="t" bIns="45700" lIns="91425" spcFirstLastPara="1" rIns="91425" wrap="square" tIns="45700">
            <a:normAutofit/>
          </a:bodyPr>
          <a:lstStyle>
            <a:lvl1pPr lvl="0" marR="0" rtl="0" algn="l">
              <a:spcBef>
                <a:spcPts val="640"/>
              </a:spcBef>
              <a:spcAft>
                <a:spcPts val="0"/>
              </a:spcAft>
              <a:buClr>
                <a:schemeClr val="accent3"/>
              </a:buClr>
              <a:buSzPts val="3040"/>
              <a:buFont typeface="Noto Sans Symbols"/>
              <a:buNone/>
              <a:defRPr b="0" i="0" sz="3200" u="none" cap="none" strike="noStrike">
                <a:solidFill>
                  <a:schemeClr val="dk1"/>
                </a:solidFill>
                <a:latin typeface="Constantia"/>
                <a:ea typeface="Constantia"/>
                <a:cs typeface="Constantia"/>
                <a:sym typeface="Constantia"/>
              </a:defRPr>
            </a:lvl1pPr>
            <a:lvl2pPr lvl="1" marR="0" rtl="0" algn="l">
              <a:spcBef>
                <a:spcPts val="480"/>
              </a:spcBef>
              <a:spcAft>
                <a:spcPts val="0"/>
              </a:spcAft>
              <a:buClr>
                <a:schemeClr val="accent1"/>
              </a:buClr>
              <a:buSzPts val="2040"/>
              <a:buFont typeface="Noto Sans Symbols"/>
              <a:buChar char="⚫"/>
              <a:defRPr b="0" i="0" sz="2400" u="none" cap="none" strike="noStrike">
                <a:solidFill>
                  <a:schemeClr val="dk1"/>
                </a:solidFill>
                <a:latin typeface="Constantia"/>
                <a:ea typeface="Constantia"/>
                <a:cs typeface="Constantia"/>
                <a:sym typeface="Constantia"/>
              </a:defRPr>
            </a:lvl2pPr>
            <a:lvl3pPr lvl="2" marR="0" rtl="0" algn="l">
              <a:spcBef>
                <a:spcPts val="420"/>
              </a:spcBef>
              <a:spcAft>
                <a:spcPts val="0"/>
              </a:spcAft>
              <a:buClr>
                <a:schemeClr val="accent2"/>
              </a:buClr>
              <a:buSzPts val="1470"/>
              <a:buFont typeface="Noto Sans Symbols"/>
              <a:buChar char="⚫"/>
              <a:defRPr b="0" i="0" sz="2100" u="none" cap="none" strike="noStrike">
                <a:solidFill>
                  <a:schemeClr val="dk1"/>
                </a:solidFill>
                <a:latin typeface="Constantia"/>
                <a:ea typeface="Constantia"/>
                <a:cs typeface="Constantia"/>
                <a:sym typeface="Constantia"/>
              </a:defRPr>
            </a:lvl3pPr>
            <a:lvl4pPr lvl="3" marR="0" rtl="0" algn="l">
              <a:spcBef>
                <a:spcPts val="400"/>
              </a:spcBef>
              <a:spcAft>
                <a:spcPts val="0"/>
              </a:spcAft>
              <a:buClr>
                <a:schemeClr val="accent3"/>
              </a:buClr>
              <a:buSzPts val="1300"/>
              <a:buFont typeface="Noto Sans Symbols"/>
              <a:buChar char="⚫"/>
              <a:defRPr b="0" i="0" sz="2000" u="none" cap="none" strike="noStrike">
                <a:solidFill>
                  <a:schemeClr val="dk1"/>
                </a:solidFill>
                <a:latin typeface="Constantia"/>
                <a:ea typeface="Constantia"/>
                <a:cs typeface="Constantia"/>
                <a:sym typeface="Constantia"/>
              </a:defRPr>
            </a:lvl4pPr>
            <a:lvl5pPr lvl="4" marR="0" rtl="0" algn="l">
              <a:spcBef>
                <a:spcPts val="400"/>
              </a:spcBef>
              <a:spcAft>
                <a:spcPts val="0"/>
              </a:spcAft>
              <a:buClr>
                <a:schemeClr val="accent4"/>
              </a:buClr>
              <a:buSzPts val="1300"/>
              <a:buFont typeface="Noto Sans Symbols"/>
              <a:buChar char="⚫"/>
              <a:defRPr b="0" i="0" sz="2000" u="none" cap="none" strike="noStrike">
                <a:solidFill>
                  <a:schemeClr val="dk1"/>
                </a:solidFill>
                <a:latin typeface="Constantia"/>
                <a:ea typeface="Constantia"/>
                <a:cs typeface="Constantia"/>
                <a:sym typeface="Constantia"/>
              </a:defRPr>
            </a:lvl5pPr>
            <a:lvl6pPr lvl="5" marR="0" rtl="0" algn="l">
              <a:spcBef>
                <a:spcPts val="360"/>
              </a:spcBef>
              <a:spcAft>
                <a:spcPts val="0"/>
              </a:spcAft>
              <a:buClr>
                <a:schemeClr val="accent5"/>
              </a:buClr>
              <a:buSzPts val="1440"/>
              <a:buFont typeface="Noto Sans Symbols"/>
              <a:buChar char="⚫"/>
              <a:defRPr b="0" i="0" sz="1800" u="none" cap="none" strike="noStrike">
                <a:solidFill>
                  <a:schemeClr val="dk1"/>
                </a:solidFill>
                <a:latin typeface="Constantia"/>
                <a:ea typeface="Constantia"/>
                <a:cs typeface="Constantia"/>
                <a:sym typeface="Constantia"/>
              </a:defRPr>
            </a:lvl6pPr>
            <a:lvl7pPr lvl="6" marR="0" rtl="0" algn="l">
              <a:spcBef>
                <a:spcPts val="320"/>
              </a:spcBef>
              <a:spcAft>
                <a:spcPts val="0"/>
              </a:spcAft>
              <a:buClr>
                <a:schemeClr val="accent6"/>
              </a:buClr>
              <a:buSzPts val="1280"/>
              <a:buFont typeface="Noto Sans Symbols"/>
              <a:buChar char="⚫"/>
              <a:defRPr b="0" i="0" sz="1600" u="none" cap="none" strike="noStrike">
                <a:solidFill>
                  <a:schemeClr val="dk1"/>
                </a:solidFill>
                <a:latin typeface="Constantia"/>
                <a:ea typeface="Constantia"/>
                <a:cs typeface="Constantia"/>
                <a:sym typeface="Constantia"/>
              </a:defRPr>
            </a:lvl7pPr>
            <a:lvl8pPr lvl="7" marR="0" rtl="0" algn="l">
              <a:spcBef>
                <a:spcPts val="320"/>
              </a:spcBef>
              <a:spcAft>
                <a:spcPts val="0"/>
              </a:spcAft>
              <a:buClr>
                <a:schemeClr val="dk2"/>
              </a:buClr>
              <a:buSzPts val="1600"/>
              <a:buFont typeface="Constantia"/>
              <a:buChar char="•"/>
              <a:defRPr b="0" i="0" sz="1600" u="none" cap="none" strike="noStrike">
                <a:solidFill>
                  <a:schemeClr val="dk1"/>
                </a:solidFill>
                <a:latin typeface="Constantia"/>
                <a:ea typeface="Constantia"/>
                <a:cs typeface="Constantia"/>
                <a:sym typeface="Constantia"/>
              </a:defRPr>
            </a:lvl8pPr>
            <a:lvl9pPr lvl="8" marR="0" rtl="0" algn="l">
              <a:spcBef>
                <a:spcPts val="280"/>
              </a:spcBef>
              <a:spcAft>
                <a:spcPts val="0"/>
              </a:spcAft>
              <a:buClr>
                <a:schemeClr val="dk2"/>
              </a:buClr>
              <a:buSzPts val="1400"/>
              <a:buFont typeface="Constantia"/>
              <a:buChar char="•"/>
              <a:defRPr b="0" i="0" sz="1400" u="none" cap="none" strike="noStrike">
                <a:solidFill>
                  <a:schemeClr val="dk1"/>
                </a:solidFill>
                <a:latin typeface="Constantia"/>
                <a:ea typeface="Constantia"/>
                <a:cs typeface="Constantia"/>
                <a:sym typeface="Constantia"/>
              </a:defRPr>
            </a:lvl9pPr>
          </a:lstStyle>
          <a:p/>
        </p:txBody>
      </p:sp>
      <p:sp>
        <p:nvSpPr>
          <p:cNvPr id="96" name="Google Shape;96;p27"/>
          <p:cNvSpPr/>
          <p:nvPr/>
        </p:nvSpPr>
        <p:spPr>
          <a:xfrm flipH="1" rot="10800000">
            <a:off x="-9525" y="5816600"/>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97" name="Google Shape;97;p27"/>
          <p:cNvSpPr/>
          <p:nvPr/>
        </p:nvSpPr>
        <p:spPr>
          <a:xfrm flipH="1" rot="10800000">
            <a:off x="4381500" y="6219825"/>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8" name="Shape 98"/>
        <p:cNvGrpSpPr/>
        <p:nvPr/>
      </p:nvGrpSpPr>
      <p:grpSpPr>
        <a:xfrm>
          <a:off x="0" y="0"/>
          <a:ext cx="0" cy="0"/>
          <a:chOff x="0" y="0"/>
          <a:chExt cx="0" cy="0"/>
        </a:xfrm>
      </p:grpSpPr>
      <p:sp>
        <p:nvSpPr>
          <p:cNvPr id="99" name="Google Shape;99;p28"/>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0" name="Google Shape;100;p28"/>
          <p:cNvSpPr txBox="1"/>
          <p:nvPr>
            <p:ph idx="1" type="body"/>
          </p:nvPr>
        </p:nvSpPr>
        <p:spPr>
          <a:xfrm rot="5400000">
            <a:off x="2377440" y="15240"/>
            <a:ext cx="4389120" cy="822960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1" name="Google Shape;101;p28"/>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28"/>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2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4" name="Shape 104"/>
        <p:cNvGrpSpPr/>
        <p:nvPr/>
      </p:nvGrpSpPr>
      <p:grpSpPr>
        <a:xfrm>
          <a:off x="0" y="0"/>
          <a:ext cx="0" cy="0"/>
          <a:chOff x="0" y="0"/>
          <a:chExt cx="0" cy="0"/>
        </a:xfrm>
      </p:grpSpPr>
      <p:sp>
        <p:nvSpPr>
          <p:cNvPr id="105" name="Google Shape;105;p29"/>
          <p:cNvSpPr txBox="1"/>
          <p:nvPr>
            <p:ph type="title"/>
          </p:nvPr>
        </p:nvSpPr>
        <p:spPr>
          <a:xfrm rot="5400000">
            <a:off x="5052218" y="2491583"/>
            <a:ext cx="5211763" cy="20574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29"/>
          <p:cNvSpPr txBox="1"/>
          <p:nvPr>
            <p:ph idx="1" type="body"/>
          </p:nvPr>
        </p:nvSpPr>
        <p:spPr>
          <a:xfrm rot="5400000">
            <a:off x="861219" y="510383"/>
            <a:ext cx="5211763" cy="601980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7" name="Google Shape;107;p29"/>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29"/>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2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image" Target="../media/image13.png"/><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65000" ty="0" sy="65000"/>
        </a:blipFill>
      </p:bgPr>
    </p:bg>
    <p:spTree>
      <p:nvGrpSpPr>
        <p:cNvPr id="9" name="Shape 9"/>
        <p:cNvGrpSpPr/>
        <p:nvPr/>
      </p:nvGrpSpPr>
      <p:grpSpPr>
        <a:xfrm>
          <a:off x="0" y="0"/>
          <a:ext cx="0" cy="0"/>
          <a:chOff x="0" y="0"/>
          <a:chExt cx="0" cy="0"/>
        </a:xfrm>
      </p:grpSpPr>
      <p:sp>
        <p:nvSpPr>
          <p:cNvPr id="10" name="Google Shape;10;p17"/>
          <p:cNvSpPr/>
          <p:nvPr/>
        </p:nvSpPr>
        <p:spPr>
          <a:xfrm>
            <a:off x="-9525" y="-7144"/>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Constantia"/>
              <a:ea typeface="Constantia"/>
              <a:cs typeface="Constantia"/>
              <a:sym typeface="Constantia"/>
            </a:endParaRPr>
          </a:p>
        </p:txBody>
      </p:sp>
      <p:sp>
        <p:nvSpPr>
          <p:cNvPr id="11" name="Google Shape;11;p17"/>
          <p:cNvSpPr/>
          <p:nvPr/>
        </p:nvSpPr>
        <p:spPr>
          <a:xfrm>
            <a:off x="4381500" y="-7144"/>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Constantia"/>
              <a:ea typeface="Constantia"/>
              <a:cs typeface="Constantia"/>
              <a:sym typeface="Constantia"/>
            </a:endParaRPr>
          </a:p>
        </p:txBody>
      </p:sp>
      <p:sp>
        <p:nvSpPr>
          <p:cNvPr id="12" name="Google Shape;12;p17"/>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marR="0" rtl="0" algn="l">
              <a:spcBef>
                <a:spcPts val="0"/>
              </a:spcBef>
              <a:spcAft>
                <a:spcPts val="0"/>
              </a:spcAft>
              <a:buClr>
                <a:schemeClr val="lt2"/>
              </a:buClr>
              <a:buSzPts val="5000"/>
              <a:buFont typeface="Calibri"/>
              <a:buNone/>
              <a:defRPr b="0" i="0" sz="5000" u="none" cap="none" strike="noStrike">
                <a:solidFill>
                  <a:schemeClr val="lt2"/>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17"/>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lvl1pPr indent="-385445" lvl="0" marL="457200" marR="0" rtl="0" algn="l">
              <a:spcBef>
                <a:spcPts val="520"/>
              </a:spcBef>
              <a:spcAft>
                <a:spcPts val="0"/>
              </a:spcAft>
              <a:buClr>
                <a:schemeClr val="accent3"/>
              </a:buClr>
              <a:buSzPts val="2470"/>
              <a:buFont typeface="Noto Sans Symbols"/>
              <a:buChar char="⚫"/>
              <a:defRPr b="0" i="0" sz="2600" u="none" cap="none" strike="noStrike">
                <a:solidFill>
                  <a:schemeClr val="lt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lt1"/>
                </a:solidFill>
                <a:latin typeface="Constantia"/>
                <a:ea typeface="Constantia"/>
                <a:cs typeface="Constantia"/>
                <a:sym typeface="Constantia"/>
              </a:defRPr>
            </a:lvl2pPr>
            <a:lvl3pPr indent="-321944" lvl="2" marL="1371600" marR="0" rtl="0" algn="l">
              <a:spcBef>
                <a:spcPts val="420"/>
              </a:spcBef>
              <a:spcAft>
                <a:spcPts val="0"/>
              </a:spcAft>
              <a:buClr>
                <a:schemeClr val="accent2"/>
              </a:buClr>
              <a:buSzPts val="1470"/>
              <a:buFont typeface="Noto Sans Symbols"/>
              <a:buChar char="⚫"/>
              <a:defRPr b="0" i="0" sz="2100" u="none" cap="none" strike="noStrike">
                <a:solidFill>
                  <a:schemeClr val="lt1"/>
                </a:solidFill>
                <a:latin typeface="Constantia"/>
                <a:ea typeface="Constantia"/>
                <a:cs typeface="Constantia"/>
                <a:sym typeface="Constantia"/>
              </a:defRPr>
            </a:lvl3pPr>
            <a:lvl4pPr indent="-311150" lvl="3" marL="1828800" marR="0" rtl="0" algn="l">
              <a:spcBef>
                <a:spcPts val="400"/>
              </a:spcBef>
              <a:spcAft>
                <a:spcPts val="0"/>
              </a:spcAft>
              <a:buClr>
                <a:schemeClr val="accent3"/>
              </a:buClr>
              <a:buSzPts val="1300"/>
              <a:buFont typeface="Noto Sans Symbols"/>
              <a:buChar char="⚫"/>
              <a:defRPr b="0" i="0" sz="2000" u="none" cap="none" strike="noStrike">
                <a:solidFill>
                  <a:schemeClr val="lt1"/>
                </a:solidFill>
                <a:latin typeface="Constantia"/>
                <a:ea typeface="Constantia"/>
                <a:cs typeface="Constantia"/>
                <a:sym typeface="Constantia"/>
              </a:defRPr>
            </a:lvl4pPr>
            <a:lvl5pPr indent="-311150" lvl="4" marL="2286000" marR="0" rtl="0" algn="l">
              <a:spcBef>
                <a:spcPts val="400"/>
              </a:spcBef>
              <a:spcAft>
                <a:spcPts val="0"/>
              </a:spcAft>
              <a:buClr>
                <a:schemeClr val="accent4"/>
              </a:buClr>
              <a:buSzPts val="1300"/>
              <a:buFont typeface="Noto Sans Symbols"/>
              <a:buChar char="⚫"/>
              <a:defRPr b="0" i="0" sz="2000" u="none" cap="none" strike="noStrike">
                <a:solidFill>
                  <a:schemeClr val="lt1"/>
                </a:solidFill>
                <a:latin typeface="Constantia"/>
                <a:ea typeface="Constantia"/>
                <a:cs typeface="Constantia"/>
                <a:sym typeface="Constantia"/>
              </a:defRPr>
            </a:lvl5pPr>
            <a:lvl6pPr indent="-320039" lvl="5" marL="2743200" marR="0" rtl="0" algn="l">
              <a:spcBef>
                <a:spcPts val="360"/>
              </a:spcBef>
              <a:spcAft>
                <a:spcPts val="0"/>
              </a:spcAft>
              <a:buClr>
                <a:schemeClr val="accent5"/>
              </a:buClr>
              <a:buSzPts val="1440"/>
              <a:buFont typeface="Noto Sans Symbols"/>
              <a:buChar char="⚫"/>
              <a:defRPr b="0" i="0" sz="1800" u="none" cap="none" strike="noStrike">
                <a:solidFill>
                  <a:schemeClr val="lt1"/>
                </a:solidFill>
                <a:latin typeface="Constantia"/>
                <a:ea typeface="Constantia"/>
                <a:cs typeface="Constantia"/>
                <a:sym typeface="Constantia"/>
              </a:defRPr>
            </a:lvl6pPr>
            <a:lvl7pPr indent="-309879" lvl="6" marL="3200400" marR="0" rtl="0" algn="l">
              <a:spcBef>
                <a:spcPts val="320"/>
              </a:spcBef>
              <a:spcAft>
                <a:spcPts val="0"/>
              </a:spcAft>
              <a:buClr>
                <a:schemeClr val="accent6"/>
              </a:buClr>
              <a:buSzPts val="1280"/>
              <a:buFont typeface="Noto Sans Symbols"/>
              <a:buChar char="⚫"/>
              <a:defRPr b="0" i="0" sz="1600" u="none" cap="none" strike="noStrike">
                <a:solidFill>
                  <a:schemeClr val="lt1"/>
                </a:solidFill>
                <a:latin typeface="Constantia"/>
                <a:ea typeface="Constantia"/>
                <a:cs typeface="Constantia"/>
                <a:sym typeface="Constantia"/>
              </a:defRPr>
            </a:lvl7pPr>
            <a:lvl8pPr indent="-330200" lvl="7" marL="3657600" marR="0" rtl="0" algn="l">
              <a:spcBef>
                <a:spcPts val="320"/>
              </a:spcBef>
              <a:spcAft>
                <a:spcPts val="0"/>
              </a:spcAft>
              <a:buClr>
                <a:schemeClr val="lt2"/>
              </a:buClr>
              <a:buSzPts val="1600"/>
              <a:buFont typeface="Constantia"/>
              <a:buChar char="•"/>
              <a:defRPr b="0" i="0" sz="1600" u="none" cap="none" strike="noStrike">
                <a:solidFill>
                  <a:schemeClr val="lt1"/>
                </a:solidFill>
                <a:latin typeface="Constantia"/>
                <a:ea typeface="Constantia"/>
                <a:cs typeface="Constantia"/>
                <a:sym typeface="Constantia"/>
              </a:defRPr>
            </a:lvl8pPr>
            <a:lvl9pPr indent="-317500" lvl="8" marL="4114800" marR="0" rtl="0" algn="l">
              <a:spcBef>
                <a:spcPts val="280"/>
              </a:spcBef>
              <a:spcAft>
                <a:spcPts val="0"/>
              </a:spcAft>
              <a:buClr>
                <a:schemeClr val="lt2"/>
              </a:buClr>
              <a:buSzPts val="1400"/>
              <a:buFont typeface="Constantia"/>
              <a:buChar char="•"/>
              <a:defRPr b="0" i="0" sz="1400" u="none" cap="none" strike="noStrike">
                <a:solidFill>
                  <a:schemeClr val="lt1"/>
                </a:solidFill>
                <a:latin typeface="Constantia"/>
                <a:ea typeface="Constantia"/>
                <a:cs typeface="Constantia"/>
                <a:sym typeface="Constantia"/>
              </a:defRPr>
            </a:lvl9pPr>
          </a:lstStyle>
          <a:p/>
        </p:txBody>
      </p:sp>
      <p:sp>
        <p:nvSpPr>
          <p:cNvPr id="14" name="Google Shape;14;p17"/>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1200" u="none" cap="none" strike="noStrike">
                <a:solidFill>
                  <a:srgbClr val="D0E9ED"/>
                </a:solidFill>
                <a:latin typeface="Constantia"/>
                <a:ea typeface="Constantia"/>
                <a:cs typeface="Constantia"/>
                <a:sym typeface="Constantia"/>
              </a:defRPr>
            </a:lvl1pPr>
            <a:lvl2pPr lvl="1"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2pPr>
            <a:lvl3pPr lvl="2"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3pPr>
            <a:lvl4pPr lvl="3"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4pPr>
            <a:lvl5pPr lvl="4"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5pPr>
            <a:lvl6pPr lvl="5"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6pPr>
            <a:lvl7pPr lvl="6"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7pPr>
            <a:lvl8pPr lvl="7"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8pPr>
            <a:lvl9pPr lvl="8"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9pPr>
          </a:lstStyle>
          <a:p/>
        </p:txBody>
      </p:sp>
      <p:sp>
        <p:nvSpPr>
          <p:cNvPr id="15" name="Google Shape;15;p17"/>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1200" u="none" cap="none" strike="noStrike">
                <a:solidFill>
                  <a:srgbClr val="D0E9ED"/>
                </a:solidFill>
                <a:latin typeface="Constantia"/>
                <a:ea typeface="Constantia"/>
                <a:cs typeface="Constantia"/>
                <a:sym typeface="Constantia"/>
              </a:defRPr>
            </a:lvl1pPr>
            <a:lvl2pPr lvl="1"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2pPr>
            <a:lvl3pPr lvl="2"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3pPr>
            <a:lvl4pPr lvl="3"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4pPr>
            <a:lvl5pPr lvl="4"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5pPr>
            <a:lvl6pPr lvl="5"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6pPr>
            <a:lvl7pPr lvl="6"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7pPr>
            <a:lvl8pPr lvl="7"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8pPr>
            <a:lvl9pPr lvl="8"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9pPr>
          </a:lstStyle>
          <a:p/>
        </p:txBody>
      </p:sp>
      <p:sp>
        <p:nvSpPr>
          <p:cNvPr id="16" name="Google Shape;16;p1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rtl="0" algn="r">
              <a:spcBef>
                <a:spcPts val="0"/>
              </a:spcBef>
              <a:buNone/>
              <a:defRPr b="0" i="0" sz="1200" u="none" cap="none" strike="noStrike">
                <a:solidFill>
                  <a:srgbClr val="D0E9ED"/>
                </a:solidFill>
                <a:latin typeface="Constantia"/>
                <a:ea typeface="Constantia"/>
                <a:cs typeface="Constantia"/>
                <a:sym typeface="Constantia"/>
              </a:defRPr>
            </a:lvl1pPr>
            <a:lvl2pPr indent="0" lvl="1" marL="0" marR="0" rtl="0" algn="r">
              <a:spcBef>
                <a:spcPts val="0"/>
              </a:spcBef>
              <a:buNone/>
              <a:defRPr b="0" i="0" sz="1200" u="none" cap="none" strike="noStrike">
                <a:solidFill>
                  <a:srgbClr val="D0E9ED"/>
                </a:solidFill>
                <a:latin typeface="Constantia"/>
                <a:ea typeface="Constantia"/>
                <a:cs typeface="Constantia"/>
                <a:sym typeface="Constantia"/>
              </a:defRPr>
            </a:lvl2pPr>
            <a:lvl3pPr indent="0" lvl="2" marL="0" marR="0" rtl="0" algn="r">
              <a:spcBef>
                <a:spcPts val="0"/>
              </a:spcBef>
              <a:buNone/>
              <a:defRPr b="0" i="0" sz="1200" u="none" cap="none" strike="noStrike">
                <a:solidFill>
                  <a:srgbClr val="D0E9ED"/>
                </a:solidFill>
                <a:latin typeface="Constantia"/>
                <a:ea typeface="Constantia"/>
                <a:cs typeface="Constantia"/>
                <a:sym typeface="Constantia"/>
              </a:defRPr>
            </a:lvl3pPr>
            <a:lvl4pPr indent="0" lvl="3" marL="0" marR="0" rtl="0" algn="r">
              <a:spcBef>
                <a:spcPts val="0"/>
              </a:spcBef>
              <a:buNone/>
              <a:defRPr b="0" i="0" sz="1200" u="none" cap="none" strike="noStrike">
                <a:solidFill>
                  <a:srgbClr val="D0E9ED"/>
                </a:solidFill>
                <a:latin typeface="Constantia"/>
                <a:ea typeface="Constantia"/>
                <a:cs typeface="Constantia"/>
                <a:sym typeface="Constantia"/>
              </a:defRPr>
            </a:lvl4pPr>
            <a:lvl5pPr indent="0" lvl="4" marL="0" marR="0" rtl="0" algn="r">
              <a:spcBef>
                <a:spcPts val="0"/>
              </a:spcBef>
              <a:buNone/>
              <a:defRPr b="0" i="0" sz="1200" u="none" cap="none" strike="noStrike">
                <a:solidFill>
                  <a:srgbClr val="D0E9ED"/>
                </a:solidFill>
                <a:latin typeface="Constantia"/>
                <a:ea typeface="Constantia"/>
                <a:cs typeface="Constantia"/>
                <a:sym typeface="Constantia"/>
              </a:defRPr>
            </a:lvl5pPr>
            <a:lvl6pPr indent="0" lvl="5" marL="0" marR="0" rtl="0" algn="r">
              <a:spcBef>
                <a:spcPts val="0"/>
              </a:spcBef>
              <a:buNone/>
              <a:defRPr b="0" i="0" sz="1200" u="none" cap="none" strike="noStrike">
                <a:solidFill>
                  <a:srgbClr val="D0E9ED"/>
                </a:solidFill>
                <a:latin typeface="Constantia"/>
                <a:ea typeface="Constantia"/>
                <a:cs typeface="Constantia"/>
                <a:sym typeface="Constantia"/>
              </a:defRPr>
            </a:lvl6pPr>
            <a:lvl7pPr indent="0" lvl="6" marL="0" marR="0" rtl="0" algn="r">
              <a:spcBef>
                <a:spcPts val="0"/>
              </a:spcBef>
              <a:buNone/>
              <a:defRPr b="0" i="0" sz="1200" u="none" cap="none" strike="noStrike">
                <a:solidFill>
                  <a:srgbClr val="D0E9ED"/>
                </a:solidFill>
                <a:latin typeface="Constantia"/>
                <a:ea typeface="Constantia"/>
                <a:cs typeface="Constantia"/>
                <a:sym typeface="Constantia"/>
              </a:defRPr>
            </a:lvl7pPr>
            <a:lvl8pPr indent="0" lvl="7" marL="0" marR="0" rtl="0" algn="r">
              <a:spcBef>
                <a:spcPts val="0"/>
              </a:spcBef>
              <a:buNone/>
              <a:defRPr b="0" i="0" sz="1200" u="none" cap="none" strike="noStrike">
                <a:solidFill>
                  <a:srgbClr val="D0E9ED"/>
                </a:solidFill>
                <a:latin typeface="Constantia"/>
                <a:ea typeface="Constantia"/>
                <a:cs typeface="Constantia"/>
                <a:sym typeface="Constantia"/>
              </a:defRPr>
            </a:lvl8pPr>
            <a:lvl9pPr indent="0" lvl="8" marL="0" marR="0" rtl="0" algn="r">
              <a:spcBef>
                <a:spcPts val="0"/>
              </a:spcBef>
              <a:buNone/>
              <a:defRPr b="0" i="0" sz="1200" u="none" cap="none" strike="noStrike">
                <a:solidFill>
                  <a:srgbClr val="D0E9ED"/>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grpSp>
        <p:nvGrpSpPr>
          <p:cNvPr id="17" name="Google Shape;17;p17"/>
          <p:cNvGrpSpPr/>
          <p:nvPr/>
        </p:nvGrpSpPr>
        <p:grpSpPr>
          <a:xfrm>
            <a:off x="-29294" y="-16113"/>
            <a:ext cx="9198255" cy="1086266"/>
            <a:chOff x="-29322" y="-1971"/>
            <a:chExt cx="9198255" cy="1086266"/>
          </a:xfrm>
        </p:grpSpPr>
        <p:sp>
          <p:nvSpPr>
            <p:cNvPr id="18" name="Google Shape;18;p17"/>
            <p:cNvSpPr/>
            <p:nvPr/>
          </p:nvSpPr>
          <p:spPr>
            <a:xfrm rot="-164308">
              <a:off x="-19045" y="216550"/>
              <a:ext cx="9163050" cy="649224"/>
            </a:xfrm>
            <a:custGeom>
              <a:rect b="b" l="l" r="r" t="t"/>
              <a:pathLst>
                <a:path extrusionOk="0" h="1055" w="5772">
                  <a:moveTo>
                    <a:pt x="0" y="966"/>
                  </a:moveTo>
                  <a:cubicBezTo>
                    <a:pt x="282" y="738"/>
                    <a:pt x="923" y="275"/>
                    <a:pt x="1608" y="282"/>
                  </a:cubicBezTo>
                  <a:cubicBezTo>
                    <a:pt x="2293" y="289"/>
                    <a:pt x="3416" y="1055"/>
                    <a:pt x="4110" y="1008"/>
                  </a:cubicBezTo>
                  <a:cubicBezTo>
                    <a:pt x="4804" y="961"/>
                    <a:pt x="5426" y="210"/>
                    <a:pt x="5772" y="0"/>
                  </a:cubicBezTo>
                </a:path>
              </a:pathLst>
            </a:custGeom>
            <a:noFill/>
            <a:ln cap="flat" cmpd="sng" w="10775">
              <a:solidFill>
                <a:srgbClr val="09B6B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nstantia"/>
                <a:ea typeface="Constantia"/>
                <a:cs typeface="Constantia"/>
                <a:sym typeface="Constantia"/>
              </a:endParaRPr>
            </a:p>
          </p:txBody>
        </p:sp>
        <p:sp>
          <p:nvSpPr>
            <p:cNvPr id="19" name="Google Shape;19;p17"/>
            <p:cNvSpPr/>
            <p:nvPr/>
          </p:nvSpPr>
          <p:spPr>
            <a:xfrm rot="-164308">
              <a:off x="-14309" y="290003"/>
              <a:ext cx="9175812" cy="530352"/>
            </a:xfrm>
            <a:custGeom>
              <a:rect b="b" l="l" r="r" t="t"/>
              <a:pathLst>
                <a:path extrusionOk="0" h="854" w="5766">
                  <a:moveTo>
                    <a:pt x="0" y="732"/>
                  </a:moveTo>
                  <a:cubicBezTo>
                    <a:pt x="273" y="647"/>
                    <a:pt x="951" y="214"/>
                    <a:pt x="1638" y="228"/>
                  </a:cubicBezTo>
                  <a:cubicBezTo>
                    <a:pt x="2325" y="242"/>
                    <a:pt x="3434" y="854"/>
                    <a:pt x="4122" y="816"/>
                  </a:cubicBezTo>
                  <a:cubicBezTo>
                    <a:pt x="4810" y="778"/>
                    <a:pt x="5424" y="170"/>
                    <a:pt x="5766" y="0"/>
                  </a:cubicBezTo>
                </a:path>
              </a:pathLst>
            </a:custGeom>
            <a:no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nstantia"/>
                <a:ea typeface="Constantia"/>
                <a:cs typeface="Constantia"/>
                <a:sym typeface="Constantia"/>
              </a:endParaRPr>
            </a:p>
          </p:txBody>
        </p:sp>
      </p:grpSp>
    </p:spTree>
  </p:cSld>
  <p:clrMap accent1="accent1" accent2="accent2" accent3="accent3" accent4="accent4" accent5="accent5" accent6="accent6" bg1="lt1" bg2="dk2" tx1="dk1" tx2="lt2" folHlink="folHlink" hlink="hlink"/>
  <p:sldLayoutIdLst>
    <p:sldLayoutId id="2147483649"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65000" ty="0" sy="65000"/>
        </a:blipFill>
      </p:bgPr>
    </p:bg>
    <p:spTree>
      <p:nvGrpSpPr>
        <p:cNvPr id="26" name="Shape 26"/>
        <p:cNvGrpSpPr/>
        <p:nvPr/>
      </p:nvGrpSpPr>
      <p:grpSpPr>
        <a:xfrm>
          <a:off x="0" y="0"/>
          <a:ext cx="0" cy="0"/>
          <a:chOff x="0" y="0"/>
          <a:chExt cx="0" cy="0"/>
        </a:xfrm>
      </p:grpSpPr>
      <p:sp>
        <p:nvSpPr>
          <p:cNvPr id="27" name="Google Shape;27;p16"/>
          <p:cNvSpPr/>
          <p:nvPr/>
        </p:nvSpPr>
        <p:spPr>
          <a:xfrm>
            <a:off x="-9525" y="-7144"/>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8" name="Google Shape;28;p16"/>
          <p:cNvSpPr/>
          <p:nvPr/>
        </p:nvSpPr>
        <p:spPr>
          <a:xfrm>
            <a:off x="4381500" y="-7144"/>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9" name="Google Shape;29;p16"/>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marR="0" rtl="0" algn="l">
              <a:spcBef>
                <a:spcPts val="0"/>
              </a:spcBef>
              <a:spcAft>
                <a:spcPts val="0"/>
              </a:spcAft>
              <a:buClr>
                <a:schemeClr val="dk2"/>
              </a:buClr>
              <a:buSzPts val="5000"/>
              <a:buFont typeface="Calibri"/>
              <a:buNone/>
              <a:defRPr b="0" i="0" sz="5000" u="none" cap="none" strike="noStrike">
                <a:solidFill>
                  <a:schemeClr val="dk2"/>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0" name="Google Shape;30;p16"/>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lvl1pPr indent="-385445" lvl="0" marL="457200" marR="0" rtl="0" algn="l">
              <a:spcBef>
                <a:spcPts val="520"/>
              </a:spcBef>
              <a:spcAft>
                <a:spcPts val="0"/>
              </a:spcAft>
              <a:buClr>
                <a:schemeClr val="accent3"/>
              </a:buClr>
              <a:buSzPts val="2470"/>
              <a:buFont typeface="Noto Sans Symbols"/>
              <a:buChar char="⚫"/>
              <a:defRPr b="0" i="0" sz="2600" u="none" cap="none" strike="noStrike">
                <a:solidFill>
                  <a:schemeClr val="dk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dk1"/>
                </a:solidFill>
                <a:latin typeface="Constantia"/>
                <a:ea typeface="Constantia"/>
                <a:cs typeface="Constantia"/>
                <a:sym typeface="Constantia"/>
              </a:defRPr>
            </a:lvl2pPr>
            <a:lvl3pPr indent="-321944" lvl="2" marL="1371600" marR="0" rtl="0" algn="l">
              <a:spcBef>
                <a:spcPts val="420"/>
              </a:spcBef>
              <a:spcAft>
                <a:spcPts val="0"/>
              </a:spcAft>
              <a:buClr>
                <a:schemeClr val="accent2"/>
              </a:buClr>
              <a:buSzPts val="1470"/>
              <a:buFont typeface="Noto Sans Symbols"/>
              <a:buChar char="⚫"/>
              <a:defRPr b="0" i="0" sz="2100" u="none" cap="none" strike="noStrike">
                <a:solidFill>
                  <a:schemeClr val="dk1"/>
                </a:solidFill>
                <a:latin typeface="Constantia"/>
                <a:ea typeface="Constantia"/>
                <a:cs typeface="Constantia"/>
                <a:sym typeface="Constantia"/>
              </a:defRPr>
            </a:lvl3pPr>
            <a:lvl4pPr indent="-311150" lvl="3" marL="1828800" marR="0" rtl="0" algn="l">
              <a:spcBef>
                <a:spcPts val="400"/>
              </a:spcBef>
              <a:spcAft>
                <a:spcPts val="0"/>
              </a:spcAft>
              <a:buClr>
                <a:schemeClr val="accent3"/>
              </a:buClr>
              <a:buSzPts val="1300"/>
              <a:buFont typeface="Noto Sans Symbols"/>
              <a:buChar char="⚫"/>
              <a:defRPr b="0" i="0" sz="2000" u="none" cap="none" strike="noStrike">
                <a:solidFill>
                  <a:schemeClr val="dk1"/>
                </a:solidFill>
                <a:latin typeface="Constantia"/>
                <a:ea typeface="Constantia"/>
                <a:cs typeface="Constantia"/>
                <a:sym typeface="Constantia"/>
              </a:defRPr>
            </a:lvl4pPr>
            <a:lvl5pPr indent="-311150" lvl="4" marL="2286000" marR="0" rtl="0" algn="l">
              <a:spcBef>
                <a:spcPts val="400"/>
              </a:spcBef>
              <a:spcAft>
                <a:spcPts val="0"/>
              </a:spcAft>
              <a:buClr>
                <a:schemeClr val="accent4"/>
              </a:buClr>
              <a:buSzPts val="1300"/>
              <a:buFont typeface="Noto Sans Symbols"/>
              <a:buChar char="⚫"/>
              <a:defRPr b="0" i="0" sz="2000" u="none" cap="none" strike="noStrike">
                <a:solidFill>
                  <a:schemeClr val="dk1"/>
                </a:solidFill>
                <a:latin typeface="Constantia"/>
                <a:ea typeface="Constantia"/>
                <a:cs typeface="Constantia"/>
                <a:sym typeface="Constantia"/>
              </a:defRPr>
            </a:lvl5pPr>
            <a:lvl6pPr indent="-320039" lvl="5" marL="2743200" marR="0" rtl="0" algn="l">
              <a:spcBef>
                <a:spcPts val="360"/>
              </a:spcBef>
              <a:spcAft>
                <a:spcPts val="0"/>
              </a:spcAft>
              <a:buClr>
                <a:schemeClr val="accent5"/>
              </a:buClr>
              <a:buSzPts val="1440"/>
              <a:buFont typeface="Noto Sans Symbols"/>
              <a:buChar char="⚫"/>
              <a:defRPr b="0" i="0" sz="1800" u="none" cap="none" strike="noStrike">
                <a:solidFill>
                  <a:schemeClr val="dk1"/>
                </a:solidFill>
                <a:latin typeface="Constantia"/>
                <a:ea typeface="Constantia"/>
                <a:cs typeface="Constantia"/>
                <a:sym typeface="Constantia"/>
              </a:defRPr>
            </a:lvl6pPr>
            <a:lvl7pPr indent="-309879" lvl="6" marL="3200400" marR="0" rtl="0" algn="l">
              <a:spcBef>
                <a:spcPts val="320"/>
              </a:spcBef>
              <a:spcAft>
                <a:spcPts val="0"/>
              </a:spcAft>
              <a:buClr>
                <a:schemeClr val="accent6"/>
              </a:buClr>
              <a:buSzPts val="1280"/>
              <a:buFont typeface="Noto Sans Symbols"/>
              <a:buChar char="⚫"/>
              <a:defRPr b="0" i="0" sz="1600" u="none" cap="none" strike="noStrike">
                <a:solidFill>
                  <a:schemeClr val="dk1"/>
                </a:solidFill>
                <a:latin typeface="Constantia"/>
                <a:ea typeface="Constantia"/>
                <a:cs typeface="Constantia"/>
                <a:sym typeface="Constantia"/>
              </a:defRPr>
            </a:lvl7pPr>
            <a:lvl8pPr indent="-330200" lvl="7" marL="3657600" marR="0" rtl="0" algn="l">
              <a:spcBef>
                <a:spcPts val="320"/>
              </a:spcBef>
              <a:spcAft>
                <a:spcPts val="0"/>
              </a:spcAft>
              <a:buClr>
                <a:schemeClr val="dk2"/>
              </a:buClr>
              <a:buSzPts val="1600"/>
              <a:buFont typeface="Constantia"/>
              <a:buChar char="•"/>
              <a:defRPr b="0" i="0" sz="1600" u="none" cap="none" strike="noStrike">
                <a:solidFill>
                  <a:schemeClr val="dk1"/>
                </a:solidFill>
                <a:latin typeface="Constantia"/>
                <a:ea typeface="Constantia"/>
                <a:cs typeface="Constantia"/>
                <a:sym typeface="Constantia"/>
              </a:defRPr>
            </a:lvl8pPr>
            <a:lvl9pPr indent="-317500" lvl="8" marL="4114800" marR="0" rtl="0" algn="l">
              <a:spcBef>
                <a:spcPts val="280"/>
              </a:spcBef>
              <a:spcAft>
                <a:spcPts val="0"/>
              </a:spcAft>
              <a:buClr>
                <a:schemeClr val="dk2"/>
              </a:buClr>
              <a:buSzPts val="1400"/>
              <a:buFont typeface="Constantia"/>
              <a:buChar char="•"/>
              <a:defRPr b="0" i="0" sz="1400" u="none" cap="none" strike="noStrike">
                <a:solidFill>
                  <a:schemeClr val="dk1"/>
                </a:solidFill>
                <a:latin typeface="Constantia"/>
                <a:ea typeface="Constantia"/>
                <a:cs typeface="Constantia"/>
                <a:sym typeface="Constantia"/>
              </a:defRPr>
            </a:lvl9pPr>
          </a:lstStyle>
          <a:p/>
        </p:txBody>
      </p:sp>
      <p:sp>
        <p:nvSpPr>
          <p:cNvPr id="31" name="Google Shape;31;p16"/>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sz="1200">
                <a:solidFill>
                  <a:srgbClr val="035C75"/>
                </a:solidFill>
                <a:latin typeface="Constantia"/>
                <a:ea typeface="Constantia"/>
                <a:cs typeface="Constantia"/>
                <a:sym typeface="Constantia"/>
              </a:defRPr>
            </a:lvl1pPr>
            <a:lvl2pPr lvl="1"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2pPr>
            <a:lvl3pPr lvl="2"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3pPr>
            <a:lvl4pPr lvl="3"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4pPr>
            <a:lvl5pPr lvl="4"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5pPr>
            <a:lvl6pPr lvl="5"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6pPr>
            <a:lvl7pPr lvl="6"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7pPr>
            <a:lvl8pPr lvl="7"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8pPr>
            <a:lvl9pPr lvl="8"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9pPr>
          </a:lstStyle>
          <a:p/>
        </p:txBody>
      </p:sp>
      <p:sp>
        <p:nvSpPr>
          <p:cNvPr id="32" name="Google Shape;32;p16"/>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sz="1200">
                <a:solidFill>
                  <a:srgbClr val="035C75"/>
                </a:solidFill>
                <a:latin typeface="Constantia"/>
                <a:ea typeface="Constantia"/>
                <a:cs typeface="Constantia"/>
                <a:sym typeface="Constantia"/>
              </a:defRPr>
            </a:lvl1pPr>
            <a:lvl2pPr lvl="1"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2pPr>
            <a:lvl3pPr lvl="2"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3pPr>
            <a:lvl4pPr lvl="3"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4pPr>
            <a:lvl5pPr lvl="4"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5pPr>
            <a:lvl6pPr lvl="5"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6pPr>
            <a:lvl7pPr lvl="6"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7pPr>
            <a:lvl8pPr lvl="7"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8pPr>
            <a:lvl9pPr lvl="8"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9pPr>
          </a:lstStyle>
          <a:p/>
        </p:txBody>
      </p:sp>
      <p:sp>
        <p:nvSpPr>
          <p:cNvPr id="33" name="Google Shape;33;p1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rtl="0" algn="r">
              <a:spcBef>
                <a:spcPts val="0"/>
              </a:spcBef>
              <a:buNone/>
              <a:defRPr b="0" sz="1200" u="none">
                <a:solidFill>
                  <a:srgbClr val="035C75"/>
                </a:solidFill>
                <a:latin typeface="Constantia"/>
                <a:ea typeface="Constantia"/>
                <a:cs typeface="Constantia"/>
                <a:sym typeface="Constantia"/>
              </a:defRPr>
            </a:lvl1pPr>
            <a:lvl2pPr indent="0" lvl="1" marL="0" marR="0" rtl="0" algn="r">
              <a:spcBef>
                <a:spcPts val="0"/>
              </a:spcBef>
              <a:buNone/>
              <a:defRPr b="0" sz="1200" u="none">
                <a:solidFill>
                  <a:srgbClr val="035C75"/>
                </a:solidFill>
                <a:latin typeface="Constantia"/>
                <a:ea typeface="Constantia"/>
                <a:cs typeface="Constantia"/>
                <a:sym typeface="Constantia"/>
              </a:defRPr>
            </a:lvl2pPr>
            <a:lvl3pPr indent="0" lvl="2" marL="0" marR="0" rtl="0" algn="r">
              <a:spcBef>
                <a:spcPts val="0"/>
              </a:spcBef>
              <a:buNone/>
              <a:defRPr b="0" sz="1200" u="none">
                <a:solidFill>
                  <a:srgbClr val="035C75"/>
                </a:solidFill>
                <a:latin typeface="Constantia"/>
                <a:ea typeface="Constantia"/>
                <a:cs typeface="Constantia"/>
                <a:sym typeface="Constantia"/>
              </a:defRPr>
            </a:lvl3pPr>
            <a:lvl4pPr indent="0" lvl="3" marL="0" marR="0" rtl="0" algn="r">
              <a:spcBef>
                <a:spcPts val="0"/>
              </a:spcBef>
              <a:buNone/>
              <a:defRPr b="0" sz="1200" u="none">
                <a:solidFill>
                  <a:srgbClr val="035C75"/>
                </a:solidFill>
                <a:latin typeface="Constantia"/>
                <a:ea typeface="Constantia"/>
                <a:cs typeface="Constantia"/>
                <a:sym typeface="Constantia"/>
              </a:defRPr>
            </a:lvl4pPr>
            <a:lvl5pPr indent="0" lvl="4" marL="0" marR="0" rtl="0" algn="r">
              <a:spcBef>
                <a:spcPts val="0"/>
              </a:spcBef>
              <a:buNone/>
              <a:defRPr b="0" sz="1200" u="none">
                <a:solidFill>
                  <a:srgbClr val="035C75"/>
                </a:solidFill>
                <a:latin typeface="Constantia"/>
                <a:ea typeface="Constantia"/>
                <a:cs typeface="Constantia"/>
                <a:sym typeface="Constantia"/>
              </a:defRPr>
            </a:lvl5pPr>
            <a:lvl6pPr indent="0" lvl="5" marL="0" marR="0" rtl="0" algn="r">
              <a:spcBef>
                <a:spcPts val="0"/>
              </a:spcBef>
              <a:buNone/>
              <a:defRPr b="0" sz="1200" u="none">
                <a:solidFill>
                  <a:srgbClr val="035C75"/>
                </a:solidFill>
                <a:latin typeface="Constantia"/>
                <a:ea typeface="Constantia"/>
                <a:cs typeface="Constantia"/>
                <a:sym typeface="Constantia"/>
              </a:defRPr>
            </a:lvl6pPr>
            <a:lvl7pPr indent="0" lvl="6" marL="0" marR="0" rtl="0" algn="r">
              <a:spcBef>
                <a:spcPts val="0"/>
              </a:spcBef>
              <a:buNone/>
              <a:defRPr b="0" sz="1200" u="none">
                <a:solidFill>
                  <a:srgbClr val="035C75"/>
                </a:solidFill>
                <a:latin typeface="Constantia"/>
                <a:ea typeface="Constantia"/>
                <a:cs typeface="Constantia"/>
                <a:sym typeface="Constantia"/>
              </a:defRPr>
            </a:lvl7pPr>
            <a:lvl8pPr indent="0" lvl="7" marL="0" marR="0" rtl="0" algn="r">
              <a:spcBef>
                <a:spcPts val="0"/>
              </a:spcBef>
              <a:buNone/>
              <a:defRPr b="0" sz="1200" u="none">
                <a:solidFill>
                  <a:srgbClr val="035C75"/>
                </a:solidFill>
                <a:latin typeface="Constantia"/>
                <a:ea typeface="Constantia"/>
                <a:cs typeface="Constantia"/>
                <a:sym typeface="Constantia"/>
              </a:defRPr>
            </a:lvl8pPr>
            <a:lvl9pPr indent="0" lvl="8" marL="0" marR="0" rtl="0" algn="r">
              <a:spcBef>
                <a:spcPts val="0"/>
              </a:spcBef>
              <a:buNone/>
              <a:defRPr b="0" sz="1200" u="non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grpSp>
        <p:nvGrpSpPr>
          <p:cNvPr id="34" name="Google Shape;34;p16"/>
          <p:cNvGrpSpPr/>
          <p:nvPr/>
        </p:nvGrpSpPr>
        <p:grpSpPr>
          <a:xfrm>
            <a:off x="-29294" y="-16113"/>
            <a:ext cx="9198255" cy="1086266"/>
            <a:chOff x="-29322" y="-1971"/>
            <a:chExt cx="9198255" cy="1086266"/>
          </a:xfrm>
        </p:grpSpPr>
        <p:sp>
          <p:nvSpPr>
            <p:cNvPr id="35" name="Google Shape;35;p16"/>
            <p:cNvSpPr/>
            <p:nvPr/>
          </p:nvSpPr>
          <p:spPr>
            <a:xfrm rot="-164308">
              <a:off x="-19045" y="216550"/>
              <a:ext cx="9163050" cy="649224"/>
            </a:xfrm>
            <a:custGeom>
              <a:rect b="b" l="l" r="r" t="t"/>
              <a:pathLst>
                <a:path extrusionOk="0" h="1055" w="5772">
                  <a:moveTo>
                    <a:pt x="0" y="966"/>
                  </a:moveTo>
                  <a:cubicBezTo>
                    <a:pt x="282" y="738"/>
                    <a:pt x="923" y="275"/>
                    <a:pt x="1608" y="282"/>
                  </a:cubicBezTo>
                  <a:cubicBezTo>
                    <a:pt x="2293" y="289"/>
                    <a:pt x="3416" y="1055"/>
                    <a:pt x="4110" y="1008"/>
                  </a:cubicBezTo>
                  <a:cubicBezTo>
                    <a:pt x="4804" y="961"/>
                    <a:pt x="5426" y="210"/>
                    <a:pt x="5772" y="0"/>
                  </a:cubicBezTo>
                </a:path>
              </a:pathLst>
            </a:custGeom>
            <a:noFill/>
            <a:ln cap="flat" cmpd="sng" w="10775">
              <a:solidFill>
                <a:srgbClr val="09B6B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36" name="Google Shape;36;p16"/>
            <p:cNvSpPr/>
            <p:nvPr/>
          </p:nvSpPr>
          <p:spPr>
            <a:xfrm rot="-164308">
              <a:off x="-14309" y="290003"/>
              <a:ext cx="9175812" cy="530352"/>
            </a:xfrm>
            <a:custGeom>
              <a:rect b="b" l="l" r="r" t="t"/>
              <a:pathLst>
                <a:path extrusionOk="0" h="854" w="5766">
                  <a:moveTo>
                    <a:pt x="0" y="732"/>
                  </a:moveTo>
                  <a:cubicBezTo>
                    <a:pt x="273" y="647"/>
                    <a:pt x="951" y="214"/>
                    <a:pt x="1638" y="228"/>
                  </a:cubicBezTo>
                  <a:cubicBezTo>
                    <a:pt x="2325" y="242"/>
                    <a:pt x="3434" y="854"/>
                    <a:pt x="4122" y="816"/>
                  </a:cubicBezTo>
                  <a:cubicBezTo>
                    <a:pt x="4810" y="778"/>
                    <a:pt x="5424" y="170"/>
                    <a:pt x="5766" y="0"/>
                  </a:cubicBezTo>
                </a:path>
              </a:pathLst>
            </a:custGeom>
            <a:no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spTree>
  </p:cSld>
  <p:clrMap accent1="accent1" accent2="accent2" accent3="accent3" accent4="accent4" accent5="accent5" accent6="accent6" bg1="lt1" bg2="dk2" tx1="dk1" tx2="lt2" folHlink="folHlink" hlink="hlink"/>
  <p:sldLayoutIdLst>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mailto:namnv@tlu.edu.vn"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4.png"/><Relationship Id="rId4" Type="http://schemas.openxmlformats.org/officeDocument/2006/relationships/image" Target="../media/image18.png"/><Relationship Id="rId5"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9.png"/><Relationship Id="rId5" Type="http://schemas.openxmlformats.org/officeDocument/2006/relationships/hyperlink" Target="https://www.visual-paradigm.com/guide/uml-unified-modeling-language/what-is-u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
          <p:cNvSpPr txBox="1"/>
          <p:nvPr>
            <p:ph type="ctrTitle"/>
          </p:nvPr>
        </p:nvSpPr>
        <p:spPr>
          <a:xfrm>
            <a:off x="533400" y="1371600"/>
            <a:ext cx="7851648" cy="1828800"/>
          </a:xfrm>
          <a:prstGeom prst="rect">
            <a:avLst/>
          </a:prstGeom>
          <a:noFill/>
          <a:ln>
            <a:noFill/>
          </a:ln>
        </p:spPr>
        <p:txBody>
          <a:bodyPr anchorCtr="0" anchor="b" bIns="0" lIns="0" spcFirstLastPara="1" rIns="18275" wrap="square" tIns="0">
            <a:normAutofit/>
          </a:bodyPr>
          <a:lstStyle/>
          <a:p>
            <a:pPr indent="0" lvl="0" marL="0" rtl="0" algn="r">
              <a:spcBef>
                <a:spcPts val="0"/>
              </a:spcBef>
              <a:spcAft>
                <a:spcPts val="0"/>
              </a:spcAft>
              <a:buClr>
                <a:srgbClr val="4CE0EA"/>
              </a:buClr>
              <a:buSzPts val="5600"/>
              <a:buFont typeface="Calibri"/>
              <a:buNone/>
            </a:pPr>
            <a:r>
              <a:rPr lang="en-US"/>
              <a:t>Phân tích Thiết kế HTTT</a:t>
            </a:r>
            <a:endParaRPr/>
          </a:p>
        </p:txBody>
      </p:sp>
      <p:sp>
        <p:nvSpPr>
          <p:cNvPr id="115" name="Google Shape;115;p1"/>
          <p:cNvSpPr txBox="1"/>
          <p:nvPr>
            <p:ph idx="1" type="subTitle"/>
          </p:nvPr>
        </p:nvSpPr>
        <p:spPr>
          <a:xfrm>
            <a:off x="533400" y="4191000"/>
            <a:ext cx="7854696" cy="1905000"/>
          </a:xfrm>
          <a:prstGeom prst="rect">
            <a:avLst/>
          </a:prstGeom>
          <a:noFill/>
          <a:ln>
            <a:noFill/>
          </a:ln>
        </p:spPr>
        <p:txBody>
          <a:bodyPr anchorCtr="0" anchor="t" bIns="45700" lIns="0" spcFirstLastPara="1" rIns="18275" wrap="square" tIns="45700">
            <a:normAutofit/>
          </a:bodyPr>
          <a:lstStyle/>
          <a:p>
            <a:pPr indent="0" lvl="0" marL="0" marR="45720" rtl="0" algn="r">
              <a:spcBef>
                <a:spcPts val="0"/>
              </a:spcBef>
              <a:spcAft>
                <a:spcPts val="0"/>
              </a:spcAft>
              <a:buSzPts val="2470"/>
              <a:buNone/>
            </a:pPr>
            <a:r>
              <a:rPr lang="en-US"/>
              <a:t>Ths. Nguyễn Văn Nam</a:t>
            </a:r>
            <a:endParaRPr/>
          </a:p>
          <a:p>
            <a:pPr indent="0" lvl="0" marL="0" marR="45720" rtl="0" algn="r">
              <a:spcBef>
                <a:spcPts val="520"/>
              </a:spcBef>
              <a:spcAft>
                <a:spcPts val="0"/>
              </a:spcAft>
              <a:buSzPts val="2470"/>
              <a:buNone/>
            </a:pPr>
            <a:r>
              <a:rPr lang="en-US"/>
              <a:t>Email: </a:t>
            </a:r>
            <a:r>
              <a:rPr lang="en-US" u="sng">
                <a:solidFill>
                  <a:schemeClr val="hlink"/>
                </a:solidFill>
                <a:hlinkClick r:id="rId3"/>
              </a:rPr>
              <a:t>namnv@tlu.edu.vn</a:t>
            </a:r>
            <a:endParaRPr/>
          </a:p>
          <a:p>
            <a:pPr indent="0" lvl="0" marL="0" marR="45720" rtl="0" algn="r">
              <a:spcBef>
                <a:spcPts val="520"/>
              </a:spcBef>
              <a:spcAft>
                <a:spcPts val="0"/>
              </a:spcAft>
              <a:buSzPts val="2470"/>
              <a:buNone/>
            </a:pPr>
            <a:r>
              <a:rPr lang="en-US"/>
              <a:t>Website: namvannguyen.blogspot.com</a:t>
            </a:r>
            <a:endParaRPr/>
          </a:p>
          <a:p>
            <a:pPr indent="0" lvl="0" marL="0" marR="45720" rtl="0" algn="r">
              <a:spcBef>
                <a:spcPts val="520"/>
              </a:spcBef>
              <a:spcAft>
                <a:spcPts val="0"/>
              </a:spcAft>
              <a:buSzPts val="2470"/>
              <a:buNone/>
            </a:pPr>
            <a:r>
              <a:t/>
            </a:r>
            <a:endParaRPr/>
          </a:p>
        </p:txBody>
      </p:sp>
      <p:sp>
        <p:nvSpPr>
          <p:cNvPr id="116" name="Google Shape;116;p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117" name="Google Shape;117;p1"/>
          <p:cNvSpPr txBox="1"/>
          <p:nvPr/>
        </p:nvSpPr>
        <p:spPr>
          <a:xfrm>
            <a:off x="609600" y="3200400"/>
            <a:ext cx="7854696" cy="914400"/>
          </a:xfrm>
          <a:prstGeom prst="rect">
            <a:avLst/>
          </a:prstGeom>
          <a:noFill/>
          <a:ln>
            <a:noFill/>
          </a:ln>
        </p:spPr>
        <p:txBody>
          <a:bodyPr anchorCtr="0" anchor="t" bIns="45700" lIns="0" spcFirstLastPara="1" rIns="18275" wrap="square" tIns="45700">
            <a:normAutofit/>
          </a:bodyPr>
          <a:lstStyle/>
          <a:p>
            <a:pPr indent="0" lvl="0" marL="0" marR="45720" rtl="0" algn="r">
              <a:lnSpc>
                <a:spcPct val="100000"/>
              </a:lnSpc>
              <a:spcBef>
                <a:spcPts val="0"/>
              </a:spcBef>
              <a:spcAft>
                <a:spcPts val="0"/>
              </a:spcAft>
              <a:buClr>
                <a:schemeClr val="accent3"/>
              </a:buClr>
              <a:buSzPts val="3040"/>
              <a:buFont typeface="Noto Sans Symbols"/>
              <a:buNone/>
            </a:pPr>
            <a:r>
              <a:rPr b="0" i="0" lang="en-US" sz="3200" u="none" cap="none" strike="noStrike">
                <a:solidFill>
                  <a:schemeClr val="lt1"/>
                </a:solidFill>
                <a:latin typeface="Constantia"/>
                <a:ea typeface="Constantia"/>
                <a:cs typeface="Constantia"/>
                <a:sym typeface="Constantia"/>
              </a:rPr>
              <a:t>Mô</a:t>
            </a:r>
            <a:r>
              <a:rPr b="0" i="0" lang="en-US" sz="3200" u="none" cap="none" strike="noStrike">
                <a:solidFill>
                  <a:schemeClr val="lt1"/>
                </a:solidFill>
                <a:latin typeface="Constantia"/>
                <a:ea typeface="Constantia"/>
                <a:cs typeface="Constantia"/>
                <a:sym typeface="Constantia"/>
              </a:rPr>
              <a:t> hình hóa đối tượng</a:t>
            </a:r>
            <a:endParaRPr b="0" i="0" sz="3200" u="none" cap="none" strike="noStrike">
              <a:solidFill>
                <a:schemeClr val="lt1"/>
              </a:solidFill>
              <a:latin typeface="Constantia"/>
              <a:ea typeface="Constantia"/>
              <a:cs typeface="Constantia"/>
              <a:sym typeface="Constanti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Nội dung</a:t>
            </a:r>
            <a:endParaRPr/>
          </a:p>
        </p:txBody>
      </p:sp>
      <p:sp>
        <p:nvSpPr>
          <p:cNvPr id="124" name="Google Shape;124;p2"/>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Khái niệm mô hình hóa đối tượng</a:t>
            </a:r>
            <a:endParaRPr/>
          </a:p>
          <a:p>
            <a:pPr indent="-274320" lvl="0" marL="274320" rtl="0" algn="l">
              <a:spcBef>
                <a:spcPts val="520"/>
              </a:spcBef>
              <a:spcAft>
                <a:spcPts val="0"/>
              </a:spcAft>
              <a:buSzPts val="2470"/>
              <a:buChar char="⚫"/>
            </a:pPr>
            <a:r>
              <a:rPr lang="en-US"/>
              <a:t>Các nguyên tắc cơ bản</a:t>
            </a:r>
            <a:endParaRPr/>
          </a:p>
          <a:p>
            <a:pPr indent="-274320" lvl="0" marL="274320" rtl="0" algn="l">
              <a:spcBef>
                <a:spcPts val="520"/>
              </a:spcBef>
              <a:spcAft>
                <a:spcPts val="0"/>
              </a:spcAft>
              <a:buSzPts val="2470"/>
              <a:buChar char="⚫"/>
            </a:pPr>
            <a:r>
              <a:rPr lang="en-US"/>
              <a:t>Các khái niệm về mô hình hướng đối tượng</a:t>
            </a:r>
            <a:endParaRPr/>
          </a:p>
          <a:p>
            <a:pPr indent="-274320" lvl="0" marL="274320" rtl="0" algn="l">
              <a:spcBef>
                <a:spcPts val="520"/>
              </a:spcBef>
              <a:spcAft>
                <a:spcPts val="0"/>
              </a:spcAft>
              <a:buSzPts val="2470"/>
              <a:buChar char="⚫"/>
            </a:pPr>
            <a:r>
              <a:rPr lang="en-US"/>
              <a:t>Giới thiệu UML</a:t>
            </a:r>
            <a:endParaRPr/>
          </a:p>
          <a:p>
            <a:pPr indent="-117475" lvl="0" marL="274320" rtl="0" algn="l">
              <a:spcBef>
                <a:spcPts val="520"/>
              </a:spcBef>
              <a:spcAft>
                <a:spcPts val="0"/>
              </a:spcAft>
              <a:buSzPts val="2470"/>
              <a:buNone/>
            </a:pPr>
            <a:r>
              <a:t/>
            </a:r>
            <a:endParaRPr/>
          </a:p>
          <a:p>
            <a:pPr indent="-117475" lvl="0" marL="274320" rtl="0" algn="l">
              <a:spcBef>
                <a:spcPts val="520"/>
              </a:spcBef>
              <a:spcAft>
                <a:spcPts val="0"/>
              </a:spcAft>
              <a:buSzPts val="2470"/>
              <a:buNone/>
            </a:pPr>
            <a:r>
              <a:t/>
            </a:r>
            <a:endParaRPr/>
          </a:p>
        </p:txBody>
      </p:sp>
      <p:sp>
        <p:nvSpPr>
          <p:cNvPr id="125" name="Google Shape;125;p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3"/>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Khái niệm</a:t>
            </a:r>
            <a:endParaRPr/>
          </a:p>
        </p:txBody>
      </p:sp>
      <p:sp>
        <p:nvSpPr>
          <p:cNvPr id="131" name="Google Shape;131;p3"/>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Mô hình hóa hướng đối tượng (Object-Oriented Modeling – OOM): Phương pháp dùng để mô hình hóa các chương trình máy tính theo phương pháp hướng đối tượng (OO Programming – OOP).</a:t>
            </a:r>
            <a:endParaRPr/>
          </a:p>
          <a:p>
            <a:pPr indent="-274320" lvl="0" marL="274320" rtl="0" algn="l">
              <a:spcBef>
                <a:spcPts val="520"/>
              </a:spcBef>
              <a:spcAft>
                <a:spcPts val="0"/>
              </a:spcAft>
              <a:buSzPts val="2470"/>
              <a:buChar char="⚫"/>
            </a:pPr>
            <a:r>
              <a:rPr lang="en-US"/>
              <a:t>Phân tích thiết kế hướng đối tượng (OO analysis and design – OOAD): là một kỹ thuật phần mềm tiếp cần việc mô hình hóa các vấn đề thực tế  thành các hệ thống phần mềm như các đối tượng tương tác lẫn nhau.</a:t>
            </a:r>
            <a:endParaRPr/>
          </a:p>
        </p:txBody>
      </p:sp>
      <p:sp>
        <p:nvSpPr>
          <p:cNvPr id="132" name="Google Shape;132;p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4"/>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Khái niệm</a:t>
            </a:r>
            <a:endParaRPr/>
          </a:p>
        </p:txBody>
      </p:sp>
      <p:sp>
        <p:nvSpPr>
          <p:cNvPr id="138" name="Google Shape;138;p4"/>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Mỗi đối tượng được biểu diễn như một thực thể của hệ thống đóng vai trò nhất định trong hệ thống</a:t>
            </a:r>
            <a:endParaRPr/>
          </a:p>
          <a:p>
            <a:pPr indent="-274320" lvl="0" marL="274320" rtl="0" algn="l">
              <a:spcBef>
                <a:spcPts val="520"/>
              </a:spcBef>
              <a:spcAft>
                <a:spcPts val="0"/>
              </a:spcAft>
              <a:buSzPts val="2470"/>
              <a:buChar char="⚫"/>
            </a:pPr>
            <a:r>
              <a:rPr lang="en-US"/>
              <a:t>Phân tích hướng đối tượng (OOA) tập trung vào việc phân tích các yêu cầu chức năng của hệ thống</a:t>
            </a:r>
            <a:endParaRPr/>
          </a:p>
          <a:p>
            <a:pPr indent="-274320" lvl="0" marL="274320" rtl="0" algn="l">
              <a:spcBef>
                <a:spcPts val="520"/>
              </a:spcBef>
              <a:spcAft>
                <a:spcPts val="0"/>
              </a:spcAft>
              <a:buSzPts val="2470"/>
              <a:buChar char="⚫"/>
            </a:pPr>
            <a:r>
              <a:rPr lang="en-US"/>
              <a:t>Thiết kế hướng đối tượng (OOD) sử dụng các mô hình phân tích như đầu vào để tạo ra các đặc tả thiết kế cài đặt cho hệ thống.</a:t>
            </a:r>
            <a:endParaRPr/>
          </a:p>
        </p:txBody>
      </p:sp>
      <p:sp>
        <p:nvSpPr>
          <p:cNvPr id="139" name="Google Shape;139;p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id="140" name="Google Shape;140;p4"/>
          <p:cNvPicPr preferRelativeResize="0"/>
          <p:nvPr/>
        </p:nvPicPr>
        <p:blipFill rotWithShape="1">
          <a:blip r:embed="rId3">
            <a:alphaModFix/>
          </a:blip>
          <a:srcRect b="0" l="0" r="0" t="0"/>
          <a:stretch/>
        </p:blipFill>
        <p:spPr>
          <a:xfrm>
            <a:off x="1447800" y="5029200"/>
            <a:ext cx="5667375" cy="8953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5"/>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Các nguyên tắc cơ bản</a:t>
            </a:r>
            <a:endParaRPr/>
          </a:p>
        </p:txBody>
      </p:sp>
      <p:sp>
        <p:nvSpPr>
          <p:cNvPr id="146" name="Google Shape;146;p5"/>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Sự trừu tượng hóa (Abstraction) là việc xây dựng mô hình chỉ bao gồm các đặc điểm quan trọng, cần thiết và phân biệt với các đặc điểm của mô hình khác.</a:t>
            </a:r>
            <a:endParaRPr/>
          </a:p>
          <a:p>
            <a:pPr indent="-246888" lvl="1" marL="640080" rtl="0" algn="l">
              <a:spcBef>
                <a:spcPts val="480"/>
              </a:spcBef>
              <a:spcAft>
                <a:spcPts val="0"/>
              </a:spcAft>
              <a:buSzPts val="2040"/>
              <a:buChar char="⚫"/>
            </a:pPr>
            <a:r>
              <a:rPr lang="en-US"/>
              <a:t>Cũng có khái niệm nói về sự trừu tượng hóa là cách cơ chế biểu diễn thực tế phức tạp bằng mô hình đơn giản.</a:t>
            </a:r>
            <a:endParaRPr/>
          </a:p>
        </p:txBody>
      </p:sp>
      <p:sp>
        <p:nvSpPr>
          <p:cNvPr id="147" name="Google Shape;147;p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id="148" name="Google Shape;148;p5"/>
          <p:cNvPicPr preferRelativeResize="0"/>
          <p:nvPr/>
        </p:nvPicPr>
        <p:blipFill rotWithShape="1">
          <a:blip r:embed="rId3">
            <a:alphaModFix/>
          </a:blip>
          <a:srcRect b="0" l="0" r="0" t="0"/>
          <a:stretch/>
        </p:blipFill>
        <p:spPr>
          <a:xfrm>
            <a:off x="2590800" y="4267200"/>
            <a:ext cx="4876800" cy="20002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6"/>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Các nguyên tắc cơ bản</a:t>
            </a:r>
            <a:endParaRPr/>
          </a:p>
        </p:txBody>
      </p:sp>
      <p:sp>
        <p:nvSpPr>
          <p:cNvPr id="154" name="Google Shape;154;p6"/>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Tính đóng gói (Encapsulation) là quy tụ các tính chất (thuộc tính, hành vi) vào trong hộp đen của sự trừu tượng hóa – cho phép ẩn đi cài đặt ở phía sau các giao diện.</a:t>
            </a:r>
            <a:endParaRPr/>
          </a:p>
          <a:p>
            <a:pPr indent="-117475" lvl="0" marL="274320" rtl="0" algn="l">
              <a:spcBef>
                <a:spcPts val="520"/>
              </a:spcBef>
              <a:spcAft>
                <a:spcPts val="0"/>
              </a:spcAft>
              <a:buSzPts val="2470"/>
              <a:buNone/>
            </a:pPr>
            <a:r>
              <a:t/>
            </a:r>
            <a:endParaRPr/>
          </a:p>
        </p:txBody>
      </p:sp>
      <p:sp>
        <p:nvSpPr>
          <p:cNvPr id="155" name="Google Shape;155;p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id="156" name="Google Shape;156;p6"/>
          <p:cNvPicPr preferRelativeResize="0"/>
          <p:nvPr/>
        </p:nvPicPr>
        <p:blipFill rotWithShape="1">
          <a:blip r:embed="rId3">
            <a:alphaModFix/>
          </a:blip>
          <a:srcRect b="0" l="0" r="0" t="0"/>
          <a:stretch/>
        </p:blipFill>
        <p:spPr>
          <a:xfrm>
            <a:off x="2362200" y="3733800"/>
            <a:ext cx="3676650" cy="18478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7"/>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Các nguyên tắc cơ bản</a:t>
            </a:r>
            <a:endParaRPr/>
          </a:p>
        </p:txBody>
      </p:sp>
      <p:sp>
        <p:nvSpPr>
          <p:cNvPr id="162" name="Google Shape;162;p7"/>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Tính mô đun hóa (Modularity) ví như sự phân chia các khối vật thể lớn thành các nhóm nhỏ và cấu trúc đơn giản hơn</a:t>
            </a:r>
            <a:endParaRPr/>
          </a:p>
        </p:txBody>
      </p:sp>
      <p:sp>
        <p:nvSpPr>
          <p:cNvPr id="163" name="Google Shape;163;p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id="164" name="Google Shape;164;p7"/>
          <p:cNvPicPr preferRelativeResize="0"/>
          <p:nvPr/>
        </p:nvPicPr>
        <p:blipFill rotWithShape="1">
          <a:blip r:embed="rId3">
            <a:alphaModFix/>
          </a:blip>
          <a:srcRect b="0" l="0" r="0" t="0"/>
          <a:stretch/>
        </p:blipFill>
        <p:spPr>
          <a:xfrm>
            <a:off x="2514600" y="3505200"/>
            <a:ext cx="4143375" cy="2095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id="169" name="Google Shape;169;p8"/>
          <p:cNvPicPr preferRelativeResize="0"/>
          <p:nvPr/>
        </p:nvPicPr>
        <p:blipFill rotWithShape="1">
          <a:blip r:embed="rId3">
            <a:alphaModFix/>
          </a:blip>
          <a:srcRect b="0" l="0" r="0" t="0"/>
          <a:stretch/>
        </p:blipFill>
        <p:spPr>
          <a:xfrm>
            <a:off x="5248275" y="3962400"/>
            <a:ext cx="3895725" cy="2400300"/>
          </a:xfrm>
          <a:prstGeom prst="rect">
            <a:avLst/>
          </a:prstGeom>
          <a:noFill/>
          <a:ln>
            <a:noFill/>
          </a:ln>
        </p:spPr>
      </p:pic>
      <p:sp>
        <p:nvSpPr>
          <p:cNvPr id="170" name="Google Shape;170;p8"/>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Các nguyên tắc cơ bản</a:t>
            </a:r>
            <a:endParaRPr/>
          </a:p>
        </p:txBody>
      </p:sp>
      <p:sp>
        <p:nvSpPr>
          <p:cNvPr id="171" name="Google Shape;171;p8"/>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Sự phân cấp (</a:t>
            </a:r>
            <a:r>
              <a:rPr lang="en-US"/>
              <a:t>Hierarchy</a:t>
            </a:r>
            <a:r>
              <a:rPr lang="en-US"/>
              <a:t>) có thể coi như sắp xếp thứ tự hoặc phân hạng sự </a:t>
            </a:r>
            <a:r>
              <a:rPr lang="en-US"/>
              <a:t>trừu</a:t>
            </a:r>
            <a:r>
              <a:rPr lang="en-US"/>
              <a:t> tượng hóa của các đối tượng theo một cấu trúc cây. Trong đó: </a:t>
            </a:r>
            <a:endParaRPr/>
          </a:p>
          <a:p>
            <a:pPr indent="-246888" lvl="1" marL="640080" rtl="0" algn="l">
              <a:spcBef>
                <a:spcPts val="480"/>
              </a:spcBef>
              <a:spcAft>
                <a:spcPts val="0"/>
              </a:spcAft>
              <a:buSzPts val="2040"/>
              <a:buChar char="⚫"/>
            </a:pPr>
            <a:r>
              <a:rPr lang="en-US"/>
              <a:t>Phân cấp toàn thể - bộ phận</a:t>
            </a:r>
            <a:endParaRPr/>
          </a:p>
          <a:p>
            <a:pPr indent="-246888" lvl="1" marL="640080" rtl="0" algn="l">
              <a:spcBef>
                <a:spcPts val="480"/>
              </a:spcBef>
              <a:spcAft>
                <a:spcPts val="0"/>
              </a:spcAft>
              <a:buSzPts val="2040"/>
              <a:buChar char="⚫"/>
            </a:pPr>
            <a:r>
              <a:rPr lang="en-US"/>
              <a:t>Phân cấp các đối tượng chứa nhau</a:t>
            </a:r>
            <a:endParaRPr/>
          </a:p>
          <a:p>
            <a:pPr indent="-246888" lvl="1" marL="640080" rtl="0" algn="l">
              <a:spcBef>
                <a:spcPts val="480"/>
              </a:spcBef>
              <a:spcAft>
                <a:spcPts val="0"/>
              </a:spcAft>
              <a:buSzPts val="2040"/>
              <a:buChar char="⚫"/>
            </a:pPr>
            <a:r>
              <a:rPr lang="en-US"/>
              <a:t>Phân cấp lớp</a:t>
            </a:r>
            <a:endParaRPr/>
          </a:p>
          <a:p>
            <a:pPr indent="-246888" lvl="1" marL="640080" rtl="0" algn="l">
              <a:spcBef>
                <a:spcPts val="480"/>
              </a:spcBef>
              <a:spcAft>
                <a:spcPts val="0"/>
              </a:spcAft>
              <a:buSzPts val="2040"/>
              <a:buChar char="⚫"/>
            </a:pPr>
            <a:r>
              <a:rPr lang="en-US"/>
              <a:t>Phân cấp sự kế thừa</a:t>
            </a:r>
            <a:endParaRPr/>
          </a:p>
          <a:p>
            <a:pPr indent="-246888" lvl="1" marL="640080" rtl="0" algn="l">
              <a:spcBef>
                <a:spcPts val="480"/>
              </a:spcBef>
              <a:spcAft>
                <a:spcPts val="0"/>
              </a:spcAft>
              <a:buSzPts val="2040"/>
              <a:buChar char="⚫"/>
            </a:pPr>
            <a:r>
              <a:rPr lang="en-US"/>
              <a:t>Phân cấp theo kiểu đối tượng.</a:t>
            </a:r>
            <a:endParaRPr/>
          </a:p>
          <a:p>
            <a:pPr indent="-246887" lvl="2" marL="914400" rtl="0" algn="l">
              <a:spcBef>
                <a:spcPts val="420"/>
              </a:spcBef>
              <a:spcAft>
                <a:spcPts val="0"/>
              </a:spcAft>
              <a:buSzPts val="1470"/>
              <a:buNone/>
            </a:pPr>
            <a:r>
              <a:t/>
            </a:r>
            <a:endParaRPr/>
          </a:p>
        </p:txBody>
      </p:sp>
      <p:sp>
        <p:nvSpPr>
          <p:cNvPr id="172" name="Google Shape;172;p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9"/>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Các khái niệm hướng đối tượng</a:t>
            </a:r>
            <a:endParaRPr/>
          </a:p>
        </p:txBody>
      </p:sp>
      <p:sp>
        <p:nvSpPr>
          <p:cNvPr id="178" name="Google Shape;178;p9"/>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Đối tượng (Object) giúp biểu diễn các khái niệm ở thế giới thực trong bản thiết kế phần mềm.</a:t>
            </a:r>
            <a:endParaRPr/>
          </a:p>
        </p:txBody>
      </p:sp>
      <p:sp>
        <p:nvSpPr>
          <p:cNvPr id="179" name="Google Shape;179;p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id="180" name="Google Shape;180;p9"/>
          <p:cNvPicPr preferRelativeResize="0"/>
          <p:nvPr/>
        </p:nvPicPr>
        <p:blipFill rotWithShape="1">
          <a:blip r:embed="rId3">
            <a:alphaModFix/>
          </a:blip>
          <a:srcRect b="0" l="0" r="0" t="0"/>
          <a:stretch/>
        </p:blipFill>
        <p:spPr>
          <a:xfrm>
            <a:off x="609600" y="3200400"/>
            <a:ext cx="4057650" cy="3190875"/>
          </a:xfrm>
          <a:prstGeom prst="rect">
            <a:avLst/>
          </a:prstGeom>
          <a:noFill/>
          <a:ln>
            <a:noFill/>
          </a:ln>
        </p:spPr>
      </p:pic>
      <p:pic>
        <p:nvPicPr>
          <p:cNvPr id="181" name="Google Shape;181;p9"/>
          <p:cNvPicPr preferRelativeResize="0"/>
          <p:nvPr/>
        </p:nvPicPr>
        <p:blipFill rotWithShape="1">
          <a:blip r:embed="rId4">
            <a:alphaModFix/>
          </a:blip>
          <a:srcRect b="0" l="0" r="0" t="0"/>
          <a:stretch/>
        </p:blipFill>
        <p:spPr>
          <a:xfrm>
            <a:off x="3581400" y="2895600"/>
            <a:ext cx="1000125" cy="1266825"/>
          </a:xfrm>
          <a:prstGeom prst="rect">
            <a:avLst/>
          </a:prstGeom>
          <a:noFill/>
          <a:ln>
            <a:noFill/>
          </a:ln>
        </p:spPr>
      </p:pic>
      <p:pic>
        <p:nvPicPr>
          <p:cNvPr id="182" name="Google Shape;182;p9"/>
          <p:cNvPicPr preferRelativeResize="0"/>
          <p:nvPr/>
        </p:nvPicPr>
        <p:blipFill rotWithShape="1">
          <a:blip r:embed="rId5">
            <a:alphaModFix/>
          </a:blip>
          <a:srcRect b="0" l="0" r="0" t="0"/>
          <a:stretch/>
        </p:blipFill>
        <p:spPr>
          <a:xfrm>
            <a:off x="4800600" y="3505200"/>
            <a:ext cx="4343400" cy="28956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pic>
        <p:nvPicPr>
          <p:cNvPr id="187" name="Google Shape;187;p10"/>
          <p:cNvPicPr preferRelativeResize="0"/>
          <p:nvPr/>
        </p:nvPicPr>
        <p:blipFill rotWithShape="1">
          <a:blip r:embed="rId3">
            <a:alphaModFix/>
          </a:blip>
          <a:srcRect b="0" l="0" r="0" t="0"/>
          <a:stretch/>
        </p:blipFill>
        <p:spPr>
          <a:xfrm>
            <a:off x="3352800" y="2895600"/>
            <a:ext cx="5410200" cy="2978869"/>
          </a:xfrm>
          <a:prstGeom prst="rect">
            <a:avLst/>
          </a:prstGeom>
          <a:noFill/>
          <a:ln>
            <a:noFill/>
          </a:ln>
        </p:spPr>
      </p:pic>
      <p:sp>
        <p:nvSpPr>
          <p:cNvPr id="188" name="Google Shape;188;p10"/>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Các khái niệm hướng đối tượng</a:t>
            </a:r>
            <a:endParaRPr/>
          </a:p>
        </p:txBody>
      </p:sp>
      <p:sp>
        <p:nvSpPr>
          <p:cNvPr id="189" name="Google Shape;189;p10"/>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Lớp đối tượng (Class) là một khung chứa các cấu trúc và hành vi chung của một đối tượng.</a:t>
            </a:r>
            <a:endParaRPr/>
          </a:p>
        </p:txBody>
      </p:sp>
      <p:sp>
        <p:nvSpPr>
          <p:cNvPr id="190" name="Google Shape;190;p1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id="191" name="Google Shape;191;p10"/>
          <p:cNvPicPr preferRelativeResize="0"/>
          <p:nvPr/>
        </p:nvPicPr>
        <p:blipFill rotWithShape="1">
          <a:blip r:embed="rId4">
            <a:alphaModFix/>
          </a:blip>
          <a:srcRect b="0" l="0" r="0" t="0"/>
          <a:stretch/>
        </p:blipFill>
        <p:spPr>
          <a:xfrm>
            <a:off x="304800" y="2895600"/>
            <a:ext cx="2971800" cy="32670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pic>
        <p:nvPicPr>
          <p:cNvPr id="196" name="Google Shape;196;p11"/>
          <p:cNvPicPr preferRelativeResize="0"/>
          <p:nvPr/>
        </p:nvPicPr>
        <p:blipFill rotWithShape="1">
          <a:blip r:embed="rId3">
            <a:alphaModFix/>
          </a:blip>
          <a:srcRect b="0" l="0" r="0" t="0"/>
          <a:stretch/>
        </p:blipFill>
        <p:spPr>
          <a:xfrm>
            <a:off x="1600200" y="3276600"/>
            <a:ext cx="5715000" cy="3414686"/>
          </a:xfrm>
          <a:prstGeom prst="rect">
            <a:avLst/>
          </a:prstGeom>
          <a:noFill/>
          <a:ln>
            <a:noFill/>
          </a:ln>
        </p:spPr>
      </p:pic>
      <p:pic>
        <p:nvPicPr>
          <p:cNvPr id="197" name="Google Shape;197;p11"/>
          <p:cNvPicPr preferRelativeResize="0"/>
          <p:nvPr/>
        </p:nvPicPr>
        <p:blipFill rotWithShape="1">
          <a:blip r:embed="rId4">
            <a:alphaModFix/>
          </a:blip>
          <a:srcRect b="0" l="0" r="0" t="0"/>
          <a:stretch/>
        </p:blipFill>
        <p:spPr>
          <a:xfrm>
            <a:off x="1447800" y="2362200"/>
            <a:ext cx="6400800" cy="838200"/>
          </a:xfrm>
          <a:prstGeom prst="rect">
            <a:avLst/>
          </a:prstGeom>
          <a:noFill/>
          <a:ln>
            <a:noFill/>
          </a:ln>
        </p:spPr>
      </p:pic>
      <p:sp>
        <p:nvSpPr>
          <p:cNvPr id="198" name="Google Shape;198;p11"/>
          <p:cNvSpPr txBox="1"/>
          <p:nvPr>
            <p:ph idx="1" type="body"/>
          </p:nvPr>
        </p:nvSpPr>
        <p:spPr>
          <a:xfrm>
            <a:off x="457200" y="91440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Tổng quát hóa – kết thừa (Generalization - Inheritance) là quan hệ mà các đối tượng của các phần tử chuyên biệt (Child) có thể được thay thế bới các đối tượng của phần tử tổng quát hóa (Parent)</a:t>
            </a:r>
            <a:endParaRPr/>
          </a:p>
          <a:p>
            <a:pPr indent="-117475" lvl="0" marL="274320" rtl="0" algn="l">
              <a:spcBef>
                <a:spcPts val="520"/>
              </a:spcBef>
              <a:spcAft>
                <a:spcPts val="0"/>
              </a:spcAft>
              <a:buSzPts val="2470"/>
              <a:buNone/>
            </a:pPr>
            <a:r>
              <a:t/>
            </a:r>
            <a:endParaRPr/>
          </a:p>
          <a:p>
            <a:pPr indent="-117475" lvl="0" marL="274320" rtl="0" algn="l">
              <a:spcBef>
                <a:spcPts val="520"/>
              </a:spcBef>
              <a:spcAft>
                <a:spcPts val="0"/>
              </a:spcAft>
              <a:buSzPts val="2470"/>
              <a:buNone/>
            </a:pPr>
            <a:r>
              <a:t/>
            </a:r>
            <a:endParaRPr/>
          </a:p>
        </p:txBody>
      </p:sp>
      <p:sp>
        <p:nvSpPr>
          <p:cNvPr id="199" name="Google Shape;199;p1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2"/>
          <p:cNvSpPr txBox="1"/>
          <p:nvPr>
            <p:ph idx="1" type="body"/>
          </p:nvPr>
        </p:nvSpPr>
        <p:spPr>
          <a:xfrm>
            <a:off x="457200" y="1066800"/>
            <a:ext cx="8229600" cy="52578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Đa hình (Polymorphos - Nhiều hình thái khác nhau)</a:t>
            </a:r>
            <a:endParaRPr/>
          </a:p>
          <a:p>
            <a:pPr indent="-246888" lvl="1" marL="640080" rtl="0" algn="l">
              <a:spcBef>
                <a:spcPts val="480"/>
              </a:spcBef>
              <a:spcAft>
                <a:spcPts val="0"/>
              </a:spcAft>
              <a:buSzPts val="2040"/>
              <a:buChar char="⚫"/>
            </a:pPr>
            <a:r>
              <a:rPr lang="en-US"/>
              <a:t>Mọi sự thực thi của giao diện phải bao gồm ít nhất một giao diện. Trong có có các thực thi có thể áp dụng cho nhiều hình thức giao diện.</a:t>
            </a:r>
            <a:endParaRPr/>
          </a:p>
        </p:txBody>
      </p:sp>
      <p:sp>
        <p:nvSpPr>
          <p:cNvPr id="205" name="Google Shape;205;p1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id="206" name="Google Shape;206;p12"/>
          <p:cNvPicPr preferRelativeResize="0"/>
          <p:nvPr/>
        </p:nvPicPr>
        <p:blipFill rotWithShape="1">
          <a:blip r:embed="rId3">
            <a:alphaModFix/>
          </a:blip>
          <a:srcRect b="0" l="0" r="0" t="0"/>
          <a:stretch/>
        </p:blipFill>
        <p:spPr>
          <a:xfrm>
            <a:off x="3505200" y="2876550"/>
            <a:ext cx="5343525" cy="2686050"/>
          </a:xfrm>
          <a:prstGeom prst="rect">
            <a:avLst/>
          </a:prstGeom>
          <a:noFill/>
          <a:ln>
            <a:noFill/>
          </a:ln>
        </p:spPr>
      </p:pic>
      <p:pic>
        <p:nvPicPr>
          <p:cNvPr id="207" name="Google Shape;207;p12"/>
          <p:cNvPicPr preferRelativeResize="0"/>
          <p:nvPr/>
        </p:nvPicPr>
        <p:blipFill rotWithShape="1">
          <a:blip r:embed="rId4">
            <a:alphaModFix/>
          </a:blip>
          <a:srcRect b="0" l="0" r="0" t="0"/>
          <a:stretch/>
        </p:blipFill>
        <p:spPr>
          <a:xfrm>
            <a:off x="304800" y="2905125"/>
            <a:ext cx="3105150" cy="25812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pic>
        <p:nvPicPr>
          <p:cNvPr id="212" name="Google Shape;212;p13"/>
          <p:cNvPicPr preferRelativeResize="0"/>
          <p:nvPr/>
        </p:nvPicPr>
        <p:blipFill rotWithShape="1">
          <a:blip r:embed="rId3">
            <a:alphaModFix/>
          </a:blip>
          <a:srcRect b="0" l="0" r="0" t="0"/>
          <a:stretch/>
        </p:blipFill>
        <p:spPr>
          <a:xfrm>
            <a:off x="1447800" y="2362200"/>
            <a:ext cx="7524750" cy="3876675"/>
          </a:xfrm>
          <a:prstGeom prst="rect">
            <a:avLst/>
          </a:prstGeom>
          <a:noFill/>
          <a:ln>
            <a:noFill/>
          </a:ln>
        </p:spPr>
      </p:pic>
      <p:pic>
        <p:nvPicPr>
          <p:cNvPr id="213" name="Google Shape;213;p13"/>
          <p:cNvPicPr preferRelativeResize="0"/>
          <p:nvPr/>
        </p:nvPicPr>
        <p:blipFill rotWithShape="1">
          <a:blip r:embed="rId4">
            <a:alphaModFix/>
          </a:blip>
          <a:srcRect b="0" l="0" r="0" t="0"/>
          <a:stretch/>
        </p:blipFill>
        <p:spPr>
          <a:xfrm>
            <a:off x="0" y="2362200"/>
            <a:ext cx="1807869" cy="4300537"/>
          </a:xfrm>
          <a:prstGeom prst="rect">
            <a:avLst/>
          </a:prstGeom>
          <a:noFill/>
          <a:ln>
            <a:noFill/>
          </a:ln>
        </p:spPr>
      </p:pic>
      <p:sp>
        <p:nvSpPr>
          <p:cNvPr id="214" name="Google Shape;214;p13"/>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Giới thiệu UML</a:t>
            </a:r>
            <a:endParaRPr/>
          </a:p>
        </p:txBody>
      </p:sp>
      <p:sp>
        <p:nvSpPr>
          <p:cNvPr id="215" name="Google Shape;215;p1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216" name="Google Shape;216;p13"/>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UML  = Unified Modeling Language: Rational</a:t>
            </a:r>
            <a:endParaRPr/>
          </a:p>
          <a:p>
            <a:pPr indent="-117475" lvl="0" marL="274320" rtl="0" algn="l">
              <a:spcBef>
                <a:spcPts val="520"/>
              </a:spcBef>
              <a:spcAft>
                <a:spcPts val="0"/>
              </a:spcAft>
              <a:buSzPts val="2470"/>
              <a:buNone/>
            </a:pPr>
            <a:r>
              <a:t/>
            </a:r>
            <a:endParaRPr/>
          </a:p>
        </p:txBody>
      </p:sp>
      <p:sp>
        <p:nvSpPr>
          <p:cNvPr id="217" name="Google Shape;217;p13"/>
          <p:cNvSpPr/>
          <p:nvPr/>
        </p:nvSpPr>
        <p:spPr>
          <a:xfrm>
            <a:off x="3733800" y="6248400"/>
            <a:ext cx="6400800"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100" u="sng">
                <a:solidFill>
                  <a:schemeClr val="dk1"/>
                </a:solidFill>
                <a:latin typeface="Constantia"/>
                <a:ea typeface="Constantia"/>
                <a:cs typeface="Constantia"/>
                <a:sym typeface="Constantia"/>
                <a:hlinkClick r:id="rId5">
                  <a:extLst>
                    <a:ext uri="{A12FA001-AC4F-418D-AE19-62706E023703}">
                      <ahyp:hlinkClr val="tx"/>
                    </a:ext>
                  </a:extLst>
                </a:hlinkClick>
              </a:rPr>
              <a:t>https://www.visual-paradigm.com/guide/uml-unified-modeling-language/what-is-uml/</a:t>
            </a:r>
            <a:endParaRPr i="1" sz="1100">
              <a:solidFill>
                <a:schemeClr val="dk1"/>
              </a:solidFill>
              <a:latin typeface="Constantia"/>
              <a:ea typeface="Constantia"/>
              <a:cs typeface="Constantia"/>
              <a:sym typeface="Constanti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14"/>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Giới thiệu UML</a:t>
            </a:r>
            <a:endParaRPr/>
          </a:p>
        </p:txBody>
      </p:sp>
      <p:sp>
        <p:nvSpPr>
          <p:cNvPr id="223" name="Google Shape;223;p1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224" name="Google Shape;224;p14"/>
          <p:cNvSpPr txBox="1"/>
          <p:nvPr>
            <p:ph idx="1" type="body"/>
          </p:nvPr>
        </p:nvSpPr>
        <p:spPr>
          <a:xfrm>
            <a:off x="323056" y="1847088"/>
            <a:ext cx="8497888" cy="4760913"/>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285"/>
              <a:buChar char="⚫"/>
            </a:pPr>
            <a:r>
              <a:rPr lang="en-US" sz="2405"/>
              <a:t>Đặc điểm UML:</a:t>
            </a:r>
            <a:endParaRPr/>
          </a:p>
          <a:p>
            <a:pPr indent="-246888" lvl="1" marL="640080" rtl="0" algn="l">
              <a:spcBef>
                <a:spcPts val="444"/>
              </a:spcBef>
              <a:spcAft>
                <a:spcPts val="0"/>
              </a:spcAft>
              <a:buSzPts val="1887"/>
              <a:buChar char="⚫"/>
            </a:pPr>
            <a:r>
              <a:rPr lang="en-US" sz="2220"/>
              <a:t>UML viết tắt của Unified Modeling Language</a:t>
            </a:r>
            <a:endParaRPr/>
          </a:p>
          <a:p>
            <a:pPr indent="-246888" lvl="1" marL="640080" rtl="0" algn="l">
              <a:spcBef>
                <a:spcPts val="444"/>
              </a:spcBef>
              <a:spcAft>
                <a:spcPts val="0"/>
              </a:spcAft>
              <a:buSzPts val="1887"/>
              <a:buChar char="⚫"/>
            </a:pPr>
            <a:r>
              <a:rPr lang="en-US" sz="2220"/>
              <a:t>UML khác với ngôn ngữ lập trình: C/C++, Java, PHP, Cobol,…</a:t>
            </a:r>
            <a:endParaRPr/>
          </a:p>
          <a:p>
            <a:pPr indent="-246888" lvl="1" marL="640080" rtl="0" algn="l">
              <a:spcBef>
                <a:spcPts val="444"/>
              </a:spcBef>
              <a:spcAft>
                <a:spcPts val="0"/>
              </a:spcAft>
              <a:buSzPts val="1887"/>
              <a:buChar char="⚫"/>
            </a:pPr>
            <a:r>
              <a:rPr lang="en-US" sz="2220"/>
              <a:t>UML là ngôn ngữ hình ảnh sử dụng tạo ra các bản kế hoạch thiết kế.</a:t>
            </a:r>
            <a:endParaRPr/>
          </a:p>
          <a:p>
            <a:pPr indent="-246888" lvl="1" marL="640080" rtl="0" algn="l">
              <a:spcBef>
                <a:spcPts val="444"/>
              </a:spcBef>
              <a:spcAft>
                <a:spcPts val="0"/>
              </a:spcAft>
              <a:buSzPts val="1887"/>
              <a:buChar char="⚫"/>
            </a:pPr>
            <a:r>
              <a:rPr lang="en-US" sz="2220"/>
              <a:t>UML có thể được mô tả như ngôn ngữ mô hình hóa hình ảnh đa năng để hình ảnh hóa, đặc tả, xây dựng và văn bản hóa hệ thống phần mềm</a:t>
            </a:r>
            <a:endParaRPr sz="2220"/>
          </a:p>
          <a:p>
            <a:pPr indent="-246888" lvl="1" marL="640080" rtl="0" algn="l">
              <a:spcBef>
                <a:spcPts val="444"/>
              </a:spcBef>
              <a:spcAft>
                <a:spcPts val="0"/>
              </a:spcAft>
              <a:buSzPts val="1887"/>
              <a:buChar char="⚫"/>
            </a:pPr>
            <a:r>
              <a:rPr lang="en-US" sz="2220"/>
              <a:t>Mặc dù UML chuyên dành cho thiết kế, mô hình hóa phần mềm, nhưng nó có thể dùng để mô hình hóa các hệ thống không phải phần mềm. Ví dụ: luồng nghiệp vụ cho một đơn vị sản xuất.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5"/>
          <p:cNvSpPr txBox="1"/>
          <p:nvPr>
            <p:ph type="title"/>
          </p:nvPr>
        </p:nvSpPr>
        <p:spPr>
          <a:xfrm>
            <a:off x="2895600" y="2438400"/>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The End.</a:t>
            </a:r>
            <a:endParaRPr/>
          </a:p>
        </p:txBody>
      </p:sp>
      <p:sp>
        <p:nvSpPr>
          <p:cNvPr id="230" name="Google Shape;230;p1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2017-11-13T20:26:15Z</dcterms:created>
  <dc:creator>ThuGiang</dc:creator>
</cp:coreProperties>
</file>